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4" r:id="rId2"/>
  </p:sldMasterIdLst>
  <p:notesMasterIdLst>
    <p:notesMasterId r:id="rId31"/>
  </p:notesMasterIdLst>
  <p:handoutMasterIdLst>
    <p:handoutMasterId r:id="rId32"/>
  </p:handoutMasterIdLst>
  <p:sldIdLst>
    <p:sldId id="465" r:id="rId3"/>
    <p:sldId id="516" r:id="rId4"/>
    <p:sldId id="498" r:id="rId5"/>
    <p:sldId id="392" r:id="rId6"/>
    <p:sldId id="499" r:id="rId7"/>
    <p:sldId id="500" r:id="rId8"/>
    <p:sldId id="394" r:id="rId9"/>
    <p:sldId id="501" r:id="rId10"/>
    <p:sldId id="502" r:id="rId11"/>
    <p:sldId id="517" r:id="rId12"/>
    <p:sldId id="504" r:id="rId13"/>
    <p:sldId id="505" r:id="rId14"/>
    <p:sldId id="408" r:id="rId15"/>
    <p:sldId id="506" r:id="rId16"/>
    <p:sldId id="410" r:id="rId17"/>
    <p:sldId id="411" r:id="rId18"/>
    <p:sldId id="412" r:id="rId19"/>
    <p:sldId id="413" r:id="rId20"/>
    <p:sldId id="507" r:id="rId21"/>
    <p:sldId id="414" r:id="rId22"/>
    <p:sldId id="405" r:id="rId23"/>
    <p:sldId id="407" r:id="rId24"/>
    <p:sldId id="415" r:id="rId25"/>
    <p:sldId id="417" r:id="rId26"/>
    <p:sldId id="418" r:id="rId27"/>
    <p:sldId id="419" r:id="rId28"/>
    <p:sldId id="420" r:id="rId29"/>
    <p:sldId id="508" r:id="rId30"/>
  </p:sldIdLst>
  <p:sldSz cx="9144000" cy="6858000" type="screen4x3"/>
  <p:notesSz cx="6888163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변소현" initials="변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65A9D9"/>
    <a:srgbClr val="F8F8F8"/>
    <a:srgbClr val="7F7F7F"/>
    <a:srgbClr val="50ABCC"/>
    <a:srgbClr val="3E699D"/>
    <a:srgbClr val="393939"/>
    <a:srgbClr val="344F6B"/>
    <a:srgbClr val="B5D5E4"/>
    <a:srgbClr val="62A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432EEA-EC04-421A-90A3-B5595832F797}" v="8" dt="2024-03-11T12:40:14.0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46" autoAdjust="0"/>
    <p:restoredTop sz="99281" autoAdjust="0"/>
  </p:normalViewPr>
  <p:slideViewPr>
    <p:cSldViewPr>
      <p:cViewPr varScale="1">
        <p:scale>
          <a:sx n="118" d="100"/>
          <a:sy n="118" d="100"/>
        </p:scale>
        <p:origin x="132" y="572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872" y="64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5/10/relationships/revisionInfo" Target="revisionInfo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영 장" userId="0c9b8532fd537bfe" providerId="LiveId" clId="{29432EEA-EC04-421A-90A3-B5595832F797}"/>
    <pc:docChg chg="undo redo custSel addSld delSld modSld modMainMaster">
      <pc:chgData name="준영 장" userId="0c9b8532fd537bfe" providerId="LiveId" clId="{29432EEA-EC04-421A-90A3-B5595832F797}" dt="2024-03-17T05:09:16.389" v="1423"/>
      <pc:docMkLst>
        <pc:docMk/>
      </pc:docMkLst>
      <pc:sldChg chg="addSp delSp modSp add del mod modClrScheme chgLayout">
        <pc:chgData name="준영 장" userId="0c9b8532fd537bfe" providerId="LiveId" clId="{29432EEA-EC04-421A-90A3-B5595832F797}" dt="2024-03-11T12:38:59.621" v="8" actId="700"/>
        <pc:sldMkLst>
          <pc:docMk/>
          <pc:sldMk cId="0" sldId="256"/>
        </pc:sldMkLst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3" creationId="{42991902-F165-9BBC-C5F1-72F09E28F511}"/>
          </ac:spMkLst>
        </pc:spChg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4" creationId="{E199165F-3123-E3E2-9F28-9490E02D273F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592381701" sldId="382"/>
        </pc:sldMkLst>
      </pc:sldChg>
      <pc:sldChg chg="add">
        <pc:chgData name="준영 장" userId="0c9b8532fd537bfe" providerId="LiveId" clId="{29432EEA-EC04-421A-90A3-B5595832F797}" dt="2024-03-14T13:35:38.446" v="63"/>
        <pc:sldMkLst>
          <pc:docMk/>
          <pc:sldMk cId="1795100531" sldId="382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752739395" sldId="382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813233395" sldId="382"/>
        </pc:sldMkLst>
      </pc:sldChg>
      <pc:sldChg chg="addSp modSp add del mod modClrScheme chgLayout">
        <pc:chgData name="준영 장" userId="0c9b8532fd537bfe" providerId="LiveId" clId="{29432EEA-EC04-421A-90A3-B5595832F797}" dt="2024-03-11T12:39:13.265" v="9" actId="47"/>
        <pc:sldMkLst>
          <pc:docMk/>
          <pc:sldMk cId="3088584304" sldId="382"/>
        </pc:sldMkLst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2" creationId="{329212FC-7E77-DA76-CC8D-754BDC13950A}"/>
          </ac:spMkLst>
        </pc:spChg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3" creationId="{D4C23830-11AD-4255-2F92-ED2CF1BFA2D7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789321763" sldId="38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212015663" sldId="38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172296476" sldId="38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38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914093828" sldId="388"/>
        </pc:sldMkLst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922923233" sldId="389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036973542" sldId="389"/>
        </pc:sldMkLst>
      </pc:sldChg>
      <pc:sldChg chg="addSp delSp modSp add del mod modClrScheme chgLayout">
        <pc:chgData name="준영 장" userId="0c9b8532fd537bfe" providerId="LiveId" clId="{29432EEA-EC04-421A-90A3-B5595832F797}" dt="2024-03-14T13:34:33.233" v="62" actId="700"/>
        <pc:sldMkLst>
          <pc:docMk/>
          <pc:sldMk cId="2267649508" sldId="389"/>
        </pc:sldMkLst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2" creationId="{4057912F-DF33-3DD6-B08F-BCB71A0FFB0B}"/>
          </ac:spMkLst>
        </pc:spChg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3" creationId="{EDBA5906-17F9-77E2-2468-DF9C323B280E}"/>
          </ac:spMkLst>
        </pc:spChg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336788713" sldId="389"/>
        </pc:sldMkLst>
      </pc:sldChg>
      <pc:sldChg chg="addSp delSp modSp add mod modClrScheme chgLayout">
        <pc:chgData name="준영 장" userId="0c9b8532fd537bfe" providerId="LiveId" clId="{29432EEA-EC04-421A-90A3-B5595832F797}" dt="2024-03-14T13:50:06.623" v="571" actId="700"/>
        <pc:sldMkLst>
          <pc:docMk/>
          <pc:sldMk cId="1224813733" sldId="390"/>
        </pc:sldMkLst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2" creationId="{57D4E92D-428B-49E1-58CD-58510D8177D2}"/>
          </ac:spMkLst>
        </pc:spChg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3" creationId="{923D8036-CADD-FA46-BA53-C211E0DC5300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839085098" sldId="390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3001612791" sldId="390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3784426025" sldId="39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1"/>
        </pc:sldMkLst>
      </pc:sldChg>
      <pc:sldChg chg="modSp add del mod modClrScheme chgLayout">
        <pc:chgData name="준영 장" userId="0c9b8532fd537bfe" providerId="LiveId" clId="{29432EEA-EC04-421A-90A3-B5595832F797}" dt="2024-03-11T12:39:25.220" v="10" actId="47"/>
        <pc:sldMkLst>
          <pc:docMk/>
          <pc:sldMk cId="2035760066" sldId="3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6594236" sldId="39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027250840" sldId="39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0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5070117" sldId="40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8"/>
        </pc:sldMkLst>
      </pc:sldChg>
      <pc:sldChg chg="modSp add del mod modClrScheme chgLayout">
        <pc:chgData name="준영 장" userId="0c9b8532fd537bfe" providerId="LiveId" clId="{29432EEA-EC04-421A-90A3-B5595832F797}" dt="2024-03-14T13:45:51.524" v="548" actId="1076"/>
        <pc:sldMkLst>
          <pc:docMk/>
          <pc:sldMk cId="0" sldId="4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0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51.524" v="548" actId="1076"/>
          <ac:spMkLst>
            <pc:docMk/>
            <pc:sldMk cId="0" sldId="40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44.631" v="547" actId="1076"/>
          <ac:spMkLst>
            <pc:docMk/>
            <pc:sldMk cId="0" sldId="409"/>
            <ac:spMk id="4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639669927" sldId="41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1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1"/>
        </pc:sldMkLst>
      </pc:sldChg>
      <pc:sldChg chg="modSp add del mod modClrScheme chgLayout">
        <pc:chgData name="준영 장" userId="0c9b8532fd537bfe" providerId="LiveId" clId="{29432EEA-EC04-421A-90A3-B5595832F797}" dt="2024-03-14T13:50:32.658" v="574" actId="1076"/>
        <pc:sldMkLst>
          <pc:docMk/>
          <pc:sldMk cId="0" sldId="42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32.658" v="574" actId="1076"/>
          <ac:spMkLst>
            <pc:docMk/>
            <pc:sldMk cId="0" sldId="4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28.802" v="573" actId="1076"/>
          <ac:spMkLst>
            <pc:docMk/>
            <pc:sldMk cId="0" sldId="422"/>
            <ac:spMk id="5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0"/>
        </pc:sldMkLst>
      </pc:sldChg>
      <pc:sldChg chg="addSp delSp modSp add del mod modClrScheme chgLayout">
        <pc:chgData name="준영 장" userId="0c9b8532fd537bfe" providerId="LiveId" clId="{29432EEA-EC04-421A-90A3-B5595832F797}" dt="2024-03-14T13:31:47.907" v="53" actId="478"/>
        <pc:sldMkLst>
          <pc:docMk/>
          <pc:sldMk cId="0" sldId="44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1:47.907" v="53" actId="478"/>
          <ac:spMkLst>
            <pc:docMk/>
            <pc:sldMk cId="0" sldId="441"/>
            <ac:spMk id="3" creationId="{4D10D3E5-3ED3-3459-52E3-F1F3358B7D81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33.394" v="33" actId="478"/>
        <pc:sldMkLst>
          <pc:docMk/>
          <pc:sldMk cId="0" sldId="44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33.394" v="33" actId="478"/>
          <ac:spMkLst>
            <pc:docMk/>
            <pc:sldMk cId="0" sldId="442"/>
            <ac:spMk id="3" creationId="{C7F24ABE-021D-D8FF-FCEE-62CF2EFC12AF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29.155" v="32" actId="478"/>
        <pc:sldMkLst>
          <pc:docMk/>
          <pc:sldMk cId="0" sldId="44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29.155" v="32" actId="478"/>
          <ac:spMkLst>
            <pc:docMk/>
            <pc:sldMk cId="0" sldId="443"/>
            <ac:spMk id="7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4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55139403" sldId="44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2358898" sldId="44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80441982" sldId="448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48.406" v="23" actId="700"/>
        <pc:sldMkLst>
          <pc:docMk/>
          <pc:sldMk cId="0" sldId="451"/>
        </pc:sldMkLst>
        <pc:spChg chg="add del mod ord">
          <ac:chgData name="준영 장" userId="0c9b8532fd537bfe" providerId="LiveId" clId="{29432EEA-EC04-421A-90A3-B5595832F797}" dt="2024-03-11T12:40:41.759" v="21" actId="478"/>
          <ac:spMkLst>
            <pc:docMk/>
            <pc:sldMk cId="0" sldId="451"/>
            <ac:spMk id="2" creationId="{35CFFEE0-8311-93C6-2F62-3DD09E3291CF}"/>
          </ac:spMkLst>
        </pc:spChg>
        <pc:spChg chg="add del mod ord">
          <ac:chgData name="준영 장" userId="0c9b8532fd537bfe" providerId="LiveId" clId="{29432EEA-EC04-421A-90A3-B5595832F797}" dt="2024-03-11T12:40:43.431" v="22" actId="478"/>
          <ac:spMkLst>
            <pc:docMk/>
            <pc:sldMk cId="0" sldId="451"/>
            <ac:spMk id="3" creationId="{C1DEAC21-E842-DB4F-9CD4-4E06F55E1E89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6T10:40:27.132" v="1397" actId="1076"/>
        <pc:sldMkLst>
          <pc:docMk/>
          <pc:sldMk cId="0" sldId="45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1T12:40:37.750" v="20" actId="478"/>
          <ac:spMkLst>
            <pc:docMk/>
            <pc:sldMk cId="0" sldId="452"/>
            <ac:spMk id="7" creationId="{00000000-0000-0000-0000-000000000000}"/>
          </ac:spMkLst>
        </pc:spChg>
        <pc:picChg chg="mod">
          <ac:chgData name="준영 장" userId="0c9b8532fd537bfe" providerId="LiveId" clId="{29432EEA-EC04-421A-90A3-B5595832F797}" dt="2024-03-16T10:40:27.132" v="1397" actId="1076"/>
          <ac:picMkLst>
            <pc:docMk/>
            <pc:sldMk cId="0" sldId="452"/>
            <ac:picMk id="5" creationId="{00000000-0000-0000-0000-000000000000}"/>
          </ac:picMkLst>
        </pc:pic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07391434" sldId="45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12990262" sldId="45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58841069" sldId="45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24662385" sldId="45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652382871" sldId="45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77395993" sldId="45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052748190" sldId="45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94969506" sldId="46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524916242" sldId="461"/>
        </pc:sldMkLst>
      </pc:sldChg>
      <pc:sldChg chg="addSp delSp modSp add del mod modClrScheme chgLayout">
        <pc:chgData name="준영 장" userId="0c9b8532fd537bfe" providerId="LiveId" clId="{29432EEA-EC04-421A-90A3-B5595832F797}" dt="2024-03-14T13:33:03.179" v="56" actId="478"/>
        <pc:sldMkLst>
          <pc:docMk/>
          <pc:sldMk cId="3748208073" sldId="46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48208073" sldId="46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03.179" v="56" actId="478"/>
          <ac:spMkLst>
            <pc:docMk/>
            <pc:sldMk cId="3748208073" sldId="462"/>
            <ac:spMk id="3" creationId="{67156ABE-560C-AED0-F486-6C53D6C95738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533436599" sldId="46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59765460" sldId="46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17830977" sldId="465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04.126" v="54" actId="478"/>
        <pc:sldMkLst>
          <pc:docMk/>
          <pc:sldMk cId="0" sldId="46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04.126" v="54" actId="478"/>
          <ac:spMkLst>
            <pc:docMk/>
            <pc:sldMk cId="0" sldId="469"/>
            <ac:spMk id="3" creationId="{A11207DC-47D7-9DAC-C768-9290DDCE6C2F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0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1"/>
            <ac:spMk id="7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10.668" v="55" actId="478"/>
        <pc:sldMkLst>
          <pc:docMk/>
          <pc:sldMk cId="0" sldId="47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10.668" v="55" actId="478"/>
          <ac:spMkLst>
            <pc:docMk/>
            <pc:sldMk cId="0" sldId="472"/>
            <ac:spMk id="3" creationId="{68FCE4FC-0CA4-CD3E-30E6-69097D885F3A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28.251" v="57" actId="478"/>
        <pc:sldMkLst>
          <pc:docMk/>
          <pc:sldMk cId="0" sldId="47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28.251" v="57" actId="478"/>
          <ac:spMkLst>
            <pc:docMk/>
            <pc:sldMk cId="0" sldId="473"/>
            <ac:spMk id="3" creationId="{DF1505E6-B3E2-4526-4976-2D7FFA3AFFF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39.352" v="58" actId="478"/>
        <pc:sldMkLst>
          <pc:docMk/>
          <pc:sldMk cId="3271671829" sldId="47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71671829" sldId="47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39.352" v="58" actId="478"/>
          <ac:spMkLst>
            <pc:docMk/>
            <pc:sldMk cId="3271671829" sldId="474"/>
            <ac:spMk id="3" creationId="{70D15658-FB13-80A1-6BA3-99E4786D9DB3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47.294" v="59" actId="478"/>
        <pc:sldMkLst>
          <pc:docMk/>
          <pc:sldMk cId="0" sldId="47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47.294" v="59" actId="478"/>
          <ac:spMkLst>
            <pc:docMk/>
            <pc:sldMk cId="0" sldId="475"/>
            <ac:spMk id="3" creationId="{6BF10C33-BC7F-AEFD-CA13-727810BCBE2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1026583" sldId="47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6:40.652" v="66" actId="1076"/>
        <pc:sldMkLst>
          <pc:docMk/>
          <pc:sldMk cId="0" sldId="47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6:40.652" v="66" actId="1076"/>
          <ac:spMkLst>
            <pc:docMk/>
            <pc:sldMk cId="0" sldId="478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6:33.190" v="65" actId="1076"/>
          <ac:spMkLst>
            <pc:docMk/>
            <pc:sldMk cId="0" sldId="478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23.844" v="540" actId="20577"/>
        <pc:sldMkLst>
          <pc:docMk/>
          <pc:sldMk cId="0" sldId="479"/>
        </pc:sldMkLst>
        <pc:spChg chg="mod ord">
          <ac:chgData name="준영 장" userId="0c9b8532fd537bfe" providerId="LiveId" clId="{29432EEA-EC04-421A-90A3-B5595832F797}" dt="2024-03-14T13:44:23.844" v="540" actId="20577"/>
          <ac:spMkLst>
            <pc:docMk/>
            <pc:sldMk cId="0" sldId="479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9"/>
            <ac:spMk id="8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7:33.207" v="67" actId="1076"/>
          <ac:spMkLst>
            <pc:docMk/>
            <pc:sldMk cId="0" sldId="479"/>
            <ac:spMk id="9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8:50.772" v="71" actId="1076"/>
        <pc:sldMkLst>
          <pc:docMk/>
          <pc:sldMk cId="0" sldId="48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8:50.772" v="71" actId="1076"/>
          <ac:spMkLst>
            <pc:docMk/>
            <pc:sldMk cId="0" sldId="480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8:46.093" v="70" actId="1076"/>
          <ac:spMkLst>
            <pc:docMk/>
            <pc:sldMk cId="0" sldId="480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55.147" v="544" actId="1076"/>
        <pc:sldMkLst>
          <pc:docMk/>
          <pc:sldMk cId="0" sldId="48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4:55.147" v="544" actId="1076"/>
          <ac:spMkLst>
            <pc:docMk/>
            <pc:sldMk cId="0" sldId="481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4:52.445" v="543" actId="1076"/>
          <ac:spMkLst>
            <pc:docMk/>
            <pc:sldMk cId="0" sldId="481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5:10.869" v="546" actId="1076"/>
        <pc:sldMkLst>
          <pc:docMk/>
          <pc:sldMk cId="0" sldId="48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10.869" v="546" actId="1076"/>
          <ac:spMkLst>
            <pc:docMk/>
            <pc:sldMk cId="0" sldId="48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07.403" v="545" actId="1076"/>
          <ac:spMkLst>
            <pc:docMk/>
            <pc:sldMk cId="0" sldId="482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6:37.514" v="552" actId="1076"/>
        <pc:sldMkLst>
          <pc:docMk/>
          <pc:sldMk cId="0" sldId="48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3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6:30.746" v="551" actId="14100"/>
          <ac:graphicFrameMkLst>
            <pc:docMk/>
            <pc:sldMk cId="0" sldId="483"/>
            <ac:graphicFrameMk id="4" creationId="{00000000-0000-0000-0000-000000000000}"/>
          </ac:graphicFrameMkLst>
        </pc:graphicFrameChg>
        <pc:graphicFrameChg chg="mod">
          <ac:chgData name="준영 장" userId="0c9b8532fd537bfe" providerId="LiveId" clId="{29432EEA-EC04-421A-90A3-B5595832F797}" dt="2024-03-14T13:46:37.514" v="552" actId="1076"/>
          <ac:graphicFrameMkLst>
            <pc:docMk/>
            <pc:sldMk cId="0" sldId="483"/>
            <ac:graphicFrameMk id="5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7:23.542" v="556" actId="1076"/>
        <pc:sldMkLst>
          <pc:docMk/>
          <pc:sldMk cId="0" sldId="48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7:23.542" v="556" actId="1076"/>
          <ac:spMkLst>
            <pc:docMk/>
            <pc:sldMk cId="0" sldId="484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7:13.733" v="554" actId="1076"/>
          <ac:spMkLst>
            <pc:docMk/>
            <pc:sldMk cId="0" sldId="484"/>
            <ac:spMk id="11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7:38.783" v="557" actId="478"/>
        <pc:sldMkLst>
          <pc:docMk/>
          <pc:sldMk cId="0" sldId="48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7:38.783" v="557" actId="478"/>
          <ac:spMkLst>
            <pc:docMk/>
            <pc:sldMk cId="0" sldId="485"/>
            <ac:spMk id="3" creationId="{98289090-565A-522E-9943-75E7996EC283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24.452" v="1393" actId="20577"/>
        <pc:sldMkLst>
          <pc:docMk/>
          <pc:sldMk cId="0" sldId="48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6T10:39:24.452" v="1393" actId="20577"/>
          <ac:spMkLst>
            <pc:docMk/>
            <pc:sldMk cId="0" sldId="48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56524837" sldId="48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2" creationId="{3F8D61AB-BE2B-97FF-FC40-ACB2E8C76099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3" creationId="{69D4ADCF-DDE6-951C-1317-698762D04562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7:59.033" v="558" actId="1076"/>
        <pc:sldMkLst>
          <pc:docMk/>
          <pc:sldMk cId="0" sldId="48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8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7:59.033" v="558" actId="1076"/>
          <ac:graphicFrameMkLst>
            <pc:docMk/>
            <pc:sldMk cId="0" sldId="488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548757022" sldId="48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1.330" v="562" actId="1076"/>
        <pc:sldMkLst>
          <pc:docMk/>
          <pc:sldMk cId="0" sldId="49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34.889" v="561" actId="478"/>
          <ac:spMkLst>
            <pc:docMk/>
            <pc:sldMk cId="0" sldId="490"/>
            <ac:spMk id="3" creationId="{C067E314-7B5C-0BED-D9D0-55E0BEFC309A}"/>
          </ac:spMkLst>
        </pc:spChg>
        <pc:spChg chg="mod">
          <ac:chgData name="준영 장" userId="0c9b8532fd537bfe" providerId="LiveId" clId="{29432EEA-EC04-421A-90A3-B5595832F797}" dt="2024-03-14T13:48:41.330" v="562" actId="1076"/>
          <ac:spMkLst>
            <pc:docMk/>
            <pc:sldMk cId="0" sldId="490"/>
            <ac:spMk id="16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9.888" v="563" actId="478"/>
        <pc:sldMkLst>
          <pc:docMk/>
          <pc:sldMk cId="0" sldId="49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49.888" v="563" actId="478"/>
          <ac:spMkLst>
            <pc:docMk/>
            <pc:sldMk cId="0" sldId="491"/>
            <ac:spMk id="3" creationId="{308E7CE2-A454-D607-1F81-A97DE89228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2.288" v="564" actId="478"/>
        <pc:sldMkLst>
          <pc:docMk/>
          <pc:sldMk cId="0" sldId="4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2.288" v="564" actId="478"/>
          <ac:spMkLst>
            <pc:docMk/>
            <pc:sldMk cId="0" sldId="492"/>
            <ac:spMk id="3" creationId="{0137EC68-84E3-0ECC-82E2-24D45D685704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7.387" v="565" actId="478"/>
        <pc:sldMkLst>
          <pc:docMk/>
          <pc:sldMk cId="3643148115" sldId="49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643148115" sldId="49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7.387" v="565" actId="478"/>
          <ac:spMkLst>
            <pc:docMk/>
            <pc:sldMk cId="3643148115" sldId="493"/>
            <ac:spMk id="3" creationId="{8AC19351-3CC5-9526-A894-7302A260717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15.340" v="566" actId="478"/>
        <pc:sldMkLst>
          <pc:docMk/>
          <pc:sldMk cId="0" sldId="49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15.340" v="566" actId="478"/>
          <ac:spMkLst>
            <pc:docMk/>
            <pc:sldMk cId="0" sldId="494"/>
            <ac:spMk id="3" creationId="{F1B6FB35-A273-EE83-70B9-AF7B9FCB191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20.206" v="567" actId="478"/>
        <pc:sldMkLst>
          <pc:docMk/>
          <pc:sldMk cId="0" sldId="49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20.206" v="567" actId="478"/>
          <ac:spMkLst>
            <pc:docMk/>
            <pc:sldMk cId="0" sldId="495"/>
            <ac:spMk id="3" creationId="{5ECAD585-4A56-5524-6A66-25C343EE708C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56.503" v="1396" actId="20577"/>
        <pc:sldMkLst>
          <pc:docMk/>
          <pc:sldMk cId="3817662580" sldId="496"/>
        </pc:sldMkLst>
        <pc:spChg chg="mod ord">
          <ac:chgData name="준영 장" userId="0c9b8532fd537bfe" providerId="LiveId" clId="{29432EEA-EC04-421A-90A3-B5595832F797}" dt="2024-03-16T10:39:56.503" v="1396" actId="20577"/>
          <ac:spMkLst>
            <pc:docMk/>
            <pc:sldMk cId="3817662580" sldId="496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9:41.298" v="569" actId="14100"/>
          <ac:graphicFrameMkLst>
            <pc:docMk/>
            <pc:sldMk cId="3817662580" sldId="496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9:58.214" v="570" actId="1076"/>
        <pc:sldMkLst>
          <pc:docMk/>
          <pc:sldMk cId="3261123242" sldId="49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61123242" sldId="497"/>
            <ac:spMk id="2" creationId="{570A7107-FBDE-195C-8F83-7CF49A09F1AC}"/>
          </ac:spMkLst>
        </pc:spChg>
        <pc:spChg chg="mod">
          <ac:chgData name="준영 장" userId="0c9b8532fd537bfe" providerId="LiveId" clId="{29432EEA-EC04-421A-90A3-B5595832F797}" dt="2024-03-14T13:49:58.214" v="570" actId="1076"/>
          <ac:spMkLst>
            <pc:docMk/>
            <pc:sldMk cId="3261123242" sldId="497"/>
            <ac:spMk id="3" creationId="{E1BB64B5-4600-2594-8130-F783CBB32A8E}"/>
          </ac:spMkLst>
        </pc:spChg>
        <pc:picChg chg="mod ord">
          <ac:chgData name="준영 장" userId="0c9b8532fd537bfe" providerId="LiveId" clId="{29432EEA-EC04-421A-90A3-B5595832F797}" dt="2024-03-11T12:38:46.104" v="7" actId="700"/>
          <ac:picMkLst>
            <pc:docMk/>
            <pc:sldMk cId="3261123242" sldId="497"/>
            <ac:picMk id="5" creationId="{187C7E41-D4E4-CEA8-95DA-99BE8807B60F}"/>
          </ac:picMkLst>
        </pc:pic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1461198807" sldId="49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61198807" sldId="49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61198807" sldId="498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0:55.680" v="577" actId="1076"/>
        <pc:sldMkLst>
          <pc:docMk/>
          <pc:sldMk cId="16353001" sldId="49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353001" sldId="49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46.610" v="576" actId="1076"/>
          <ac:spMkLst>
            <pc:docMk/>
            <pc:sldMk cId="16353001" sldId="49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55.680" v="577" actId="1076"/>
          <ac:spMkLst>
            <pc:docMk/>
            <pc:sldMk cId="16353001" sldId="499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1:16.191" v="583" actId="1035"/>
        <pc:sldMkLst>
          <pc:docMk/>
          <pc:sldMk cId="2196658960" sldId="50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196658960" sldId="500"/>
            <ac:spMk id="2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1:06.602" v="578" actId="1076"/>
          <ac:spMkLst>
            <pc:docMk/>
            <pc:sldMk cId="2196658960" sldId="500"/>
            <ac:spMk id="23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1:16.191" v="583" actId="1035"/>
          <ac:graphicFrameMkLst>
            <pc:docMk/>
            <pc:sldMk cId="2196658960" sldId="500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25.034" v="584" actId="1076"/>
        <pc:sldMkLst>
          <pc:docMk/>
          <pc:sldMk cId="3712038957" sldId="50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12038957" sldId="501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9:25.034" v="584" actId="1076"/>
          <ac:graphicFrameMkLst>
            <pc:docMk/>
            <pc:sldMk cId="3712038957" sldId="501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33.063" v="585" actId="1076"/>
        <pc:sldMkLst>
          <pc:docMk/>
          <pc:sldMk cId="2524981150" sldId="50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24981150" sldId="50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9:33.063" v="585" actId="1076"/>
          <ac:spMkLst>
            <pc:docMk/>
            <pc:sldMk cId="2524981150" sldId="502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59:44.531" v="586" actId="700"/>
        <pc:sldMkLst>
          <pc:docMk/>
          <pc:sldMk cId="1595753438" sldId="503"/>
        </pc:sldMkLst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2" creationId="{2E7580E7-EEAB-75FA-D31F-6224819E7836}"/>
          </ac:spMkLst>
        </pc:spChg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3" creationId="{6E84B092-A17F-2C3F-FF60-329B09AF8E0D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0.167" v="587" actId="1076"/>
        <pc:sldMkLst>
          <pc:docMk/>
          <pc:sldMk cId="0" sldId="50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00.167" v="587" actId="1076"/>
          <ac:spMkLst>
            <pc:docMk/>
            <pc:sldMk cId="0" sldId="504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6.502" v="588" actId="1076"/>
        <pc:sldMkLst>
          <pc:docMk/>
          <pc:sldMk cId="1723364011" sldId="505"/>
        </pc:sldMkLst>
        <pc:spChg chg="mod ord">
          <ac:chgData name="준영 장" userId="0c9b8532fd537bfe" providerId="LiveId" clId="{29432EEA-EC04-421A-90A3-B5595832F797}" dt="2024-03-14T14:01:06.502" v="588" actId="1076"/>
          <ac:spMkLst>
            <pc:docMk/>
            <pc:sldMk cId="1723364011" sldId="505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723364011" sldId="505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17.304" v="589" actId="1076"/>
        <pc:sldMkLst>
          <pc:docMk/>
          <pc:sldMk cId="0" sldId="50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17.304" v="589" actId="1076"/>
          <ac:spMkLst>
            <pc:docMk/>
            <pc:sldMk cId="0" sldId="50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35.251" v="592" actId="1076"/>
        <pc:sldMkLst>
          <pc:docMk/>
          <pc:sldMk cId="2609521160" sldId="50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09521160" sldId="50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35.251" v="592" actId="1076"/>
          <ac:spMkLst>
            <pc:docMk/>
            <pc:sldMk cId="2609521160" sldId="507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1:29.458" v="591" actId="1076"/>
          <ac:spMkLst>
            <pc:docMk/>
            <pc:sldMk cId="2609521160" sldId="507"/>
            <ac:spMk id="1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45.915" v="593" actId="1076"/>
        <pc:sldMkLst>
          <pc:docMk/>
          <pc:sldMk cId="2125198982" sldId="50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125198982" sldId="50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45.915" v="593" actId="1076"/>
          <ac:spMkLst>
            <pc:docMk/>
            <pc:sldMk cId="2125198982" sldId="50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1:52.913" v="595" actId="478"/>
        <pc:sldMkLst>
          <pc:docMk/>
          <pc:sldMk cId="1480262368" sldId="5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80262368" sldId="50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1:52.913" v="595" actId="478"/>
          <ac:spMkLst>
            <pc:docMk/>
            <pc:sldMk cId="1480262368" sldId="509"/>
            <ac:spMk id="3" creationId="{269F302F-24EA-318A-C059-B4FE8EA8C5D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1.746" v="597" actId="478"/>
        <pc:sldMkLst>
          <pc:docMk/>
          <pc:sldMk cId="3405355212" sldId="51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405355212" sldId="51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1.746" v="597" actId="478"/>
          <ac:spMkLst>
            <pc:docMk/>
            <pc:sldMk cId="3405355212" sldId="510"/>
            <ac:spMk id="3" creationId="{A8755449-AE62-F4FF-AC92-3A45D6924EDF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6.345" v="598" actId="478"/>
        <pc:sldMkLst>
          <pc:docMk/>
          <pc:sldMk cId="3589343870" sldId="51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589343870" sldId="51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6.345" v="598" actId="478"/>
          <ac:spMkLst>
            <pc:docMk/>
            <pc:sldMk cId="3589343870" sldId="511"/>
            <ac:spMk id="3" creationId="{E4D956C4-44A3-D84C-C44B-A8BC2978A2C3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1494504553" sldId="51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94504553" sldId="51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94504553" sldId="512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34.447" v="50" actId="1036"/>
        <pc:sldMkLst>
          <pc:docMk/>
          <pc:sldMk cId="0" sldId="51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34.447" v="50" actId="1036"/>
          <ac:spMkLst>
            <pc:docMk/>
            <pc:sldMk cId="0" sldId="513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1:20.719" v="43" actId="1076"/>
          <ac:spMkLst>
            <pc:docMk/>
            <pc:sldMk cId="0" sldId="513"/>
            <ac:spMk id="9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1:06.992" v="41" actId="478"/>
        <pc:sldMkLst>
          <pc:docMk/>
          <pc:sldMk cId="2670110645" sldId="514"/>
        </pc:sldMkLst>
        <pc:spChg chg="add del mod ord">
          <ac:chgData name="준영 장" userId="0c9b8532fd537bfe" providerId="LiveId" clId="{29432EEA-EC04-421A-90A3-B5595832F797}" dt="2024-03-14T13:31:06.992" v="41" actId="478"/>
          <ac:spMkLst>
            <pc:docMk/>
            <pc:sldMk cId="2670110645" sldId="514"/>
            <ac:spMk id="2" creationId="{8902C814-71DA-0D1B-CA1D-B910A85D1C7B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70110645" sldId="514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02.349" v="40" actId="1076"/>
        <pc:sldMkLst>
          <pc:docMk/>
          <pc:sldMk cId="0" sldId="51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02.349" v="40" actId="1076"/>
          <ac:spMkLst>
            <pc:docMk/>
            <pc:sldMk cId="0" sldId="515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0:53.799" v="39" actId="1076"/>
          <ac:spMkLst>
            <pc:docMk/>
            <pc:sldMk cId="0" sldId="515"/>
            <ac:spMk id="8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40.475" v="35" actId="478"/>
        <pc:sldMkLst>
          <pc:docMk/>
          <pc:sldMk cId="1844723029" sldId="51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844723029" sldId="516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40.475" v="35" actId="478"/>
          <ac:spMkLst>
            <pc:docMk/>
            <pc:sldMk cId="1844723029" sldId="516"/>
            <ac:spMk id="3" creationId="{FCBA2D73-FADE-7A28-F4AA-DA09A985894A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37.040" v="34" actId="478"/>
        <pc:sldMkLst>
          <pc:docMk/>
          <pc:sldMk cId="0" sldId="51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37.040" v="34" actId="478"/>
          <ac:spMkLst>
            <pc:docMk/>
            <pc:sldMk cId="0" sldId="517"/>
            <ac:spMk id="20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25.253" v="600" actId="478"/>
        <pc:sldMkLst>
          <pc:docMk/>
          <pc:sldMk cId="0" sldId="51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8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25.253" v="600" actId="478"/>
          <ac:spMkLst>
            <pc:docMk/>
            <pc:sldMk cId="0" sldId="518"/>
            <ac:spMk id="3" creationId="{1494AFAF-F890-46ED-3C2F-3CAE1D86BD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37.751" v="601" actId="1076"/>
        <pc:sldMkLst>
          <pc:docMk/>
          <pc:sldMk cId="0" sldId="51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9"/>
            <ac:spMk id="2" creationId="{00000000-0000-0000-0000-000000000000}"/>
          </ac:spMkLst>
        </pc:spChg>
        <pc:spChg chg="del mod ord">
          <ac:chgData name="준영 장" userId="0c9b8532fd537bfe" providerId="LiveId" clId="{29432EEA-EC04-421A-90A3-B5595832F797}" dt="2024-03-11T12:41:01.547" v="26" actId="478"/>
          <ac:spMkLst>
            <pc:docMk/>
            <pc:sldMk cId="0" sldId="51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1T12:40:59.042" v="25" actId="6549"/>
          <ac:spMkLst>
            <pc:docMk/>
            <pc:sldMk cId="0" sldId="519"/>
            <ac:spMk id="14" creationId="{00000000-0000-0000-0000-000000000000}"/>
          </ac:spMkLst>
        </pc:spChg>
        <pc:spChg chg="add del mod">
          <ac:chgData name="준영 장" userId="0c9b8532fd537bfe" providerId="LiveId" clId="{29432EEA-EC04-421A-90A3-B5595832F797}" dt="2024-03-11T12:41:05.545" v="27" actId="478"/>
          <ac:spMkLst>
            <pc:docMk/>
            <pc:sldMk cId="0" sldId="519"/>
            <ac:spMk id="16" creationId="{AFB9C236-E358-19F5-FB5F-64AF20407EA7}"/>
          </ac:spMkLst>
        </pc:spChg>
        <pc:graphicFrameChg chg="mod">
          <ac:chgData name="준영 장" userId="0c9b8532fd537bfe" providerId="LiveId" clId="{29432EEA-EC04-421A-90A3-B5595832F797}" dt="2024-03-14T14:02:37.751" v="601" actId="1076"/>
          <ac:graphicFrameMkLst>
            <pc:docMk/>
            <pc:sldMk cId="0" sldId="519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2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14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28.817" v="19" actId="700"/>
        <pc:sldMkLst>
          <pc:docMk/>
          <pc:sldMk cId="0" sldId="521"/>
        </pc:sldMkLst>
        <pc:spChg chg="add del mod ord">
          <ac:chgData name="준영 장" userId="0c9b8532fd537bfe" providerId="LiveId" clId="{29432EEA-EC04-421A-90A3-B5595832F797}" dt="2024-03-11T12:39:31.475" v="11" actId="478"/>
          <ac:spMkLst>
            <pc:docMk/>
            <pc:sldMk cId="0" sldId="521"/>
            <ac:spMk id="2" creationId="{AB4E152E-E476-D58E-70F7-C0A64A44FA80}"/>
          </ac:spMkLst>
        </pc:spChg>
        <pc:spChg chg="add del mod ord">
          <ac:chgData name="준영 장" userId="0c9b8532fd537bfe" providerId="LiveId" clId="{29432EEA-EC04-421A-90A3-B5595832F797}" dt="2024-03-11T12:39:33.844" v="12" actId="478"/>
          <ac:spMkLst>
            <pc:docMk/>
            <pc:sldMk cId="0" sldId="521"/>
            <ac:spMk id="3" creationId="{061338DD-CACD-3306-8B5E-227F26A3EFB9}"/>
          </ac:spMkLst>
        </pc:spChg>
      </pc:sldChg>
      <pc:sldChg chg="addSp modSp add del mod modClrScheme chgLayout">
        <pc:chgData name="준영 장" userId="0c9b8532fd537bfe" providerId="LiveId" clId="{29432EEA-EC04-421A-90A3-B5595832F797}" dt="2024-03-13T14:26:43.188" v="31" actId="2696"/>
        <pc:sldMkLst>
          <pc:docMk/>
          <pc:sldMk cId="2856857454" sldId="522"/>
        </pc:sldMkLst>
        <pc:spChg chg="add mod">
          <ac:chgData name="준영 장" userId="0c9b8532fd537bfe" providerId="LiveId" clId="{29432EEA-EC04-421A-90A3-B5595832F797}" dt="2024-03-13T14:26:03.800" v="30" actId="571"/>
          <ac:spMkLst>
            <pc:docMk/>
            <pc:sldMk cId="2856857454" sldId="522"/>
            <ac:spMk id="2" creationId="{7FF1A442-3695-D098-D230-BFDEBCFD8B64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4" creationId="{9BD6E537-2AF7-32F3-E647-50E5578B9B87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5" creationId="{0F394D38-3E0F-7B6D-DEC7-6D7943E9C131}"/>
          </ac:spMkLst>
        </pc:spChg>
      </pc:sldChg>
      <pc:sldChg chg="addSp delSp modSp add mod">
        <pc:chgData name="준영 장" userId="0c9b8532fd537bfe" providerId="LiveId" clId="{29432EEA-EC04-421A-90A3-B5595832F797}" dt="2024-03-14T14:16:39.276" v="1219" actId="14100"/>
        <pc:sldMkLst>
          <pc:docMk/>
          <pc:sldMk cId="4265567508" sldId="522"/>
        </pc:sldMkLst>
        <pc:spChg chg="mod">
          <ac:chgData name="준영 장" userId="0c9b8532fd537bfe" providerId="LiveId" clId="{29432EEA-EC04-421A-90A3-B5595832F797}" dt="2024-03-14T14:16:27.384" v="1218" actId="20577"/>
          <ac:spMkLst>
            <pc:docMk/>
            <pc:sldMk cId="4265567508" sldId="5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9.270" v="982" actId="1076"/>
          <ac:spMkLst>
            <pc:docMk/>
            <pc:sldMk cId="4265567508" sldId="522"/>
            <ac:spMk id="6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3.445" v="981" actId="1076"/>
          <ac:spMkLst>
            <pc:docMk/>
            <pc:sldMk cId="4265567508" sldId="522"/>
            <ac:spMk id="9" creationId="{00000000-0000-0000-0000-000000000000}"/>
          </ac:spMkLst>
        </pc:spChg>
        <pc:spChg chg="add mod">
          <ac:chgData name="준영 장" userId="0c9b8532fd537bfe" providerId="LiveId" clId="{29432EEA-EC04-421A-90A3-B5595832F797}" dt="2024-03-14T14:16:15.404" v="1216" actId="20577"/>
          <ac:spMkLst>
            <pc:docMk/>
            <pc:sldMk cId="4265567508" sldId="522"/>
            <ac:spMk id="10" creationId="{CE9BD792-37CF-3FD1-85A3-72BEF59A22AA}"/>
          </ac:spMkLst>
        </pc:spChg>
        <pc:spChg chg="del">
          <ac:chgData name="준영 장" userId="0c9b8532fd537bfe" providerId="LiveId" clId="{29432EEA-EC04-421A-90A3-B5595832F797}" dt="2024-03-14T14:15:41.689" v="1193" actId="478"/>
          <ac:spMkLst>
            <pc:docMk/>
            <pc:sldMk cId="4265567508" sldId="522"/>
            <ac:spMk id="11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4:38.878" v="636" actId="20577"/>
          <ac:spMkLst>
            <pc:docMk/>
            <pc:sldMk cId="4265567508" sldId="522"/>
            <ac:spMk id="14" creationId="{00000000-0000-0000-0000-000000000000}"/>
          </ac:spMkLst>
        </pc:spChg>
        <pc:graphicFrameChg chg="mod modGraphic">
          <ac:chgData name="준영 장" userId="0c9b8532fd537bfe" providerId="LiveId" clId="{29432EEA-EC04-421A-90A3-B5595832F797}" dt="2024-03-14T14:16:39.276" v="1219" actId="14100"/>
          <ac:graphicFrameMkLst>
            <pc:docMk/>
            <pc:sldMk cId="4265567508" sldId="522"/>
            <ac:graphicFrameMk id="4" creationId="{00000000-0000-0000-0000-000000000000}"/>
          </ac:graphicFrameMkLst>
        </pc:graphicFrameChg>
        <pc:graphicFrameChg chg="add mod modGraphic">
          <ac:chgData name="준영 장" userId="0c9b8532fd537bfe" providerId="LiveId" clId="{29432EEA-EC04-421A-90A3-B5595832F797}" dt="2024-03-14T14:15:58.700" v="1201" actId="20577"/>
          <ac:graphicFrameMkLst>
            <pc:docMk/>
            <pc:sldMk cId="4265567508" sldId="522"/>
            <ac:graphicFrameMk id="5" creationId="{369A95BF-4B34-1588-0E19-1F91FFA8CBE9}"/>
          </ac:graphicFrameMkLst>
        </pc:graphicFrameChg>
        <pc:graphicFrameChg chg="mod">
          <ac:chgData name="준영 장" userId="0c9b8532fd537bfe" providerId="LiveId" clId="{29432EEA-EC04-421A-90A3-B5595832F797}" dt="2024-03-14T14:14:32.236" v="983" actId="1076"/>
          <ac:graphicFrameMkLst>
            <pc:docMk/>
            <pc:sldMk cId="4265567508" sldId="522"/>
            <ac:graphicFrameMk id="12" creationId="{00000000-0000-0000-0000-000000000000}"/>
          </ac:graphicFrameMkLst>
        </pc:graphicFrameChg>
        <pc:graphicFrameChg chg="del">
          <ac:chgData name="준영 장" userId="0c9b8532fd537bfe" providerId="LiveId" clId="{29432EEA-EC04-421A-90A3-B5595832F797}" dt="2024-03-14T14:13:03.239" v="935" actId="478"/>
          <ac:graphicFrameMkLst>
            <pc:docMk/>
            <pc:sldMk cId="4265567508" sldId="522"/>
            <ac:graphicFrameMk id="13" creationId="{00000000-0000-0000-0000-000000000000}"/>
          </ac:graphicFrameMkLst>
        </pc:graphicFrameChg>
      </pc:sldChg>
      <pc:sldChg chg="addSp delSp modSp new mod modClrScheme chgLayout">
        <pc:chgData name="준영 장" userId="0c9b8532fd537bfe" providerId="LiveId" clId="{29432EEA-EC04-421A-90A3-B5595832F797}" dt="2024-03-17T05:09:16.389" v="1423"/>
        <pc:sldMkLst>
          <pc:docMk/>
          <pc:sldMk cId="1838954282" sldId="523"/>
        </pc:sldMkLst>
        <pc:spChg chg="del mod ord">
          <ac:chgData name="준영 장" userId="0c9b8532fd537bfe" providerId="LiveId" clId="{29432EEA-EC04-421A-90A3-B5595832F797}" dt="2024-03-17T05:09:02.790" v="1399" actId="700"/>
          <ac:spMkLst>
            <pc:docMk/>
            <pc:sldMk cId="1838954282" sldId="523"/>
            <ac:spMk id="2" creationId="{DAF923DB-B98E-5776-35F9-FA8E225E22DC}"/>
          </ac:spMkLst>
        </pc:spChg>
        <pc:spChg chg="add mod ord">
          <ac:chgData name="준영 장" userId="0c9b8532fd537bfe" providerId="LiveId" clId="{29432EEA-EC04-421A-90A3-B5595832F797}" dt="2024-03-17T05:09:11.621" v="1422" actId="20577"/>
          <ac:spMkLst>
            <pc:docMk/>
            <pc:sldMk cId="1838954282" sldId="523"/>
            <ac:spMk id="3" creationId="{9D7DE31A-9BF9-8891-50D3-7D6A11E34573}"/>
          </ac:spMkLst>
        </pc:spChg>
        <pc:spChg chg="add mod ord">
          <ac:chgData name="준영 장" userId="0c9b8532fd537bfe" providerId="LiveId" clId="{29432EEA-EC04-421A-90A3-B5595832F797}" dt="2024-03-17T05:09:16.389" v="1423"/>
          <ac:spMkLst>
            <pc:docMk/>
            <pc:sldMk cId="1838954282" sldId="523"/>
            <ac:spMk id="4" creationId="{73321C09-FE73-8511-8AA1-19218F99ABEF}"/>
          </ac:spMkLst>
        </pc:spChg>
      </pc:sldChg>
      <pc:sldMasterChg chg="modSldLayout">
        <pc:chgData name="준영 장" userId="0c9b8532fd537bfe" providerId="LiveId" clId="{29432EEA-EC04-421A-90A3-B5595832F797}" dt="2024-03-11T12:40:23.626" v="18" actId="478"/>
        <pc:sldMasterMkLst>
          <pc:docMk/>
          <pc:sldMasterMk cId="0" sldId="2147483648"/>
        </pc:sldMasterMkLst>
        <pc:sldLayoutChg chg="delSp mod">
          <pc:chgData name="준영 장" userId="0c9b8532fd537bfe" providerId="LiveId" clId="{29432EEA-EC04-421A-90A3-B5595832F797}" dt="2024-03-11T12:40:23.626" v="18" actId="478"/>
          <pc:sldLayoutMkLst>
            <pc:docMk/>
            <pc:sldMasterMk cId="0" sldId="2147483648"/>
            <pc:sldLayoutMk cId="1968474546" sldId="2147483702"/>
          </pc:sldLayoutMkLst>
          <pc:spChg chg="del">
            <ac:chgData name="준영 장" userId="0c9b8532fd537bfe" providerId="LiveId" clId="{29432EEA-EC04-421A-90A3-B5595832F797}" dt="2024-03-11T12:40:17.181" v="13" actId="478"/>
            <ac:spMkLst>
              <pc:docMk/>
              <pc:sldMasterMk cId="0" sldId="2147483648"/>
              <pc:sldLayoutMk cId="1968474546" sldId="2147483702"/>
              <ac:spMk id="2" creationId="{00000000-0000-0000-0000-000000000000}"/>
            </ac:spMkLst>
          </pc:spChg>
          <pc:spChg chg="del">
            <ac:chgData name="준영 장" userId="0c9b8532fd537bfe" providerId="LiveId" clId="{29432EEA-EC04-421A-90A3-B5595832F797}" dt="2024-03-11T12:40:19.164" v="14" actId="478"/>
            <ac:spMkLst>
              <pc:docMk/>
              <pc:sldMasterMk cId="0" sldId="2147483648"/>
              <pc:sldLayoutMk cId="1968474546" sldId="2147483702"/>
              <ac:spMk id="3" creationId="{00000000-0000-0000-0000-000000000000}"/>
            </ac:spMkLst>
          </pc:spChg>
          <pc:cxnChg chg="del">
            <ac:chgData name="준영 장" userId="0c9b8532fd537bfe" providerId="LiveId" clId="{29432EEA-EC04-421A-90A3-B5595832F797}" dt="2024-03-11T12:40:22.619" v="17" actId="478"/>
            <ac:cxnSpMkLst>
              <pc:docMk/>
              <pc:sldMasterMk cId="0" sldId="2147483648"/>
              <pc:sldLayoutMk cId="1968474546" sldId="2147483702"/>
              <ac:cxnSpMk id="9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0.497" v="15" actId="478"/>
            <ac:cxnSpMkLst>
              <pc:docMk/>
              <pc:sldMasterMk cId="0" sldId="2147483648"/>
              <pc:sldLayoutMk cId="1968474546" sldId="2147483702"/>
              <ac:cxnSpMk id="71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1.604" v="16" actId="478"/>
            <ac:cxnSpMkLst>
              <pc:docMk/>
              <pc:sldMasterMk cId="0" sldId="2147483648"/>
              <pc:sldLayoutMk cId="1968474546" sldId="2147483702"/>
              <ac:cxnSpMk id="77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3.626" v="18" actId="478"/>
            <ac:cxnSpMkLst>
              <pc:docMk/>
              <pc:sldMasterMk cId="0" sldId="2147483648"/>
              <pc:sldLayoutMk cId="1968474546" sldId="2147483702"/>
              <ac:cxnSpMk id="83" creationId="{00000000-0000-0000-0000-000000000000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93ABFD7-1F7E-8278-7C66-98A20686C0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9971DD-3383-25EC-4F9D-D63678010E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DB48D-666D-46E3-A22E-4FA5894AFF26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A160F8-1144-1A8B-8729-C838B5F290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F8BEE-CB48-86C0-8F99-983C6A554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C497D-F26E-4A81-B2E5-6B4AA3B1E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41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0BF48182-79EE-4B02-9AA5-EF29C5299923}" type="datetimeFigureOut">
              <a:rPr lang="ko-KR" altLang="en-US" smtClean="0"/>
              <a:pPr/>
              <a:t>2026-03-07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시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49611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2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176400" y="93663"/>
            <a:ext cx="5580176" cy="523220"/>
            <a:chOff x="6752029" y="188640"/>
            <a:chExt cx="5582416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3997604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데이터베이스 시스템</a:t>
              </a:r>
              <a:endParaRPr kumimoji="1" lang="en-US" altLang="ko-KR" sz="2800" b="1" kern="1200" spc="-300" dirty="0">
                <a:solidFill>
                  <a:srgbClr val="393939"/>
                </a:solidFill>
                <a:latin typeface="맑은 고딕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12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7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47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1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96242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08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735199" y="93663"/>
            <a:ext cx="4180200" cy="523220"/>
            <a:chOff x="7311053" y="188640"/>
            <a:chExt cx="4181878" cy="521913"/>
          </a:xfrm>
        </p:grpSpPr>
        <p:sp>
          <p:nvSpPr>
            <p:cNvPr id="4" name="직사각형 3"/>
            <p:cNvSpPr/>
            <p:nvPr/>
          </p:nvSpPr>
          <p:spPr>
            <a:xfrm>
              <a:off x="8875681" y="188640"/>
              <a:ext cx="2617250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r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관계 데이터 모델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7311053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3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490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04800" indent="-304800"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 latinLnBrk="0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 latinLnBrk="0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 latinLnBrk="0">
              <a:spcAft>
                <a:spcPts val="300"/>
              </a:spcAft>
              <a:buSzPct val="96000"/>
              <a:defRPr sz="1100"/>
            </a:lvl4pPr>
            <a:lvl5pPr marL="990600" indent="-180975" latinLnBrk="0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67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336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14479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476672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557553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66A0-2AE7-4B19-A950-A0FD511D633B}" type="datetimeFigureOut">
              <a:rPr lang="ko-KR" altLang="en-US" smtClean="0"/>
              <a:pPr/>
              <a:t>2026-03-07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EC33-216F-4668-8D23-4C3F17784E0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8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2026-03-07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3" r:id="rId3"/>
    <p:sldLayoutId id="2147483692" r:id="rId4"/>
    <p:sldLayoutId id="2147483702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2026-03-07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129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4294967295"/>
          </p:nvPr>
        </p:nvSpPr>
        <p:spPr>
          <a:xfrm>
            <a:off x="156810" y="3501008"/>
            <a:ext cx="6143382" cy="1902073"/>
          </a:xfrm>
        </p:spPr>
        <p:txBody>
          <a:bodyPr/>
          <a:lstStyle/>
          <a:p>
            <a:pPr algn="l"/>
            <a:br>
              <a:rPr lang="en-US" altLang="ko-KR" sz="4000" b="1" dirty="0">
                <a:solidFill>
                  <a:srgbClr val="215968"/>
                </a:solidFill>
              </a:rPr>
            </a:br>
            <a:br>
              <a:rPr lang="en-US" altLang="ko-KR" sz="800"/>
            </a:br>
            <a:r>
              <a:rPr lang="en-US" altLang="ko-KR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SQL</a:t>
            </a:r>
            <a:r>
              <a:rPr lang="ko-KR" altLang="en-US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 연습 </a:t>
            </a:r>
            <a:r>
              <a:rPr lang="en-US" altLang="ko-KR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#2</a:t>
            </a:r>
            <a:endParaRPr lang="ko-KR" altLang="en-US" sz="4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830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F2904-A219-4098-03C4-C41B6FBF9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4CD194-A045-34A5-15B7-B677A3FF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자료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DC530D-73F9-DBD2-B306-311AF3325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ko-KR"/>
              <a:t>https://syntaxwiki.com:3026</a:t>
            </a:r>
          </a:p>
          <a:p>
            <a:pPr>
              <a:lnSpc>
                <a:spcPct val="200000"/>
              </a:lnSpc>
            </a:pPr>
            <a:r>
              <a:rPr lang="en-US" altLang="ko-KR"/>
              <a:t>practice2.sql</a:t>
            </a:r>
          </a:p>
          <a:p>
            <a:pPr>
              <a:lnSpc>
                <a:spcPct val="20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44723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MySQL</a:t>
            </a:r>
            <a:r>
              <a:rPr lang="ko-KR" altLang="en-US"/>
              <a:t> 연습 데이터 베이스 생성</a:t>
            </a:r>
            <a:endParaRPr lang="ko-KR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27584" y="143155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172994" y="1988840"/>
            <a:ext cx="6798012" cy="4032448"/>
            <a:chOff x="1115616" y="1844824"/>
            <a:chExt cx="6798012" cy="4032448"/>
          </a:xfrm>
        </p:grpSpPr>
        <p:pic>
          <p:nvPicPr>
            <p:cNvPr id="1025" name="_x192988104" descr="EMB000027c4675a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844824"/>
              <a:ext cx="6798012" cy="40324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모서리가 둥근 직사각형 5"/>
            <p:cNvSpPr/>
            <p:nvPr/>
          </p:nvSpPr>
          <p:spPr>
            <a:xfrm>
              <a:off x="1742314" y="4982918"/>
              <a:ext cx="1800200" cy="678330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1742314" y="4589636"/>
              <a:ext cx="1800200" cy="329782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635896" y="4616027"/>
              <a:ext cx="206685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FF0000"/>
                  </a:solidFill>
                  <a:latin typeface="+mn-ea"/>
                  <a:ea typeface="+mn-ea"/>
                </a:rPr>
                <a:t>Connection </a:t>
              </a:r>
              <a:r>
                <a:rPr lang="ko-KR" altLang="en-US" sz="1200" b="1" dirty="0">
                  <a:solidFill>
                    <a:srgbClr val="FF0000"/>
                  </a:solidFill>
                  <a:latin typeface="+mn-ea"/>
                  <a:ea typeface="+mn-ea"/>
                </a:rPr>
                <a:t>생성 아이콘 </a:t>
              </a:r>
              <a:r>
                <a:rPr lang="en-US" altLang="ko-KR" sz="1200" b="1" dirty="0">
                  <a:solidFill>
                    <a:srgbClr val="FF0000"/>
                  </a:solidFill>
                  <a:latin typeface="+mn-ea"/>
                  <a:ea typeface="+mn-ea"/>
                </a:rPr>
                <a:t>+</a:t>
              </a:r>
              <a:endParaRPr lang="ko-KR" altLang="en-US" sz="12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35896" y="5108149"/>
              <a:ext cx="228288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FF0000"/>
                  </a:solidFill>
                  <a:latin typeface="+mn-ea"/>
                  <a:ea typeface="+mn-ea"/>
                </a:rPr>
                <a:t>Connection – root </a:t>
              </a:r>
              <a:r>
                <a:rPr lang="ko-KR" altLang="en-US" sz="1200" b="1" dirty="0" err="1">
                  <a:solidFill>
                    <a:srgbClr val="FF0000"/>
                  </a:solidFill>
                  <a:latin typeface="+mn-ea"/>
                  <a:ea typeface="+mn-ea"/>
                </a:rPr>
                <a:t>계정용</a:t>
              </a:r>
              <a:endParaRPr lang="ko-KR" altLang="en-US" sz="12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395536" y="1085503"/>
            <a:ext cx="8064896" cy="525583"/>
          </a:xfrm>
        </p:spPr>
        <p:txBody>
          <a:bodyPr anchor="ctr"/>
          <a:lstStyle/>
          <a:p>
            <a:pPr latinLnBrk="0">
              <a:buFont typeface="Wingdings" pitchFamily="2" charset="2"/>
              <a:buChar char="v"/>
            </a:pPr>
            <a:r>
              <a:rPr lang="en-US" altLang="ko-KR" sz="2000" dirty="0">
                <a:solidFill>
                  <a:schemeClr val="tx2"/>
                </a:solidFill>
              </a:rPr>
              <a:t>MySQL Workbench</a:t>
            </a:r>
          </a:p>
        </p:txBody>
      </p:sp>
    </p:spTree>
    <p:extLst>
      <p:ext uri="{BB962C8B-B14F-4D97-AF65-F5344CB8AC3E}">
        <p14:creationId xmlns:p14="http://schemas.microsoft.com/office/powerpoint/2010/main" val="1461198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MySQL</a:t>
            </a:r>
            <a:r>
              <a:rPr lang="ko-KR" altLang="en-US"/>
              <a:t> 연습 데이터 베이스 생성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966433" y="6167229"/>
            <a:ext cx="3211135" cy="3900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kern="0" dirty="0">
                <a:solidFill>
                  <a:srgbClr val="000000"/>
                </a:solidFill>
                <a:ea typeface="맑은 고딕" panose="020B0503020000020004" pitchFamily="50" charset="-127"/>
              </a:rPr>
              <a:t>[</a:t>
            </a:r>
            <a:r>
              <a:rPr lang="ko-KR" altLang="en-US" sz="1400" kern="0" dirty="0">
                <a:solidFill>
                  <a:srgbClr val="000000"/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kern="0" dirty="0">
                <a:solidFill>
                  <a:srgbClr val="000000"/>
                </a:solidFill>
                <a:ea typeface="맑은 고딕" panose="020B0503020000020004" pitchFamily="50" charset="-127"/>
              </a:rPr>
              <a:t>3-9] Workbench SQL </a:t>
            </a:r>
            <a:r>
              <a:rPr lang="ko-KR" altLang="en-US" sz="1400" kern="0" dirty="0">
                <a:solidFill>
                  <a:srgbClr val="000000"/>
                </a:solidFill>
                <a:ea typeface="맑은 고딕" panose="020B0503020000020004" pitchFamily="50" charset="-127"/>
              </a:rPr>
              <a:t>개발 화면</a:t>
            </a:r>
            <a:endParaRPr lang="ko-KR" altLang="en-US" sz="1400" kern="0" spc="0" dirty="0">
              <a:solidFill>
                <a:srgbClr val="000000"/>
              </a:solidFill>
              <a:effectLst/>
              <a:ea typeface="맑은 고딕" panose="020B0503020000020004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741" y="1790700"/>
            <a:ext cx="6322518" cy="4343888"/>
          </a:xfrm>
          <a:prstGeom prst="rect">
            <a:avLst/>
          </a:prstGeom>
        </p:spPr>
      </p:pic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395536" y="1085503"/>
            <a:ext cx="8064896" cy="525583"/>
          </a:xfrm>
        </p:spPr>
        <p:txBody>
          <a:bodyPr anchor="ctr"/>
          <a:lstStyle/>
          <a:p>
            <a:pPr latinLnBrk="0">
              <a:buFont typeface="Wingdings" pitchFamily="2" charset="2"/>
              <a:buChar char="v"/>
            </a:pPr>
            <a:r>
              <a:rPr lang="en-US" altLang="ko-KR" sz="2000" dirty="0">
                <a:solidFill>
                  <a:schemeClr val="tx2"/>
                </a:solidFill>
              </a:rPr>
              <a:t>MySQL Workbench </a:t>
            </a:r>
            <a:r>
              <a:rPr lang="ko-KR" altLang="en-US" sz="2000" dirty="0">
                <a:solidFill>
                  <a:schemeClr val="tx2"/>
                </a:solidFill>
              </a:rPr>
              <a:t>시작</a:t>
            </a:r>
          </a:p>
        </p:txBody>
      </p:sp>
    </p:spTree>
    <p:extLst>
      <p:ext uri="{BB962C8B-B14F-4D97-AF65-F5344CB8AC3E}">
        <p14:creationId xmlns:p14="http://schemas.microsoft.com/office/powerpoint/2010/main" val="1001323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D6076-3DE8-7D60-DBAF-E997EF570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CA460-A362-DB0E-39ED-A62E53389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MySQL </a:t>
            </a:r>
            <a:r>
              <a:rPr lang="ko-KR" altLang="en-US"/>
              <a:t>연습 데이터 베이스 생성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782A49-1FEE-CCFD-D8AE-448ADB199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052736"/>
            <a:ext cx="7704856" cy="5544616"/>
          </a:xfrm>
          <a:prstGeom prst="rect">
            <a:avLst/>
          </a:prstGeom>
        </p:spPr>
        <p:txBody>
          <a:bodyPr/>
          <a:lstStyle/>
          <a:p>
            <a:pPr latinLnBrk="0">
              <a:buFont typeface="Wingdings" panose="05000000000000000000" pitchFamily="2" charset="2"/>
              <a:buChar char="Ø"/>
            </a:pPr>
            <a:r>
              <a:rPr lang="en-US" altLang="ko-KR" sz="1200" b="0" dirty="0"/>
              <a:t>SQL script </a:t>
            </a:r>
            <a:r>
              <a:rPr lang="ko-KR" altLang="en-US" sz="1200" b="0" dirty="0"/>
              <a:t>파일 다운 로드</a:t>
            </a: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r>
              <a:rPr lang="ko-KR" altLang="en-US" sz="1200" b="0" dirty="0"/>
              <a:t>강의 자료 </a:t>
            </a:r>
            <a:r>
              <a:rPr lang="ko-KR" altLang="en-US" sz="1200" b="0"/>
              <a:t>링크에서 </a:t>
            </a:r>
            <a:r>
              <a:rPr lang="en-US" altLang="ko-KR" sz="1200" b="0"/>
              <a:t>practice2</a:t>
            </a:r>
            <a:r>
              <a:rPr lang="en-US" altLang="ko-KR" sz="1200" b="0" dirty="0" err="1"/>
              <a:t>.sql</a:t>
            </a:r>
            <a:r>
              <a:rPr lang="en-US" altLang="ko-KR" sz="1200" b="0" dirty="0"/>
              <a:t> </a:t>
            </a:r>
            <a:r>
              <a:rPr lang="ko-KR" altLang="en-US" sz="1200" b="0" dirty="0"/>
              <a:t>다운로드</a:t>
            </a: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r>
              <a:rPr lang="en-US" altLang="ko-KR" sz="1200" b="0" dirty="0"/>
              <a:t>workbench </a:t>
            </a:r>
            <a:r>
              <a:rPr lang="ko-KR" altLang="en-US" sz="1200" b="0" dirty="0"/>
              <a:t>실행</a:t>
            </a: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r>
              <a:rPr lang="en-US" altLang="ko-KR" sz="1200" b="0" dirty="0"/>
              <a:t>Open SQL Script </a:t>
            </a:r>
            <a:r>
              <a:rPr lang="ko-KR" altLang="en-US" sz="1200" b="0" dirty="0"/>
              <a:t>메뉴 선택 </a:t>
            </a:r>
            <a:r>
              <a:rPr lang="en-US" altLang="ko-KR" sz="1200" b="0" dirty="0"/>
              <a:t>&gt; </a:t>
            </a:r>
            <a:r>
              <a:rPr lang="en-US" altLang="ko-KR" sz="1200" b="0" dirty="0" err="1"/>
              <a:t>practice2.sql</a:t>
            </a:r>
            <a:r>
              <a:rPr lang="en-US" altLang="ko-KR" sz="1200" b="0" dirty="0"/>
              <a:t> </a:t>
            </a:r>
            <a:r>
              <a:rPr lang="ko-KR" altLang="en-US" sz="1200" b="0" dirty="0"/>
              <a:t>선택</a:t>
            </a: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endParaRPr lang="en-US" altLang="ko-KR" sz="1200" b="0" dirty="0"/>
          </a:p>
          <a:p>
            <a:pPr latinLnBrk="0">
              <a:buFont typeface="Wingdings" panose="05000000000000000000" pitchFamily="2" charset="2"/>
              <a:buChar char="Ø"/>
            </a:pPr>
            <a:r>
              <a:rPr lang="en-US" altLang="ko-KR" sz="1200" b="0" dirty="0"/>
              <a:t>script </a:t>
            </a:r>
            <a:r>
              <a:rPr lang="ko-KR" altLang="en-US" sz="1200" b="0" dirty="0"/>
              <a:t>실행 버튼 클릭</a:t>
            </a:r>
            <a:endParaRPr lang="en-US" altLang="ko-KR" sz="1200" b="0" dirty="0"/>
          </a:p>
          <a:p>
            <a:pPr latinLnBrk="0"/>
            <a:endParaRPr lang="en-US" altLang="ko-KR" sz="1400" dirty="0">
              <a:solidFill>
                <a:schemeClr val="tx2"/>
              </a:solidFill>
            </a:endParaRPr>
          </a:p>
          <a:p>
            <a:pPr latinLnBrk="0"/>
            <a:endParaRPr lang="en-US" altLang="ko-KR" sz="1400" dirty="0">
              <a:solidFill>
                <a:schemeClr val="tx2"/>
              </a:solidFill>
            </a:endParaRPr>
          </a:p>
          <a:p>
            <a:pPr latinLnBrk="0"/>
            <a:endParaRPr lang="en-US" altLang="ko-KR" sz="1400" dirty="0">
              <a:solidFill>
                <a:schemeClr val="tx2"/>
              </a:solidFill>
            </a:endParaRPr>
          </a:p>
          <a:p>
            <a:pPr latinLnBrk="0"/>
            <a:endParaRPr lang="en-US" altLang="ko-KR" sz="1400" dirty="0">
              <a:solidFill>
                <a:schemeClr val="tx2"/>
              </a:solidFill>
            </a:endParaRPr>
          </a:p>
          <a:p>
            <a:pPr latinLnBrk="0"/>
            <a:endParaRPr lang="en-US" altLang="ko-KR" sz="1400" dirty="0">
              <a:solidFill>
                <a:schemeClr val="tx2"/>
              </a:solidFill>
            </a:endParaRPr>
          </a:p>
          <a:p>
            <a:pPr latinLnBrk="0"/>
            <a:endParaRPr lang="en-US" altLang="ko-KR" sz="1400" dirty="0">
              <a:solidFill>
                <a:schemeClr val="tx2"/>
              </a:solidFill>
            </a:endParaRPr>
          </a:p>
          <a:p>
            <a:pPr latinLnBrk="0"/>
            <a:endParaRPr lang="en-US" altLang="ko-KR" sz="14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14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marL="0" indent="0" latinLnBrk="0">
              <a:buNone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848ED5-3F9A-8D0D-2C26-A0A78BB87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60" y="1718271"/>
            <a:ext cx="1628359" cy="182645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359F0A7-EE4E-EC34-4D97-D8AA0FBD2E31}"/>
              </a:ext>
            </a:extLst>
          </p:cNvPr>
          <p:cNvSpPr/>
          <p:nvPr/>
        </p:nvSpPr>
        <p:spPr>
          <a:xfrm>
            <a:off x="1995506" y="2239294"/>
            <a:ext cx="1728192" cy="144016"/>
          </a:xfrm>
          <a:prstGeom prst="rect">
            <a:avLst/>
          </a:prstGeom>
          <a:noFill/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EB1309E-44BD-3F08-D507-1AFF30B6F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869093"/>
            <a:ext cx="2725631" cy="138031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6E66C8F-F19B-4831-13BB-E9FBB0FDF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3768" y="5509948"/>
            <a:ext cx="295316" cy="29531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976BC665-D50E-7742-4AFD-9DC5FC13F748}"/>
              </a:ext>
            </a:extLst>
          </p:cNvPr>
          <p:cNvSpPr/>
          <p:nvPr/>
        </p:nvSpPr>
        <p:spPr>
          <a:xfrm>
            <a:off x="1152760" y="4000699"/>
            <a:ext cx="200784" cy="201600"/>
          </a:xfrm>
          <a:prstGeom prst="rect">
            <a:avLst/>
          </a:prstGeom>
          <a:noFill/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3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757D4-C712-E636-EE60-708F3BDC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MySQL </a:t>
            </a:r>
            <a:r>
              <a:rPr lang="ko-KR" altLang="en-US"/>
              <a:t>연습 데이터 베이스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9A32D1A-882D-C5E1-DCF8-1054015CB767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1134400"/>
          <a:ext cx="3681440" cy="2933395"/>
        </p:xfrm>
        <a:graphic>
          <a:graphicData uri="http://schemas.openxmlformats.org/drawingml/2006/table">
            <a:tbl>
              <a:tblPr/>
              <a:tblGrid>
                <a:gridCol w="7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bookid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bookname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publisher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price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축구의 역사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축구아는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사람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나무수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축구의 이해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대한미디어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골프 바이블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대한미디어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35000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피겨 교본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역도 단계별기술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야구의 추억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이상미디어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야구를 부탁해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이상미디어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올림픽 이야기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삼성당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7500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Olympic Champions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Pearson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6862482-CCFC-8DB4-7FF1-75935CBD9E98}"/>
              </a:ext>
            </a:extLst>
          </p:cNvPr>
          <p:cNvGraphicFramePr>
            <a:graphicFrameLocks noGrp="1"/>
          </p:cNvGraphicFramePr>
          <p:nvPr/>
        </p:nvGraphicFramePr>
        <p:xfrm>
          <a:off x="451474" y="4748614"/>
          <a:ext cx="3697510" cy="1578964"/>
        </p:xfrm>
        <a:graphic>
          <a:graphicData uri="http://schemas.openxmlformats.org/drawingml/2006/table">
            <a:tbl>
              <a:tblPr/>
              <a:tblGrid>
                <a:gridCol w="601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custid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name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address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phone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박지성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영국 </a:t>
                      </a: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맨체스타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000-5000-0001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김연아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서울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000-6000-0001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장미란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강원도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000-7000-0001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추신수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미국 클리블랜드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000-8000-0001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6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박세리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대전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534089D-4014-F02A-4C03-C6AF1041ECFD}"/>
              </a:ext>
            </a:extLst>
          </p:cNvPr>
          <p:cNvGraphicFramePr>
            <a:graphicFrameLocks noGrp="1"/>
          </p:cNvGraphicFramePr>
          <p:nvPr/>
        </p:nvGraphicFramePr>
        <p:xfrm>
          <a:off x="4562949" y="1134400"/>
          <a:ext cx="4104456" cy="2765875"/>
        </p:xfrm>
        <a:graphic>
          <a:graphicData uri="http://schemas.openxmlformats.org/drawingml/2006/table">
            <a:tbl>
              <a:tblPr/>
              <a:tblGrid>
                <a:gridCol w="682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22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1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orderid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custid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bookid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saleprice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orderdate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1EC2F12-800F-2955-BA88-A1FDD27803A8}"/>
              </a:ext>
            </a:extLst>
          </p:cNvPr>
          <p:cNvSpPr txBox="1"/>
          <p:nvPr/>
        </p:nvSpPr>
        <p:spPr>
          <a:xfrm>
            <a:off x="367928" y="4228329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>
                <a:ea typeface="맑은 고딕" panose="020B0503020000020004" pitchFamily="50" charset="-127"/>
              </a:rPr>
              <a:t>Book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B5AE42-9C32-28B6-FE41-BACB143F2DFD}"/>
              </a:ext>
            </a:extLst>
          </p:cNvPr>
          <p:cNvSpPr txBox="1"/>
          <p:nvPr/>
        </p:nvSpPr>
        <p:spPr>
          <a:xfrm>
            <a:off x="367928" y="647530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>
                <a:ea typeface="맑은 고딕" panose="020B0503020000020004" pitchFamily="50" charset="-127"/>
              </a:rPr>
              <a:t>Customer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6C6D51-D3E9-42D8-A22D-DA60FA768E62}"/>
              </a:ext>
            </a:extLst>
          </p:cNvPr>
          <p:cNvSpPr txBox="1"/>
          <p:nvPr/>
        </p:nvSpPr>
        <p:spPr>
          <a:xfrm>
            <a:off x="4562949" y="415723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 dirty="0">
                <a:ea typeface="맑은 고딕" panose="020B0503020000020004" pitchFamily="50" charset="-127"/>
              </a:rPr>
              <a:t>Orders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</p:spTree>
    <p:extLst>
      <p:ext uri="{BB962C8B-B14F-4D97-AF65-F5344CB8AC3E}">
        <p14:creationId xmlns:p14="http://schemas.microsoft.com/office/powerpoint/2010/main" val="2196658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atinLnBrk="0">
              <a:buFont typeface="Wingdings" pitchFamily="2" charset="2"/>
              <a:buChar char="v"/>
            </a:pPr>
            <a:r>
              <a:rPr lang="en-US" altLang="ko-KR" sz="2000" dirty="0">
                <a:solidFill>
                  <a:schemeClr val="tx2"/>
                </a:solidFill>
              </a:rPr>
              <a:t>SELECT </a:t>
            </a:r>
            <a:r>
              <a:rPr lang="ko-KR" altLang="en-US" sz="2000" dirty="0">
                <a:solidFill>
                  <a:schemeClr val="tx2"/>
                </a:solidFill>
              </a:rPr>
              <a:t>문의 구성요소</a:t>
            </a: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marL="0" indent="0" latinLnBrk="0">
              <a:buNone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r>
              <a:rPr lang="en-US" altLang="ko-KR" sz="2000" dirty="0">
                <a:solidFill>
                  <a:schemeClr val="tx2"/>
                </a:solidFill>
              </a:rPr>
              <a:t>SELECT </a:t>
            </a:r>
            <a:r>
              <a:rPr lang="ko-KR" altLang="en-US" sz="2000" dirty="0">
                <a:solidFill>
                  <a:schemeClr val="tx2"/>
                </a:solidFill>
              </a:rPr>
              <a:t>문의 기본 문법</a:t>
            </a:r>
            <a:endParaRPr lang="en-US" altLang="ko-KR" sz="2000" dirty="0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0806" y="4067919"/>
            <a:ext cx="5616624" cy="20973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SELECT [ALL┃DISTINCT]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FROM 	     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[WHERE 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[GROUP BY   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[HAVING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[ORDER BY    </a:t>
            </a:r>
            <a:r>
              <a:rPr lang="ko-KR" altLang="en-US" sz="1200" dirty="0">
                <a:latin typeface="+mn-ea"/>
                <a:ea typeface="+mn-ea"/>
              </a:rPr>
              <a:t>속성이름 </a:t>
            </a:r>
            <a:r>
              <a:rPr lang="en-US" altLang="ko-KR" sz="1200" dirty="0">
                <a:latin typeface="+mn-ea"/>
                <a:ea typeface="+mn-ea"/>
              </a:rPr>
              <a:t>[ASC┃DESC]]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--------------------------------------------------------------------------------</a:t>
            </a:r>
            <a:endParaRPr lang="en-US" altLang="ko-KR" sz="1000" dirty="0">
              <a:latin typeface="+mn-ea"/>
              <a:ea typeface="+mn-ea"/>
            </a:endParaRP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[ ] : </a:t>
            </a:r>
            <a:r>
              <a:rPr lang="ko-KR" altLang="en-US" sz="900" dirty="0">
                <a:latin typeface="+mn-ea"/>
                <a:ea typeface="+mn-ea"/>
              </a:rPr>
              <a:t>대괄호 안의 </a:t>
            </a:r>
            <a:r>
              <a:rPr lang="en-US" altLang="ko-KR" sz="900" dirty="0">
                <a:latin typeface="+mn-ea"/>
                <a:ea typeface="+mn-ea"/>
              </a:rPr>
              <a:t>SQL </a:t>
            </a:r>
            <a:r>
              <a:rPr lang="ko-KR" altLang="en-US" sz="900" dirty="0" err="1">
                <a:latin typeface="+mn-ea"/>
                <a:ea typeface="+mn-ea"/>
              </a:rPr>
              <a:t>예약어들은</a:t>
            </a:r>
            <a:r>
              <a:rPr lang="ko-KR" altLang="en-US" sz="900" dirty="0">
                <a:latin typeface="+mn-ea"/>
                <a:ea typeface="+mn-ea"/>
              </a:rPr>
              <a:t> 선택적으로 사용한다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| : </a:t>
            </a:r>
            <a:r>
              <a:rPr lang="ko-KR" altLang="en-US" sz="900" dirty="0">
                <a:latin typeface="+mn-ea"/>
                <a:ea typeface="+mn-ea"/>
              </a:rPr>
              <a:t>선택 가능한 문법들 중 한 개를 사용할 수 있다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520280" y="1998365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 dirty="0">
                <a:solidFill>
                  <a:sysClr val="windowText" lastClr="000000"/>
                </a:solidFill>
                <a:latin typeface="+mn-ea"/>
                <a:ea typeface="+mn-ea"/>
              </a:rPr>
              <a:t>SELECT   </a:t>
            </a:r>
            <a:r>
              <a:rPr lang="en-US" altLang="ko-KR" sz="1400" dirty="0" err="1">
                <a:solidFill>
                  <a:sysClr val="windowText" lastClr="000000"/>
                </a:solidFill>
                <a:latin typeface="+mn-ea"/>
                <a:ea typeface="+mn-ea"/>
              </a:rPr>
              <a:t>bookname</a:t>
            </a:r>
            <a:r>
              <a:rPr lang="en-US" altLang="ko-KR" sz="1400" dirty="0">
                <a:solidFill>
                  <a:sysClr val="windowText" lastClr="000000"/>
                </a:solidFill>
                <a:latin typeface="+mn-ea"/>
                <a:ea typeface="+mn-ea"/>
              </a:rPr>
              <a:t>, publisher</a:t>
            </a:r>
          </a:p>
          <a:p>
            <a:r>
              <a:rPr lang="en-US" altLang="ko-KR" sz="1400" dirty="0">
                <a:solidFill>
                  <a:sysClr val="windowText" lastClr="000000"/>
                </a:solidFill>
                <a:latin typeface="+mn-ea"/>
                <a:ea typeface="+mn-ea"/>
              </a:rPr>
              <a:t>FROM    Book</a:t>
            </a:r>
          </a:p>
          <a:p>
            <a:r>
              <a:rPr lang="en-US" altLang="ko-KR" sz="1400" dirty="0">
                <a:solidFill>
                  <a:sysClr val="windowText" lastClr="000000"/>
                </a:solidFill>
                <a:latin typeface="+mn-ea"/>
                <a:ea typeface="+mn-ea"/>
              </a:rPr>
              <a:t>WHERE   price &gt;= 10000;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85" y="2185119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키워드</a:t>
            </a:r>
          </a:p>
        </p:txBody>
      </p:sp>
      <p:cxnSp>
        <p:nvCxnSpPr>
          <p:cNvPr id="11" name="직선 화살표 연결선 10"/>
          <p:cNvCxnSpPr>
            <a:stCxn id="7" idx="3"/>
          </p:cNvCxnSpPr>
          <p:nvPr/>
        </p:nvCxnSpPr>
        <p:spPr>
          <a:xfrm>
            <a:off x="1619673" y="2339008"/>
            <a:ext cx="936103" cy="987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7" idx="3"/>
          </p:cNvCxnSpPr>
          <p:nvPr/>
        </p:nvCxnSpPr>
        <p:spPr>
          <a:xfrm flipV="1">
            <a:off x="1619673" y="2132856"/>
            <a:ext cx="936103" cy="20615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7" idx="3"/>
          </p:cNvCxnSpPr>
          <p:nvPr/>
        </p:nvCxnSpPr>
        <p:spPr>
          <a:xfrm>
            <a:off x="1619673" y="2339008"/>
            <a:ext cx="936103" cy="29790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>
            <a:off x="3995936" y="2348880"/>
            <a:ext cx="1872208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rot="5400000" flipH="1" flipV="1">
            <a:off x="3671900" y="1880828"/>
            <a:ext cx="216024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3779912" y="1772816"/>
            <a:ext cx="2088232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rot="5400000" flipH="1" flipV="1">
            <a:off x="4569110" y="1880034"/>
            <a:ext cx="216024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 rot="5400000" flipH="1" flipV="1">
            <a:off x="3887129" y="2816138"/>
            <a:ext cx="216024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3995936" y="2924944"/>
            <a:ext cx="1872208" cy="158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940152" y="1623467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속성</a:t>
            </a:r>
            <a:r>
              <a:rPr lang="en-US" altLang="ko-KR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 </a:t>
            </a:r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이름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0152" y="2204169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테이블 이름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0152" y="2770708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Y엽서L" pitchFamily="18" charset="-127"/>
                <a:ea typeface="HY엽서L" pitchFamily="18" charset="-127"/>
              </a:rPr>
              <a:t>검색 조건</a:t>
            </a:r>
          </a:p>
        </p:txBody>
      </p:sp>
    </p:spTree>
    <p:extLst>
      <p:ext uri="{BB962C8B-B14F-4D97-AF65-F5344CB8AC3E}">
        <p14:creationId xmlns:p14="http://schemas.microsoft.com/office/powerpoint/2010/main" val="1776594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2000" dirty="0">
                <a:solidFill>
                  <a:schemeClr val="tx2"/>
                </a:solidFill>
              </a:rPr>
              <a:t>쿼리 실행 순서</a:t>
            </a: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FROM -&gt; WHERE -&gt; GROUP BY -&gt; HAVING -&gt; SELECT -&gt; ORDER BY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ASC: </a:t>
            </a:r>
            <a:r>
              <a:rPr lang="ko-KR" altLang="en-US" sz="1600" dirty="0">
                <a:solidFill>
                  <a:schemeClr val="tx2"/>
                </a:solidFill>
              </a:rPr>
              <a:t>오름차순</a:t>
            </a:r>
            <a:r>
              <a:rPr lang="en-US" altLang="ko-KR" sz="1600" dirty="0">
                <a:solidFill>
                  <a:schemeClr val="tx2"/>
                </a:solidFill>
              </a:rPr>
              <a:t>, DESC: </a:t>
            </a:r>
            <a:r>
              <a:rPr lang="ko-KR" altLang="en-US" sz="1600" dirty="0">
                <a:solidFill>
                  <a:schemeClr val="tx2"/>
                </a:solidFill>
              </a:rPr>
              <a:t>내림차순</a:t>
            </a:r>
            <a:endParaRPr lang="en-US" altLang="ko-KR" sz="1600" dirty="0">
              <a:solidFill>
                <a:schemeClr val="tx2"/>
              </a:solidFill>
            </a:endParaRP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DISTINCT: </a:t>
            </a:r>
            <a:r>
              <a:rPr lang="ko-KR" altLang="en-US" sz="1600" dirty="0">
                <a:solidFill>
                  <a:schemeClr val="tx2"/>
                </a:solidFill>
              </a:rPr>
              <a:t>중복 제거</a:t>
            </a:r>
            <a:endParaRPr lang="en-US" altLang="ko-KR" sz="16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marL="0" indent="0" latinLnBrk="0">
              <a:buNone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628800"/>
            <a:ext cx="5616624" cy="20973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SELECT [ALL┃DISTINCT]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FROM 	     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[WHERE 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[GROUP BY   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[HAVING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[ORDER BY    </a:t>
            </a:r>
            <a:r>
              <a:rPr lang="ko-KR" altLang="en-US" sz="1200" dirty="0">
                <a:latin typeface="+mn-ea"/>
                <a:ea typeface="+mn-ea"/>
              </a:rPr>
              <a:t>속성이름 </a:t>
            </a:r>
            <a:r>
              <a:rPr lang="en-US" altLang="ko-KR" sz="1200" dirty="0">
                <a:latin typeface="+mn-ea"/>
                <a:ea typeface="+mn-ea"/>
              </a:rPr>
              <a:t>[ASC┃DESC]]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--------------------------------------------------------------------------------</a:t>
            </a:r>
            <a:endParaRPr lang="en-US" altLang="ko-KR" sz="1000" dirty="0">
              <a:latin typeface="+mn-ea"/>
              <a:ea typeface="+mn-ea"/>
            </a:endParaRP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[ ] : </a:t>
            </a:r>
            <a:r>
              <a:rPr lang="ko-KR" altLang="en-US" sz="900" dirty="0">
                <a:latin typeface="+mn-ea"/>
                <a:ea typeface="+mn-ea"/>
              </a:rPr>
              <a:t>대괄호 안의 </a:t>
            </a:r>
            <a:r>
              <a:rPr lang="en-US" altLang="ko-KR" sz="900" dirty="0">
                <a:latin typeface="+mn-ea"/>
                <a:ea typeface="+mn-ea"/>
              </a:rPr>
              <a:t>SQL </a:t>
            </a:r>
            <a:r>
              <a:rPr lang="ko-KR" altLang="en-US" sz="900" dirty="0" err="1">
                <a:latin typeface="+mn-ea"/>
                <a:ea typeface="+mn-ea"/>
              </a:rPr>
              <a:t>예약어들은</a:t>
            </a:r>
            <a:r>
              <a:rPr lang="ko-KR" altLang="en-US" sz="900" dirty="0">
                <a:latin typeface="+mn-ea"/>
                <a:ea typeface="+mn-ea"/>
              </a:rPr>
              <a:t> 선택적으로 사용한다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| : </a:t>
            </a:r>
            <a:r>
              <a:rPr lang="ko-KR" altLang="en-US" sz="900" dirty="0">
                <a:latin typeface="+mn-ea"/>
                <a:ea typeface="+mn-ea"/>
              </a:rPr>
              <a:t>선택 가능한 문법들 중 한 개를 사용할 수 있다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15038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569293" y="1844824"/>
            <a:ext cx="7192934" cy="2144382"/>
            <a:chOff x="569293" y="1124744"/>
            <a:chExt cx="7192934" cy="2144382"/>
          </a:xfrm>
        </p:grpSpPr>
        <p:graphicFrame>
          <p:nvGraphicFramePr>
            <p:cNvPr id="24" name="내용 개체 틀 3"/>
            <p:cNvGraphicFramePr>
              <a:graphicFrameLocks/>
            </p:cNvGraphicFramePr>
            <p:nvPr/>
          </p:nvGraphicFramePr>
          <p:xfrm>
            <a:off x="569293" y="1124744"/>
            <a:ext cx="5298851" cy="110236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5298851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/>
                      <a:p>
                        <a:pPr latinLnBrk="1"/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질의 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3-1   </a:t>
                        </a:r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모든 도서의 이름과 가격을 검색하시오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.</a:t>
                        </a:r>
                        <a:endPara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endParaRPr>
                      </a:p>
                    </a:txBody>
                    <a:tcPr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pPr latinLnBrk="1"/>
                        <a:endParaRPr lang="en-US" altLang="ko-KR" sz="1400" dirty="0">
                          <a:solidFill>
                            <a:sysClr val="windowText" lastClr="000000"/>
                          </a:solidFill>
                        </a:endParaRPr>
                      </a:p>
                      <a:p>
                        <a:r>
                          <a:rPr lang="en-US" altLang="ko-KR" sz="1400" dirty="0">
                            <a:solidFill>
                              <a:schemeClr val="dk1"/>
                            </a:solidFill>
                          </a:rPr>
                          <a:t>SELECT	</a:t>
                        </a:r>
                        <a:r>
                          <a:rPr lang="en-US" altLang="ko-KR" sz="1400" dirty="0" err="1">
                            <a:solidFill>
                              <a:schemeClr val="dk1"/>
                            </a:solidFill>
                          </a:rPr>
                          <a:t>bookname</a:t>
                        </a:r>
                        <a:r>
                          <a:rPr lang="en-US" altLang="ko-KR" sz="1400" dirty="0">
                            <a:solidFill>
                              <a:schemeClr val="dk1"/>
                            </a:solidFill>
                          </a:rPr>
                          <a:t>, price</a:t>
                        </a:r>
                      </a:p>
                      <a:p>
                        <a:r>
                          <a:rPr lang="en-US" altLang="ko-KR" sz="1400" dirty="0">
                            <a:solidFill>
                              <a:schemeClr val="dk1"/>
                            </a:solidFill>
                          </a:rPr>
                          <a:t>FROM 	Book;</a:t>
                        </a:r>
                        <a:endParaRPr lang="en-US" altLang="ko-KR" sz="14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11298" y="1128936"/>
              <a:ext cx="1750929" cy="2140190"/>
            </a:xfrm>
            <a:prstGeom prst="rect">
              <a:avLst/>
            </a:prstGeom>
          </p:spPr>
        </p:pic>
      </p:grpSp>
      <p:grpSp>
        <p:nvGrpSpPr>
          <p:cNvPr id="6" name="그룹 5"/>
          <p:cNvGrpSpPr/>
          <p:nvPr/>
        </p:nvGrpSpPr>
        <p:grpSpPr>
          <a:xfrm>
            <a:off x="569293" y="4128368"/>
            <a:ext cx="7187945" cy="2090813"/>
            <a:chOff x="569293" y="4221088"/>
            <a:chExt cx="7187945" cy="2090813"/>
          </a:xfrm>
        </p:grpSpPr>
        <p:sp>
          <p:nvSpPr>
            <p:cNvPr id="23" name="TextBox 22"/>
            <p:cNvSpPr txBox="1"/>
            <p:nvPr/>
          </p:nvSpPr>
          <p:spPr>
            <a:xfrm>
              <a:off x="611560" y="4509552"/>
              <a:ext cx="2497383" cy="457200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r>
                <a:rPr lang="en-US" altLang="ko-KR" sz="1400" dirty="0">
                  <a:solidFill>
                    <a:schemeClr val="dk1"/>
                  </a:solidFill>
                  <a:ea typeface="맑은 고딕" panose="020B0503020000020004" pitchFamily="50" charset="-127"/>
                </a:rPr>
                <a:t>SELECT	price, </a:t>
              </a:r>
              <a:r>
                <a:rPr lang="en-US" altLang="ko-KR" sz="1400" dirty="0" err="1">
                  <a:solidFill>
                    <a:schemeClr val="dk1"/>
                  </a:solidFill>
                  <a:ea typeface="맑은 고딕" panose="020B0503020000020004" pitchFamily="50" charset="-127"/>
                </a:rPr>
                <a:t>bookname</a:t>
              </a:r>
              <a:endParaRPr lang="en-US" altLang="ko-KR" sz="1400" dirty="0">
                <a:solidFill>
                  <a:schemeClr val="dk1"/>
                </a:solidFill>
                <a:ea typeface="맑은 고딕" panose="020B0503020000020004" pitchFamily="50" charset="-127"/>
              </a:endParaRPr>
            </a:p>
            <a:p>
              <a:r>
                <a:rPr lang="en-US" altLang="ko-KR" sz="1400" dirty="0">
                  <a:solidFill>
                    <a:schemeClr val="dk1"/>
                  </a:solidFill>
                  <a:ea typeface="맑은 고딕" panose="020B0503020000020004" pitchFamily="50" charset="-127"/>
                </a:rPr>
                <a:t>FROM 	Book;</a:t>
              </a:r>
              <a:endParaRPr lang="en-US" altLang="ko-KR" sz="1400" dirty="0">
                <a:solidFill>
                  <a:sysClr val="windowText" lastClr="000000"/>
                </a:solidFill>
                <a:ea typeface="맑은 고딕" panose="020B0503020000020004" pitchFamily="50" charset="-127"/>
              </a:endParaRPr>
            </a:p>
          </p:txBody>
        </p:sp>
        <p:graphicFrame>
          <p:nvGraphicFramePr>
            <p:cNvPr id="27" name="내용 개체 틀 3"/>
            <p:cNvGraphicFramePr>
              <a:graphicFrameLocks/>
            </p:cNvGraphicFramePr>
            <p:nvPr/>
          </p:nvGraphicFramePr>
          <p:xfrm>
            <a:off x="569293" y="4221088"/>
            <a:ext cx="5226843" cy="110236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522684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/>
                      <a:p>
                        <a:pPr latinLnBrk="1"/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(</a:t>
                        </a:r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질의 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3-1 </a:t>
                        </a:r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변형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) </a:t>
                        </a:r>
                        <a:r>
                          <a:rPr lang="ko-KR" altLang="en-US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모든 도서의 가격과 이름을 검색하시오</a:t>
                        </a:r>
                        <a:r>
                          <a:rPr lang="en-US" altLang="ko-KR" sz="1400" baseline="0" dirty="0">
                            <a:solidFill>
                              <a:schemeClr val="tx1"/>
                            </a:solidFill>
                            <a:latin typeface="+mn-ea"/>
                            <a:ea typeface="+mn-ea"/>
                          </a:rPr>
                          <a:t>.</a:t>
                        </a:r>
                        <a:endPara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endParaRPr>
                      </a:p>
                    </a:txBody>
                    <a:tcPr anchor="ctr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pPr latinLnBrk="1"/>
                        <a:endParaRPr lang="en-US" altLang="ko-KR" sz="1400" dirty="0">
                          <a:solidFill>
                            <a:sysClr val="windowText" lastClr="000000"/>
                          </a:solidFill>
                        </a:endParaRPr>
                      </a:p>
                      <a:p>
                        <a:r>
                          <a:rPr lang="en-US" altLang="ko-KR" sz="1400" dirty="0">
                            <a:solidFill>
                              <a:schemeClr val="dk1"/>
                            </a:solidFill>
                          </a:rPr>
                          <a:t>SELECT	price, </a:t>
                        </a:r>
                        <a:r>
                          <a:rPr lang="en-US" altLang="ko-KR" sz="1400" dirty="0" err="1">
                            <a:solidFill>
                              <a:schemeClr val="dk1"/>
                            </a:solidFill>
                          </a:rPr>
                          <a:t>bookname</a:t>
                        </a:r>
                        <a:endParaRPr lang="en-US" altLang="ko-KR" sz="1400" dirty="0">
                          <a:solidFill>
                            <a:schemeClr val="dk1"/>
                          </a:solidFill>
                        </a:endParaRPr>
                      </a:p>
                      <a:p>
                        <a:r>
                          <a:rPr lang="en-US" altLang="ko-KR" sz="1400" dirty="0">
                            <a:solidFill>
                              <a:schemeClr val="dk1"/>
                            </a:solidFill>
                          </a:rPr>
                          <a:t>FROM 	Book;</a:t>
                        </a:r>
                        <a:endParaRPr lang="en-US" altLang="ko-KR" sz="1400" dirty="0">
                          <a:solidFill>
                            <a:sysClr val="windowText" lastClr="000000"/>
                          </a:solidFill>
                        </a:endParaRPr>
                      </a:p>
                    </a:txBody>
                    <a:tcPr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5774" y="4221089"/>
              <a:ext cx="1771464" cy="2090812"/>
            </a:xfrm>
            <a:prstGeom prst="rect">
              <a:avLst/>
            </a:prstGeom>
          </p:spPr>
        </p:pic>
      </p:grp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</a:p>
        </p:txBody>
      </p:sp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/>
          <a:p>
            <a:pPr latinLnBrk="0">
              <a:buChar char="v"/>
            </a:pPr>
            <a:r>
              <a:rPr lang="en-US" altLang="ko-KR" sz="2000" dirty="0">
                <a:solidFill>
                  <a:schemeClr val="tx2"/>
                </a:solidFill>
              </a:rPr>
              <a:t>SELECT/FROM_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서점에 어떤 도서가 있는지 알고 싶다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24981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91DFD-33CB-AB36-EFE2-678AC7811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93803F3-0BDC-1F54-AA6B-89007C5A2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8F82BC08-5471-6A2C-022E-84358862B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/>
          <a:p>
            <a:pPr latinLnBrk="0">
              <a:buChar char="v"/>
            </a:pPr>
            <a:r>
              <a:rPr lang="ko-KR" alt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주석</a:t>
            </a:r>
            <a:endParaRPr lang="en-US" altLang="ko-KR" sz="2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266700" lvl="1" indent="0" latinLnBrk="0">
              <a:buNone/>
            </a:pPr>
            <a:endParaRPr lang="ko-KR" altLang="en-US" sz="8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74C03DA-909D-FBC9-11AC-19C63BF55566}"/>
              </a:ext>
            </a:extLst>
          </p:cNvPr>
          <p:cNvSpPr txBox="1">
            <a:spLocks/>
          </p:cNvSpPr>
          <p:nvPr/>
        </p:nvSpPr>
        <p:spPr bwMode="auto">
          <a:xfrm>
            <a:off x="755576" y="1628800"/>
            <a:ext cx="7344816" cy="4752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ko-KR" altLang="en-US" dirty="0"/>
              <a:t>코드에 목적</a:t>
            </a:r>
            <a:r>
              <a:rPr kumimoji="0" lang="en-US" altLang="ko-KR" dirty="0"/>
              <a:t>, </a:t>
            </a:r>
            <a:r>
              <a:rPr kumimoji="0" lang="ko-KR" altLang="en-US" dirty="0"/>
              <a:t>동작 </a:t>
            </a:r>
            <a:r>
              <a:rPr kumimoji="0" lang="ko-KR" altLang="en-US" dirty="0" err="1"/>
              <a:t>방식등의</a:t>
            </a:r>
            <a:r>
              <a:rPr kumimoji="0" lang="ko-KR" altLang="en-US" dirty="0"/>
              <a:t> 설명을 추가해 가독성을 향상</a:t>
            </a:r>
            <a:endParaRPr kumimoji="0" lang="en-US" altLang="ko-KR" dirty="0"/>
          </a:p>
          <a:p>
            <a:pPr lvl="1"/>
            <a:r>
              <a:rPr kumimoji="0" lang="en-US" altLang="ko-KR" dirty="0"/>
              <a:t> </a:t>
            </a:r>
            <a:r>
              <a:rPr kumimoji="0" lang="ko-KR" altLang="en-US" sz="1400" dirty="0"/>
              <a:t>한 줄 주석</a:t>
            </a:r>
            <a:r>
              <a:rPr kumimoji="0" lang="en-US" altLang="ko-KR" sz="1400" dirty="0"/>
              <a:t>(#)</a:t>
            </a:r>
          </a:p>
          <a:p>
            <a:pPr lvl="1"/>
            <a:endParaRPr kumimoji="0" lang="en-US" altLang="ko-KR" sz="1400" dirty="0"/>
          </a:p>
          <a:p>
            <a:pPr marL="266700" lvl="1" indent="0">
              <a:buNone/>
            </a:pPr>
            <a:endParaRPr kumimoji="0" lang="en-US" altLang="ko-KR" sz="2000" dirty="0"/>
          </a:p>
          <a:p>
            <a:pPr lvl="1"/>
            <a:r>
              <a:rPr kumimoji="0" lang="ko-KR" altLang="en-US" sz="1400" dirty="0"/>
              <a:t>한 줄 주석</a:t>
            </a:r>
            <a:r>
              <a:rPr kumimoji="0" lang="en-US" altLang="ko-KR" sz="1400" dirty="0"/>
              <a:t>(--)</a:t>
            </a:r>
          </a:p>
          <a:p>
            <a:pPr lvl="2"/>
            <a:r>
              <a:rPr kumimoji="0" lang="en-US" altLang="ko-KR" sz="1400" dirty="0"/>
              <a:t>-- </a:t>
            </a:r>
            <a:r>
              <a:rPr kumimoji="0" lang="ko-KR" altLang="en-US" sz="1400" dirty="0"/>
              <a:t>다음에 공백</a:t>
            </a:r>
            <a:r>
              <a:rPr kumimoji="0" lang="en-US" altLang="ko-KR" sz="1400" dirty="0"/>
              <a:t>(</a:t>
            </a:r>
            <a:r>
              <a:rPr kumimoji="0" lang="ko-KR" altLang="en-US" sz="1400" dirty="0"/>
              <a:t>띄어쓰기</a:t>
            </a:r>
            <a:r>
              <a:rPr kumimoji="0" lang="en-US" altLang="ko-KR" sz="1400" dirty="0"/>
              <a:t>)</a:t>
            </a:r>
            <a:r>
              <a:rPr kumimoji="0" lang="ko-KR" altLang="en-US" sz="1400" dirty="0"/>
              <a:t>가 필요</a:t>
            </a:r>
            <a:endParaRPr kumimoji="0" lang="en-US" altLang="ko-KR" sz="1400" dirty="0"/>
          </a:p>
          <a:p>
            <a:pPr lvl="2"/>
            <a:endParaRPr kumimoji="0" lang="en-US" altLang="ko-KR" sz="1400" dirty="0"/>
          </a:p>
          <a:p>
            <a:pPr marL="447675" lvl="2" indent="0">
              <a:buNone/>
            </a:pPr>
            <a:endParaRPr kumimoji="0" lang="en-US" altLang="ko-KR" sz="2000" dirty="0"/>
          </a:p>
          <a:p>
            <a:pPr lvl="1"/>
            <a:r>
              <a:rPr kumimoji="0" lang="ko-KR" altLang="en-US" sz="1400" dirty="0"/>
              <a:t>여러 줄 주석</a:t>
            </a:r>
            <a:r>
              <a:rPr kumimoji="0" lang="en-US" altLang="ko-KR" sz="1400" dirty="0"/>
              <a:t>(/* … */)</a:t>
            </a:r>
          </a:p>
          <a:p>
            <a:pPr lvl="2">
              <a:lnSpc>
                <a:spcPct val="200000"/>
              </a:lnSpc>
            </a:pPr>
            <a:endParaRPr kumimoji="0"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F7321E1-0590-8EAC-C948-4B194F5E5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239483"/>
            <a:ext cx="2448272" cy="54144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05CDA9C-5B1D-97A6-745B-5DD78DDDA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3573016"/>
            <a:ext cx="2808312" cy="6066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A213F39-5B25-53F9-99A2-360476BB51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4676113"/>
            <a:ext cx="3528392" cy="15942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7240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949053" y="2452483"/>
          <a:ext cx="7229376" cy="2028511"/>
        </p:xfrm>
        <a:graphic>
          <a:graphicData uri="http://schemas.openxmlformats.org/drawingml/2006/table">
            <a:tbl>
              <a:tblPr/>
              <a:tblGrid>
                <a:gridCol w="1049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1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48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술어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연산자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=, &lt;&gt;, &lt;, &lt;=, &gt;, &gt;=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price &lt; 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범위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BETWEEN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price BETWEEN 10000 AND 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집합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IN, NOT IN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price IN (10000, 20000, 30000)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패턴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LIKE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bookname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LIKE '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축구의 역사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'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IS NULL, IS NOT NULL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price IS NULL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복합조건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AND, OR, NOT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(price &lt; 20000) AND (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bookname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LIKE '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축구의 역사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')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7584" y="213524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3-5 </a:t>
            </a:r>
            <a:r>
              <a:rPr lang="en-US" altLang="ko-KR" sz="1400" b="1" dirty="0">
                <a:ea typeface="맑은 고딕" panose="020B0503020000020004" pitchFamily="50" charset="-127"/>
              </a:rPr>
              <a:t>WHERE </a:t>
            </a:r>
            <a:r>
              <a:rPr lang="ko-KR" altLang="en-US" sz="1400" b="1" dirty="0">
                <a:ea typeface="맑은 고딕" panose="020B0503020000020004" pitchFamily="50" charset="-127"/>
              </a:rPr>
              <a:t>절에 조건으로 사용할 수 있는 술어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WHERE </a:t>
            </a:r>
            <a:r>
              <a:rPr kumimoji="0" lang="ko-KR" altLang="en-US" sz="2000" dirty="0">
                <a:solidFill>
                  <a:schemeClr val="tx2"/>
                </a:solidFill>
              </a:rPr>
              <a:t>조건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가격이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20,000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원 미만인 도서가 무엇인지 알고 싶다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755576" y="1783755"/>
            <a:ext cx="8064896" cy="56512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비교</a:t>
            </a: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  <a:buNone/>
            </a:pPr>
            <a:endParaRPr lang="en-US" altLang="ko-KR" dirty="0"/>
          </a:p>
          <a:p>
            <a:pPr>
              <a:lnSpc>
                <a:spcPct val="100000"/>
              </a:lnSpc>
              <a:buNone/>
            </a:pPr>
            <a:endParaRPr lang="en-US" altLang="ko-KR" dirty="0"/>
          </a:p>
        </p:txBody>
      </p:sp>
      <p:graphicFrame>
        <p:nvGraphicFramePr>
          <p:cNvPr id="10" name="내용 개체 틀 3"/>
          <p:cNvGraphicFramePr>
            <a:graphicFrameLocks/>
          </p:cNvGraphicFramePr>
          <p:nvPr/>
        </p:nvGraphicFramePr>
        <p:xfrm>
          <a:off x="929333" y="2420888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3-4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20,000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미만인 도서를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	price &lt; 20000;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WHERE </a:t>
            </a:r>
            <a:r>
              <a:rPr kumimoji="0" lang="ko-KR" altLang="en-US" sz="2000" dirty="0">
                <a:solidFill>
                  <a:schemeClr val="tx2"/>
                </a:solidFill>
              </a:rPr>
              <a:t>조건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가격이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20,000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원 미만인 도서가 무엇인지 알고 싶다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3068960"/>
            <a:ext cx="3676433" cy="186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793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641500"/>
            <a:ext cx="8064896" cy="4955852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범위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sz="1400" dirty="0"/>
              <a:t>※ BETWEEN</a:t>
            </a:r>
            <a:r>
              <a:rPr lang="ko-KR" altLang="en-US" sz="1400" dirty="0"/>
              <a:t>은 논리 연산자인 </a:t>
            </a:r>
            <a:r>
              <a:rPr lang="en-US" altLang="ko-KR" sz="1400" dirty="0"/>
              <a:t>AND</a:t>
            </a:r>
            <a:r>
              <a:rPr lang="ko-KR" altLang="en-US" sz="1400" dirty="0"/>
              <a:t>를 사용할 수 있다</a:t>
            </a:r>
            <a:r>
              <a:rPr lang="en-US" altLang="ko-KR" sz="1400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69293" y="2234565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3-5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10,000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이상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20,000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이하인 도서를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	price BETWEEN 10000 AND 20000;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4457" y="4816624"/>
            <a:ext cx="2497383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>
                <a:latin typeface="+mn-ea"/>
                <a:ea typeface="맑은 고딕" panose="020B0503020000020004" pitchFamily="50" charset="-127"/>
              </a:rPr>
              <a:t>SELECT	*</a:t>
            </a:r>
          </a:p>
          <a:p>
            <a:r>
              <a:rPr lang="en-US" altLang="ko-KR" sz="1400" dirty="0">
                <a:latin typeface="+mn-ea"/>
                <a:ea typeface="맑은 고딕" panose="020B0503020000020004" pitchFamily="50" charset="-127"/>
              </a:rPr>
              <a:t>FROM	Book</a:t>
            </a:r>
          </a:p>
          <a:p>
            <a:r>
              <a:rPr lang="en-US" altLang="ko-KR" sz="1400" dirty="0">
                <a:latin typeface="+mn-ea"/>
                <a:ea typeface="맑은 고딕" panose="020B0503020000020004" pitchFamily="50" charset="-127"/>
              </a:rPr>
              <a:t>WHERE	price &gt;= 10000 AND price &lt;= 20000;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WHERE </a:t>
            </a:r>
            <a:r>
              <a:rPr kumimoji="0" lang="ko-KR" altLang="en-US" sz="2000" dirty="0">
                <a:solidFill>
                  <a:schemeClr val="tx2"/>
                </a:solidFill>
              </a:rPr>
              <a:t>조건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가격이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20,000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원 미만인 도서가 무엇인지 알고 싶다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2708921"/>
            <a:ext cx="3472094" cy="1152128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5" y="4633737"/>
            <a:ext cx="3456384" cy="11538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631603"/>
            <a:ext cx="8064896" cy="454059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집합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sz="1400" dirty="0"/>
              <a:t>※ </a:t>
            </a:r>
            <a:r>
              <a:rPr lang="ko-KR" altLang="en-US" sz="1400" dirty="0"/>
              <a:t>출판사가 ‘</a:t>
            </a:r>
            <a:r>
              <a:rPr lang="ko-KR" altLang="en-US" sz="1400" dirty="0" err="1"/>
              <a:t>굿스포츠</a:t>
            </a:r>
            <a:r>
              <a:rPr lang="ko-KR" altLang="en-US" sz="1400" dirty="0"/>
              <a:t>’ 혹은 ‘대한미디어’가 아닌 도서를 검색하시오</a:t>
            </a:r>
            <a:r>
              <a:rPr lang="en-US" altLang="ko-KR" sz="1400" dirty="0"/>
              <a:t>.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69292" y="2224668"/>
          <a:ext cx="82064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06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출판사가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굿스포츠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혹은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대한미디어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도서를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	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publisher IN ('</a:t>
                      </a:r>
                      <a:r>
                        <a:rPr lang="ko-KR" altLang="en-US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굿스포츠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', '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대한미디어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');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4457" y="4806727"/>
            <a:ext cx="2497383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>
                <a:latin typeface="+mn-ea"/>
                <a:ea typeface="맑은 고딕" panose="020B0503020000020004" pitchFamily="50" charset="-127"/>
              </a:rPr>
              <a:t>SELECT	*</a:t>
            </a:r>
          </a:p>
          <a:p>
            <a:r>
              <a:rPr lang="en-US" altLang="ko-KR" sz="1400" dirty="0">
                <a:latin typeface="+mn-ea"/>
                <a:ea typeface="맑은 고딕" panose="020B0503020000020004" pitchFamily="50" charset="-127"/>
              </a:rPr>
              <a:t>FROM	Book</a:t>
            </a:r>
          </a:p>
          <a:p>
            <a:r>
              <a:rPr lang="en-US" altLang="ko-KR" sz="1400" dirty="0">
                <a:latin typeface="+mn-ea"/>
                <a:ea typeface="맑은 고딕" panose="020B0503020000020004" pitchFamily="50" charset="-127"/>
              </a:rPr>
              <a:t>WHERE	</a:t>
            </a:r>
            <a:r>
              <a:rPr lang="en-US" altLang="ko-KR" sz="1400" dirty="0">
                <a:ea typeface="맑은 고딕" panose="020B0503020000020004" pitchFamily="50" charset="-127"/>
              </a:rPr>
              <a:t>publisher NOT IN ('</a:t>
            </a:r>
            <a:r>
              <a:rPr lang="ko-KR" altLang="en-US" sz="1400" dirty="0" err="1">
                <a:ea typeface="맑은 고딕" panose="020B0503020000020004" pitchFamily="50" charset="-127"/>
              </a:rPr>
              <a:t>굿스포츠</a:t>
            </a:r>
            <a:r>
              <a:rPr lang="en-US" altLang="ko-KR" sz="1400" dirty="0">
                <a:ea typeface="맑은 고딕" panose="020B0503020000020004" pitchFamily="50" charset="-127"/>
              </a:rPr>
              <a:t>', '</a:t>
            </a:r>
            <a:r>
              <a:rPr lang="ko-KR" altLang="en-US" sz="1400" dirty="0">
                <a:ea typeface="맑은 고딕" panose="020B0503020000020004" pitchFamily="50" charset="-127"/>
              </a:rPr>
              <a:t>대한미디어</a:t>
            </a:r>
            <a:r>
              <a:rPr lang="en-US" altLang="ko-KR" sz="1400" dirty="0">
                <a:ea typeface="맑은 고딕" panose="020B0503020000020004" pitchFamily="50" charset="-127"/>
              </a:rPr>
              <a:t>');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>
                <a:solidFill>
                  <a:schemeClr val="tx2"/>
                </a:solidFill>
              </a:rPr>
              <a:t>WHERE </a:t>
            </a:r>
            <a:r>
              <a:rPr kumimoji="0" lang="ko-KR" altLang="en-US" sz="2000">
                <a:solidFill>
                  <a:schemeClr val="tx2"/>
                </a:solidFill>
              </a:rPr>
              <a:t>조건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2708920"/>
            <a:ext cx="3240360" cy="135886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2C6CDAA-696A-716D-C1C3-28895847D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372" y="4796205"/>
            <a:ext cx="3054076" cy="1308889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644303"/>
            <a:ext cx="8064896" cy="5097065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패턴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68127" y="2237368"/>
          <a:ext cx="7387083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7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축구의 역사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출간한 출판사를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, publisher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WHERE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LIKE '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축구의 역사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';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내용 개체 틀 3"/>
          <p:cNvGraphicFramePr>
            <a:graphicFrameLocks/>
          </p:cNvGraphicFramePr>
          <p:nvPr/>
        </p:nvGraphicFramePr>
        <p:xfrm>
          <a:off x="568127" y="4472280"/>
          <a:ext cx="7387083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7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도서이름에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축구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포함된 출판사를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, publisher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WHERE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LIKE '%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축구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%';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>
                <a:solidFill>
                  <a:schemeClr val="tx2"/>
                </a:solidFill>
              </a:rPr>
              <a:t>WHERE </a:t>
            </a:r>
            <a:r>
              <a:rPr kumimoji="0" lang="ko-KR" altLang="en-US" sz="2000">
                <a:solidFill>
                  <a:schemeClr val="tx2"/>
                </a:solidFill>
              </a:rPr>
              <a:t>조건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2852936"/>
            <a:ext cx="1512168" cy="44314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37B2141-8FD5-95FF-69BA-AA55CC0B6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167" y="5085184"/>
            <a:ext cx="1855927" cy="864096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9" name="내용 개체 틀 3"/>
          <p:cNvGraphicFramePr>
            <a:graphicFrameLocks/>
          </p:cNvGraphicFramePr>
          <p:nvPr/>
        </p:nvGraphicFramePr>
        <p:xfrm>
          <a:off x="593701" y="1835021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도서이름의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왼쪽 두 번째 위치에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라는 문자열을 갖는 도서를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WHERE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LIKE '_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구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%';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582984" y="4410796"/>
          <a:ext cx="7229376" cy="1736916"/>
        </p:xfrm>
        <a:graphic>
          <a:graphicData uri="http://schemas.openxmlformats.org/drawingml/2006/table">
            <a:tbl>
              <a:tblPr/>
              <a:tblGrid>
                <a:gridCol w="1049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3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48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와일드 문자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 예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문자열을 연결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‘골프 ’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‘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바이블’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‘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골프 바이블’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%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 이상의 문자열과 일치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%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축구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%’ :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축구를 포함하는 문자열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 ]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개의 문자와 일치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[0-5]%’ : 0-5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사이 숫자로 시작하는 문자열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[^]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개의 문자와 불일치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[^0-5]%’ : 0-5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사이 숫자로 시작하지 않는 문자열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_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특정 위치의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개의 문자와 일치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%’ :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두 번째 위치에 ‘구’가 들어가는 문자열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05644" y="407707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3-6 </a:t>
            </a:r>
            <a:r>
              <a:rPr lang="ko-KR" altLang="en-US" sz="1400" b="1" dirty="0">
                <a:ea typeface="맑은 고딕" panose="020B0503020000020004" pitchFamily="50" charset="-127"/>
              </a:rPr>
              <a:t>와일드 문자의 종류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>
                <a:solidFill>
                  <a:schemeClr val="tx2"/>
                </a:solidFill>
              </a:rPr>
              <a:t>WHERE </a:t>
            </a:r>
            <a:r>
              <a:rPr kumimoji="0" lang="ko-KR" altLang="en-US" sz="2000">
                <a:solidFill>
                  <a:schemeClr val="tx2"/>
                </a:solidFill>
              </a:rPr>
              <a:t>조건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9143CBF-1751-7AA3-4D20-3725C60A8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271" y="2631869"/>
            <a:ext cx="3276485" cy="1200151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9669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644303"/>
            <a:ext cx="8064896" cy="502505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복합조건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93329" y="2237368"/>
          <a:ext cx="794107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1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축구에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관한 도서 중 가격이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20,000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이상인 도서를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WHERE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LIKE '%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축구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%' AND price &gt;= 20000;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내용 개체 틀 3"/>
          <p:cNvGraphicFramePr>
            <a:graphicFrameLocks/>
          </p:cNvGraphicFramePr>
          <p:nvPr/>
        </p:nvGraphicFramePr>
        <p:xfrm>
          <a:off x="593329" y="4472280"/>
          <a:ext cx="795377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3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출판사가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굿스포츠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혹은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대한미디어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도서를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WHERE	</a:t>
                      </a:r>
                      <a:r>
                        <a:rPr lang="en-US" altLang="ko-KR" sz="1400" spc="-100" baseline="0" dirty="0">
                          <a:solidFill>
                            <a:schemeClr val="dk1"/>
                          </a:solidFill>
                          <a:latin typeface="+mn-ea"/>
                        </a:rPr>
                        <a:t>publisher='</a:t>
                      </a:r>
                      <a:r>
                        <a:rPr lang="ko-KR" altLang="en-US" sz="1400" spc="-100" baseline="0" dirty="0" err="1">
                          <a:solidFill>
                            <a:schemeClr val="dk1"/>
                          </a:solidFill>
                          <a:latin typeface="+mn-ea"/>
                        </a:rPr>
                        <a:t>굿스포츠</a:t>
                      </a:r>
                      <a:r>
                        <a:rPr lang="en-US" altLang="ko-KR" sz="1400" spc="-100" baseline="0" dirty="0">
                          <a:solidFill>
                            <a:schemeClr val="dk1"/>
                          </a:solidFill>
                          <a:latin typeface="+mn-ea"/>
                        </a:rPr>
                        <a:t>'  OR  publisher='</a:t>
                      </a:r>
                      <a:r>
                        <a:rPr lang="ko-KR" altLang="en-US" sz="1400" spc="-100" baseline="0" dirty="0">
                          <a:solidFill>
                            <a:schemeClr val="dk1"/>
                          </a:solidFill>
                          <a:latin typeface="+mn-ea"/>
                        </a:rPr>
                        <a:t>대한미디어</a:t>
                      </a:r>
                      <a:r>
                        <a:rPr lang="en-US" altLang="ko-KR" sz="1400" spc="-100" baseline="0" dirty="0">
                          <a:solidFill>
                            <a:schemeClr val="dk1"/>
                          </a:solidFill>
                        </a:rPr>
                        <a:t>';</a:t>
                      </a:r>
                      <a:endParaRPr lang="en-US" altLang="ko-KR" sz="1400" spc="-100" baseline="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>
                <a:solidFill>
                  <a:schemeClr val="tx2"/>
                </a:solidFill>
              </a:rPr>
              <a:t>WHERE </a:t>
            </a:r>
            <a:r>
              <a:rPr kumimoji="0" lang="ko-KR" altLang="en-US" sz="2000">
                <a:solidFill>
                  <a:schemeClr val="tx2"/>
                </a:solidFill>
              </a:rPr>
              <a:t>조건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1" y="3645024"/>
            <a:ext cx="3204706" cy="57606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5085184"/>
            <a:ext cx="3386417" cy="14012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9" name="내용 개체 틀 3"/>
          <p:cNvGraphicFramePr>
            <a:graphicFrameLocks/>
          </p:cNvGraphicFramePr>
          <p:nvPr/>
        </p:nvGraphicFramePr>
        <p:xfrm>
          <a:off x="569293" y="1844824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이름순으로 검색하고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bookname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bname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변경한 컬럼을 추가하세요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  <a:latin typeface="+mn-ea"/>
                        </a:rPr>
                        <a:t>	*, bookname</a:t>
                      </a:r>
                      <a:r>
                        <a:rPr lang="ko-KR" altLang="en-US" sz="1400">
                          <a:solidFill>
                            <a:schemeClr val="dk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  <a:latin typeface="+mn-ea"/>
                        </a:rPr>
                        <a:t>as</a:t>
                      </a:r>
                      <a:r>
                        <a:rPr lang="ko-KR" altLang="en-US" sz="1400">
                          <a:solidFill>
                            <a:schemeClr val="dk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  <a:latin typeface="+mn-ea"/>
                        </a:rPr>
                        <a:t>bname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ORDER BY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>
                <a:solidFill>
                  <a:schemeClr val="tx2"/>
                </a:solidFill>
              </a:rPr>
              <a:t>ORDER BY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7FEEC9-DC8B-66C5-8A44-C5DD0F907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274" y="2465111"/>
            <a:ext cx="3456384" cy="1702313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723FBBD6-8317-FC4B-2EF0-DE1289CAB763}"/>
              </a:ext>
            </a:extLst>
          </p:cNvPr>
          <p:cNvGraphicFramePr>
            <a:graphicFrameLocks/>
          </p:cNvGraphicFramePr>
          <p:nvPr/>
        </p:nvGraphicFramePr>
        <p:xfrm>
          <a:off x="566473" y="4456777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bname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컬럼은 첫번째로 배치하세요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  <a:latin typeface="+mn-ea"/>
                        </a:rPr>
                        <a:t>	bookname</a:t>
                      </a:r>
                      <a:r>
                        <a:rPr lang="ko-KR" altLang="en-US" sz="1400">
                          <a:solidFill>
                            <a:schemeClr val="dk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  <a:latin typeface="+mn-ea"/>
                        </a:rPr>
                        <a:t>as</a:t>
                      </a:r>
                      <a:r>
                        <a:rPr lang="ko-KR" altLang="en-US" sz="1400">
                          <a:solidFill>
                            <a:schemeClr val="dk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  <a:latin typeface="+mn-ea"/>
                        </a:rPr>
                        <a:t>bname, b.*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  <a:latin typeface="+mn-ea"/>
                        </a:rPr>
                        <a:t>	Book as b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ORDER BY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1C4F02C-8236-9B80-ED94-38AA779D7EB2}"/>
              </a:ext>
            </a:extLst>
          </p:cNvPr>
          <p:cNvSpPr txBox="1"/>
          <p:nvPr/>
        </p:nvSpPr>
        <p:spPr>
          <a:xfrm>
            <a:off x="539552" y="3355850"/>
            <a:ext cx="4176464" cy="34160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altLang="ko-KR" sz="1400" b="1">
                <a:latin typeface="+mj-lt"/>
              </a:rPr>
              <a:t>※ SELECT </a:t>
            </a:r>
            <a:r>
              <a:rPr lang="ko-KR" altLang="en-US" sz="1400" b="1">
                <a:latin typeface="+mj-lt"/>
              </a:rPr>
              <a:t>에서 </a:t>
            </a:r>
            <a:r>
              <a:rPr lang="en-US" altLang="ko-KR" sz="1400" b="1">
                <a:latin typeface="+mj-lt"/>
              </a:rPr>
              <a:t>* </a:t>
            </a:r>
            <a:r>
              <a:rPr lang="ko-KR" altLang="en-US" sz="1400" b="1">
                <a:latin typeface="+mj-lt"/>
              </a:rPr>
              <a:t>는 모든 컬럼을 의미합니다</a:t>
            </a:r>
            <a:r>
              <a:rPr lang="en-US" altLang="ko-KR" sz="1400" b="1">
                <a:latin typeface="+mj-lt"/>
              </a:rPr>
              <a:t>.</a:t>
            </a:r>
            <a:endParaRPr lang="ko-KR" altLang="en-US" sz="1400" dirty="0">
              <a:latin typeface="+mj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4" name="내용 개체 틀 3"/>
          <p:cNvGraphicFramePr>
            <a:graphicFrameLocks/>
          </p:cNvGraphicFramePr>
          <p:nvPr/>
        </p:nvGraphicFramePr>
        <p:xfrm>
          <a:off x="569293" y="1843876"/>
          <a:ext cx="7272808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가격순으로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검색하고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같으면 이름순으로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ORDER BY	price,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; 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ORDER BY_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도서를 이름순으로 보고 싶다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2420888"/>
            <a:ext cx="3622923" cy="244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521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SELECT </a:t>
            </a:r>
            <a:r>
              <a:rPr lang="ko-KR" altLang="en-US" dirty="0"/>
              <a:t>문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9" name="내용 개체 틀 3"/>
          <p:cNvGraphicFramePr>
            <a:graphicFrameLocks/>
          </p:cNvGraphicFramePr>
          <p:nvPr/>
        </p:nvGraphicFramePr>
        <p:xfrm>
          <a:off x="569293" y="1816943"/>
          <a:ext cx="7272808" cy="1541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2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가격의 내림차순으로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만약 가격이 같다면 출판사의 오름</a:t>
                      </a:r>
                      <a:endParaRPr lang="en-US" altLang="ko-KR" sz="14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차순으로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검색한다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  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  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ORDER BY	  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price DESC, publisher ASC;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ORDER BY_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도서를 이름순으로 보고 싶다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3645024"/>
            <a:ext cx="3662164" cy="252056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</a:t>
            </a:r>
            <a:r>
              <a:rPr lang="ko-KR" altLang="en-US"/>
              <a:t>문제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539750" y="1085850"/>
          <a:ext cx="8065252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박지성 고객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(customer)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전화번호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(phone)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찾으시오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phone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Customer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WHERE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name = ___;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D12A22B5-B4FB-B1E6-DA02-2FF71FA6B3A5}"/>
              </a:ext>
            </a:extLst>
          </p:cNvPr>
          <p:cNvGraphicFramePr>
            <a:graphicFrameLocks/>
          </p:cNvGraphicFramePr>
          <p:nvPr/>
        </p:nvGraphicFramePr>
        <p:xfrm>
          <a:off x="539374" y="2852936"/>
          <a:ext cx="8065252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(book)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피겨 교본의 출판사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(publisher)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찾으시오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publisher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book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WHERE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bookname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= ___;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/>
        </p:nvGraphicFramePr>
        <p:xfrm>
          <a:off x="539374" y="4620022"/>
          <a:ext cx="8065252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(price)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8000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이상인 도서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(book)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찾으시오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*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book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WHERE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price &gt;= ___;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</a:t>
            </a:r>
            <a:r>
              <a:rPr lang="ko-KR" altLang="en-US"/>
              <a:t>문제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539750" y="1085850"/>
          <a:ext cx="8065252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8,000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이상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15,000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이하인 도서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(book)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찾으시오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*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Book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WHERE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price BETWEEN ___ AND ___;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            -- price &gt;= 8000 AND price &lt;= 15,000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D12A22B5-B4FB-B1E6-DA02-2FF71FA6B3A5}"/>
              </a:ext>
            </a:extLst>
          </p:cNvPr>
          <p:cNvGraphicFramePr>
            <a:graphicFrameLocks/>
          </p:cNvGraphicFramePr>
          <p:nvPr/>
        </p:nvGraphicFramePr>
        <p:xfrm>
          <a:off x="539374" y="2852936"/>
          <a:ext cx="8065252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(book)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이름에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역사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＇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포함된 도서를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찾으시오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*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book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WHERE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bookname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like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____;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/>
        </p:nvGraphicFramePr>
        <p:xfrm>
          <a:off x="539374" y="4620022"/>
          <a:ext cx="8065252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(book)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이름에 왼쪽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번째 위치에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＇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라는 문자열을 같은 도서를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찾으시오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*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book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WHERE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bookname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LIKE ___;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5070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집계 </a:t>
            </a:r>
            <a:r>
              <a:rPr lang="ko-KR" altLang="en-US" dirty="0"/>
              <a:t>함수와 </a:t>
            </a:r>
            <a:r>
              <a:rPr lang="en-US" altLang="ko-KR" dirty="0"/>
              <a:t>GROUP BY </a:t>
            </a:r>
            <a:endParaRPr lang="ko-KR" altLang="en-US" dirty="0"/>
          </a:p>
        </p:txBody>
      </p:sp>
      <p:sp>
        <p:nvSpPr>
          <p:cNvPr id="20" name="내용 개체 틀 2"/>
          <p:cNvSpPr>
            <a:spLocks noGrp="1"/>
          </p:cNvSpPr>
          <p:nvPr>
            <p:ph idx="1"/>
          </p:nvPr>
        </p:nvSpPr>
        <p:spPr>
          <a:xfrm>
            <a:off x="416744" y="1637308"/>
            <a:ext cx="8064896" cy="474402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sz="1400" dirty="0"/>
              <a:t>※  </a:t>
            </a:r>
            <a:r>
              <a:rPr lang="ko-KR" altLang="en-US" sz="1400" dirty="0"/>
              <a:t>의미 있는 열 이름을 출력하고 싶으면 속성이름의 별칭을 지칭하는 </a:t>
            </a:r>
            <a:r>
              <a:rPr lang="en-US" altLang="ko-KR" sz="1400" dirty="0"/>
              <a:t>AS </a:t>
            </a:r>
            <a:r>
              <a:rPr lang="ko-KR" altLang="en-US" sz="1400" dirty="0"/>
              <a:t>키워드를 사용하여 </a:t>
            </a:r>
            <a:endParaRPr lang="en-US" altLang="ko-KR" sz="1400" dirty="0"/>
          </a:p>
          <a:p>
            <a:pPr>
              <a:buNone/>
            </a:pPr>
            <a:r>
              <a:rPr lang="ko-KR" altLang="en-US" sz="1400" dirty="0"/>
              <a:t>    열 이름을 </a:t>
            </a:r>
            <a:r>
              <a:rPr lang="ko-KR" altLang="en-US" sz="1400"/>
              <a:t>부여한다</a:t>
            </a:r>
            <a:r>
              <a:rPr lang="en-US" altLang="ko-KR" sz="1400"/>
              <a:t>. </a:t>
            </a:r>
            <a:r>
              <a:rPr lang="ko-KR" altLang="en-US" sz="1400"/>
              <a:t>테이블 이름을 줄이기 위해서도 사용할 수 있다</a:t>
            </a:r>
            <a:r>
              <a:rPr lang="en-US" altLang="ko-KR" sz="1400"/>
              <a:t>.</a:t>
            </a:r>
          </a:p>
          <a:p>
            <a:pPr>
              <a:buNone/>
            </a:pPr>
            <a:endParaRPr lang="en-US" altLang="ko-KR" sz="1400"/>
          </a:p>
          <a:p>
            <a:pPr>
              <a:buNone/>
            </a:pPr>
            <a:endParaRPr lang="en-US" altLang="ko-KR" sz="1400"/>
          </a:p>
          <a:p>
            <a:pPr>
              <a:buNone/>
            </a:pPr>
            <a:endParaRPr lang="en-US" altLang="ko-KR" sz="140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590501" y="1820565"/>
          <a:ext cx="7459091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고객이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주문한 도서의 총 판매액을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SUM(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) 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Orders;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76784" y="4452392"/>
            <a:ext cx="3435176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SELECT	SUM(</a:t>
            </a:r>
            <a:r>
              <a:rPr lang="en-US" altLang="ko-KR" sz="1400" dirty="0" err="1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saleprice</a:t>
            </a:r>
            <a:r>
              <a:rPr lang="en-US" altLang="ko-KR" sz="1400" dirty="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) AS </a:t>
            </a:r>
            <a:r>
              <a:rPr lang="ko-KR" altLang="en-US" sz="1400" dirty="0" err="1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총매출</a:t>
            </a:r>
            <a:endParaRPr lang="en-US" altLang="ko-KR" sz="1400" dirty="0">
              <a:solidFill>
                <a:schemeClr val="dk1"/>
              </a:solidFill>
              <a:latin typeface="+mn-ea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FROM	Orders;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</a:rPr>
              <a:t>집계 함수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48" y="2348880"/>
            <a:ext cx="1239287" cy="58159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4439952"/>
            <a:ext cx="671512" cy="6334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3A250A-A6AA-0BA2-6E6B-3BA5CC94F7C4}"/>
              </a:ext>
            </a:extLst>
          </p:cNvPr>
          <p:cNvSpPr txBox="1"/>
          <p:nvPr/>
        </p:nvSpPr>
        <p:spPr>
          <a:xfrm>
            <a:off x="776784" y="5416860"/>
            <a:ext cx="3435176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SELECT	</a:t>
            </a:r>
            <a:r>
              <a:rPr lang="en-US" altLang="ko-KR" sz="140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SUM(O.saleprice</a:t>
            </a:r>
            <a:r>
              <a:rPr lang="en-US" altLang="ko-KR" sz="1400" dirty="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) AS </a:t>
            </a:r>
            <a:r>
              <a:rPr lang="ko-KR" altLang="en-US" sz="1400" dirty="0" err="1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총매출</a:t>
            </a:r>
            <a:endParaRPr lang="en-US" altLang="ko-KR" sz="1400" dirty="0">
              <a:solidFill>
                <a:schemeClr val="dk1"/>
              </a:solidFill>
              <a:latin typeface="+mn-ea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FROM</a:t>
            </a:r>
            <a:r>
              <a:rPr lang="en-US" altLang="ko-KR" sz="140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	Orders AS</a:t>
            </a:r>
            <a:r>
              <a:rPr lang="ko-KR" altLang="en-US" sz="140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 </a:t>
            </a:r>
            <a:r>
              <a:rPr lang="en-US" altLang="ko-KR" sz="1400">
                <a:solidFill>
                  <a:schemeClr val="dk1"/>
                </a:solidFill>
                <a:latin typeface="+mn-ea"/>
                <a:ea typeface="맑은 고딕" panose="020B0503020000020004" pitchFamily="50" charset="-127"/>
              </a:rPr>
              <a:t>O;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E7A580F-F7CB-7F6C-C167-4CB3C985A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5405634"/>
            <a:ext cx="671512" cy="63341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집계 </a:t>
            </a:r>
            <a:r>
              <a:rPr lang="ko-KR" altLang="en-US" dirty="0"/>
              <a:t>함수와 </a:t>
            </a:r>
            <a:r>
              <a:rPr lang="en-US" altLang="ko-KR" dirty="0"/>
              <a:t>GROUP BY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582960" y="1837452"/>
          <a:ext cx="745909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김연아 고객이 주문한 도서의 총 판매액을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SUM(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) AS </a:t>
                      </a:r>
                      <a:r>
                        <a:rPr lang="ko-KR" altLang="en-US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총매출</a:t>
                      </a:r>
                      <a:endParaRPr lang="ko-KR" altLang="en-US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WHERE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=2;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내용 개체 틀 3"/>
          <p:cNvGraphicFramePr>
            <a:graphicFrameLocks/>
          </p:cNvGraphicFramePr>
          <p:nvPr/>
        </p:nvGraphicFramePr>
        <p:xfrm>
          <a:off x="572269" y="3834100"/>
          <a:ext cx="7459091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고객이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주문한 도서의 총 판매액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평균값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최저가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최고가를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SUM(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) AS Total,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	AVG(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) AS Average,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	MIN(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) AS Minimum,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	MAX(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) AS Maximum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Orders;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</a:rPr>
              <a:t>집계 함수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264" y="2276872"/>
            <a:ext cx="1067941" cy="61654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65104"/>
            <a:ext cx="3470523" cy="57116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집계 </a:t>
            </a:r>
            <a:r>
              <a:rPr lang="ko-KR" altLang="en-US" dirty="0"/>
              <a:t>함수와 </a:t>
            </a:r>
            <a:r>
              <a:rPr lang="en-US" altLang="ko-KR" dirty="0"/>
              <a:t>GROUP BY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577652" y="1832824"/>
          <a:ext cx="7459091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마당서점의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 판매 건수를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COUNT(*)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Orders;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577652" y="4110764"/>
          <a:ext cx="7373392" cy="1736916"/>
        </p:xfrm>
        <a:graphic>
          <a:graphicData uri="http://schemas.openxmlformats.org/drawingml/2006/table">
            <a:tbl>
              <a:tblPr/>
              <a:tblGrid>
                <a:gridCol w="1069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2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0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48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집계 함수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 예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SUM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SUM([ALL | DISTINCT]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속성이름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SUM(price)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AVG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AVG([ALL | DISTINCT]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속성이름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AVG(price)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COUNT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COUNT({[[ALL | DISTINCT]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속성이름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| *})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COUNT(*)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MAX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MAX([ALL | DISTINCT]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속성이름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MAX(price)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MIN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MIN([ALL | DISTINCT]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속성이름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MIN(price)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9919" y="377704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3-7 </a:t>
            </a:r>
            <a:r>
              <a:rPr lang="ko-KR" altLang="en-US" sz="1400" b="1" dirty="0">
                <a:ea typeface="맑은 고딕" panose="020B0503020000020004" pitchFamily="50" charset="-127"/>
              </a:rPr>
              <a:t>집계 함수의 종류</a:t>
            </a: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</a:rPr>
              <a:t>집계 함수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48" y="2348880"/>
            <a:ext cx="1267606" cy="59588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집계 </a:t>
            </a:r>
            <a:r>
              <a:rPr lang="ko-KR" altLang="en-US" dirty="0"/>
              <a:t>함수와 </a:t>
            </a:r>
            <a:r>
              <a:rPr lang="en-US" altLang="ko-KR" dirty="0"/>
              <a:t>GROUP BY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586309" y="1840260"/>
          <a:ext cx="745909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고객별로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주문한 도서의 총 수량과 총 판매액을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, COUNT(*) AS 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도서수량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, SUM(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) AS 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총액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      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GROUP BY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77503" y="609329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3-18 </a:t>
            </a:r>
            <a:r>
              <a:rPr lang="en-US" altLang="ko-KR" sz="1400" b="1" dirty="0">
                <a:ea typeface="맑은 고딕" panose="020B0503020000020004" pitchFamily="50" charset="-127"/>
              </a:rPr>
              <a:t>GROUP BY </a:t>
            </a:r>
            <a:r>
              <a:rPr lang="ko-KR" altLang="en-US" sz="1400" b="1" dirty="0">
                <a:ea typeface="맑은 고딕" panose="020B0503020000020004" pitchFamily="50" charset="-127"/>
              </a:rPr>
              <a:t>절의 수행</a:t>
            </a:r>
          </a:p>
        </p:txBody>
      </p:sp>
      <p:pic>
        <p:nvPicPr>
          <p:cNvPr id="20481" name="_x977191624" descr="EMB000024782fa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592" y="3797131"/>
            <a:ext cx="5816263" cy="201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>
                <a:solidFill>
                  <a:schemeClr val="tx2"/>
                </a:solidFill>
              </a:rPr>
              <a:t>GROUP BY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176" y="2420888"/>
            <a:ext cx="2376588" cy="115212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집계 </a:t>
            </a:r>
            <a:r>
              <a:rPr lang="ko-KR" altLang="en-US" dirty="0"/>
              <a:t>함수와 </a:t>
            </a:r>
            <a:r>
              <a:rPr lang="en-US" altLang="ko-KR" dirty="0"/>
              <a:t>GROUP BY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577652" y="1833176"/>
          <a:ext cx="7459091" cy="1968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8,000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이상인 도서를 구매한 고객에 대하여 고객별 주문 도서의 총 수량을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두 권 이상 구매한 고객만 구한다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  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, COUNT(*) AS 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도서수량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	  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WHERE   	  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&gt;= 8000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GROUP BY	  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HAVING   	   count(*) &gt;= 2;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>
                <a:solidFill>
                  <a:schemeClr val="tx2"/>
                </a:solidFill>
              </a:rPr>
              <a:t>GROUP BY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60" y="2564904"/>
            <a:ext cx="2080444" cy="92394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집계 </a:t>
            </a:r>
            <a:r>
              <a:rPr lang="ko-KR" altLang="en-US" dirty="0"/>
              <a:t>함수와 </a:t>
            </a:r>
            <a:r>
              <a:rPr lang="en-US" altLang="ko-KR" dirty="0"/>
              <a:t>GROUP BY 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547430" y="1844824"/>
          <a:ext cx="7425183" cy="4264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etc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col1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기준으로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GROUP BY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했을 때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col3, col4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값을 모든 집계함수</a:t>
                      </a:r>
                      <a:endParaRPr lang="en-US" altLang="ko-KR" sz="14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(COUNT, MIN, Max, SUM, AVG)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값을 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600" dirty="0">
                          <a:solidFill>
                            <a:schemeClr val="dk1"/>
                          </a:solidFill>
                          <a:latin typeface="+mn-ea"/>
                        </a:rPr>
                        <a:t>SELECT	   col1,  count(col3), count(col4),</a:t>
                      </a:r>
                    </a:p>
                    <a:p>
                      <a:r>
                        <a:rPr lang="en-US" altLang="ko-KR" sz="1600" dirty="0">
                          <a:solidFill>
                            <a:schemeClr val="dk1"/>
                          </a:solidFill>
                          <a:latin typeface="+mn-ea"/>
                        </a:rPr>
                        <a:t>                        min(col3), min(col4), </a:t>
                      </a:r>
                    </a:p>
                    <a:p>
                      <a:r>
                        <a:rPr lang="en-US" altLang="ko-KR" sz="1600" dirty="0">
                          <a:solidFill>
                            <a:schemeClr val="dk1"/>
                          </a:solidFill>
                          <a:latin typeface="+mn-ea"/>
                        </a:rPr>
                        <a:t>                        max(col3), min(col4),</a:t>
                      </a:r>
                    </a:p>
                    <a:p>
                      <a:r>
                        <a:rPr lang="en-US" altLang="ko-KR" sz="1600" dirty="0">
                          <a:solidFill>
                            <a:schemeClr val="dk1"/>
                          </a:solidFill>
                          <a:latin typeface="+mn-ea"/>
                        </a:rPr>
                        <a:t>                        sum(col3), sum(col4),</a:t>
                      </a:r>
                    </a:p>
                    <a:p>
                      <a:r>
                        <a:rPr lang="en-US" altLang="ko-KR" sz="1600" dirty="0">
                          <a:solidFill>
                            <a:schemeClr val="dk1"/>
                          </a:solidFill>
                          <a:latin typeface="+mn-ea"/>
                        </a:rPr>
                        <a:t>                        avg(col3), avg(col4)</a:t>
                      </a:r>
                    </a:p>
                    <a:p>
                      <a:endParaRPr lang="ko-KR" altLang="en-US" sz="16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r>
                        <a:rPr lang="en-US" altLang="ko-KR" sz="1600" dirty="0">
                          <a:solidFill>
                            <a:schemeClr val="dk1"/>
                          </a:solidFill>
                          <a:latin typeface="+mn-ea"/>
                        </a:rPr>
                        <a:t>FROM	   </a:t>
                      </a:r>
                      <a:r>
                        <a:rPr lang="en-US" altLang="ko-KR" sz="1600" dirty="0" err="1">
                          <a:solidFill>
                            <a:schemeClr val="dk1"/>
                          </a:solidFill>
                          <a:latin typeface="+mn-ea"/>
                        </a:rPr>
                        <a:t>exaggfn</a:t>
                      </a:r>
                      <a:endParaRPr lang="en-US" altLang="ko-KR" sz="16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endParaRPr lang="en-US" altLang="ko-KR" sz="16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r>
                        <a:rPr lang="en-US" altLang="ko-KR" sz="1600" dirty="0">
                          <a:solidFill>
                            <a:schemeClr val="dk1"/>
                          </a:solidFill>
                          <a:latin typeface="+mn-ea"/>
                        </a:rPr>
                        <a:t>GROUP BY   col1</a:t>
                      </a:r>
                    </a:p>
                    <a:p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273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045237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GROUP BY </a:t>
            </a:r>
            <a:r>
              <a:rPr kumimoji="0" lang="ko-KR" altLang="en-US" sz="2000" dirty="0">
                <a:solidFill>
                  <a:schemeClr val="tx2"/>
                </a:solidFill>
              </a:rPr>
              <a:t>집계 대상에 </a:t>
            </a:r>
            <a:r>
              <a:rPr kumimoji="0" lang="en-US" altLang="ko-KR" sz="2000" dirty="0">
                <a:solidFill>
                  <a:schemeClr val="tx2"/>
                </a:solidFill>
              </a:rPr>
              <a:t>NULL</a:t>
            </a:r>
            <a:r>
              <a:rPr kumimoji="0" lang="ko-KR" altLang="en-US" sz="2000" dirty="0">
                <a:solidFill>
                  <a:schemeClr val="tx2"/>
                </a:solidFill>
              </a:rPr>
              <a:t>이 있을 때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0387A98-90E2-E129-CD39-D318A4912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773" y="2564904"/>
            <a:ext cx="3105583" cy="219105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BF3E11C-23A7-12FE-3899-927E755A0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5476040"/>
            <a:ext cx="7488832" cy="429446"/>
          </a:xfrm>
          <a:prstGeom prst="rect">
            <a:avLst/>
          </a:prstGeom>
        </p:spPr>
      </p:pic>
      <p:sp>
        <p:nvSpPr>
          <p:cNvPr id="9" name="말풍선: 사각형 8">
            <a:extLst>
              <a:ext uri="{FF2B5EF4-FFF2-40B4-BE49-F238E27FC236}">
                <a16:creationId xmlns:a16="http://schemas.microsoft.com/office/drawing/2014/main" id="{76F6C0CD-C455-A52F-91F1-98F4F9C411CC}"/>
              </a:ext>
            </a:extLst>
          </p:cNvPr>
          <p:cNvSpPr/>
          <p:nvPr/>
        </p:nvSpPr>
        <p:spPr>
          <a:xfrm>
            <a:off x="3563888" y="4755960"/>
            <a:ext cx="2376263" cy="564356"/>
          </a:xfrm>
          <a:prstGeom prst="wedgeRectCallout">
            <a:avLst>
              <a:gd name="adj1" fmla="val -23299"/>
              <a:gd name="adj2" fmla="val 920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(4 + 1 + 2 + 3) / 4 = 2.5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5198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8159</TotalTime>
  <Words>1780</Words>
  <Application>Microsoft Office PowerPoint</Application>
  <PresentationFormat>화면 슬라이드 쇼(4:3)</PresentationFormat>
  <Paragraphs>580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28</vt:i4>
      </vt:variant>
    </vt:vector>
  </HeadingPairs>
  <TitlesOfParts>
    <vt:vector size="34" baseType="lpstr">
      <vt:lpstr>HY엽서L</vt:lpstr>
      <vt:lpstr>맑은 고딕</vt:lpstr>
      <vt:lpstr>Arial</vt:lpstr>
      <vt:lpstr>Wingdings</vt:lpstr>
      <vt:lpstr>Office 테마</vt:lpstr>
      <vt:lpstr>2_Office 테마</vt:lpstr>
      <vt:lpstr>  SQL 연습 #2</vt:lpstr>
      <vt:lpstr>실습 자료</vt:lpstr>
      <vt:lpstr>MySQL 연습 데이터 베이스 생성</vt:lpstr>
      <vt:lpstr>MySQL 연습 데이터 베이스 생성</vt:lpstr>
      <vt:lpstr>MySQL 연습 데이터 베이스 생성</vt:lpstr>
      <vt:lpstr>MySQL 연습 데이터 베이스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SELECT 문</vt:lpstr>
      <vt:lpstr>SQL 문제</vt:lpstr>
      <vt:lpstr>SQL 문제</vt:lpstr>
      <vt:lpstr>집계 함수와 GROUP BY </vt:lpstr>
      <vt:lpstr>집계 함수와 GROUP BY </vt:lpstr>
      <vt:lpstr>집계 함수와 GROUP BY </vt:lpstr>
      <vt:lpstr>집계 함수와 GROUP BY </vt:lpstr>
      <vt:lpstr>집계 함수와 GROUP BY </vt:lpstr>
      <vt:lpstr>집계 함수와 GROUP BY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준영 장</cp:lastModifiedBy>
  <cp:revision>612</cp:revision>
  <cp:lastPrinted>2023-02-19T06:43:06Z</cp:lastPrinted>
  <dcterms:created xsi:type="dcterms:W3CDTF">2012-07-11T10:23:22Z</dcterms:created>
  <dcterms:modified xsi:type="dcterms:W3CDTF">2026-03-07T14:51:16Z</dcterms:modified>
</cp:coreProperties>
</file>