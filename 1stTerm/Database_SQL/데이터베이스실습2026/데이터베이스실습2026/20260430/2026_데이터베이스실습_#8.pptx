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23"/>
  </p:notesMasterIdLst>
  <p:handoutMasterIdLst>
    <p:handoutMasterId r:id="rId24"/>
  </p:handoutMasterIdLst>
  <p:sldIdLst>
    <p:sldId id="256" r:id="rId3"/>
    <p:sldId id="548" r:id="rId4"/>
    <p:sldId id="563" r:id="rId5"/>
    <p:sldId id="585" r:id="rId6"/>
    <p:sldId id="586" r:id="rId7"/>
    <p:sldId id="571" r:id="rId8"/>
    <p:sldId id="574" r:id="rId9"/>
    <p:sldId id="576" r:id="rId10"/>
    <p:sldId id="577" r:id="rId11"/>
    <p:sldId id="582" r:id="rId12"/>
    <p:sldId id="572" r:id="rId13"/>
    <p:sldId id="583" r:id="rId14"/>
    <p:sldId id="567" r:id="rId15"/>
    <p:sldId id="584" r:id="rId16"/>
    <p:sldId id="578" r:id="rId17"/>
    <p:sldId id="575" r:id="rId18"/>
    <p:sldId id="579" r:id="rId19"/>
    <p:sldId id="569" r:id="rId20"/>
    <p:sldId id="580" r:id="rId21"/>
    <p:sldId id="581" r:id="rId22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28200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32068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9D5B-7367-2C0D-0C00-6633CAF9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77444-1E1F-528C-F351-86EEA29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주문 삭제 기능을 추가하자</a:t>
            </a:r>
            <a:r>
              <a:rPr lang="en-US" altLang="ko-KR"/>
              <a:t>.(orderlist_ver4.php)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67B08-76EA-1D8F-DF74-F3BA2754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45" y="1858821"/>
            <a:ext cx="4071004" cy="28803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A7AB99-69A9-B187-4EBC-0244C2B63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458" y="1835381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8DFE0E-7D18-9D4F-1F07-A4DA6CBA1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4581128"/>
            <a:ext cx="2694925" cy="1748673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7630042-5A45-F98A-B444-9967851A1BA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769402" y="2613759"/>
            <a:ext cx="893056" cy="79951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4AF9AB9-9852-5E17-D024-6B1E604A4C5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970781" y="4581128"/>
            <a:ext cx="1697563" cy="87433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D3F68F-98D2-BCFE-28A6-36AEF1B4DCA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796447" y="4739141"/>
            <a:ext cx="623425" cy="118813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250600-93BE-549A-9D35-DD5F889B7D40}"/>
              </a:ext>
            </a:extLst>
          </p:cNvPr>
          <p:cNvSpPr txBox="1"/>
          <p:nvPr/>
        </p:nvSpPr>
        <p:spPr>
          <a:xfrm>
            <a:off x="760945" y="1547349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orderlist4.php</a:t>
            </a:r>
            <a:endParaRPr lang="ko-KR" altLang="en-US" sz="14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470337-E32F-7E55-6079-C2335FB6A9DA}"/>
              </a:ext>
            </a:extLst>
          </p:cNvPr>
          <p:cNvSpPr txBox="1"/>
          <p:nvPr/>
        </p:nvSpPr>
        <p:spPr>
          <a:xfrm>
            <a:off x="5662458" y="1552409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deleteorder.php</a:t>
            </a:r>
            <a:endParaRPr lang="ko-KR" altLang="en-US" sz="1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D385DF-9F70-6F94-C7E5-7B031B39FDD0}"/>
              </a:ext>
            </a:extLst>
          </p:cNvPr>
          <p:cNvSpPr txBox="1"/>
          <p:nvPr/>
        </p:nvSpPr>
        <p:spPr>
          <a:xfrm>
            <a:off x="3275856" y="4293096"/>
            <a:ext cx="2317727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action_deleteorder.php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319788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9D5B-7367-2C0D-0C00-6633CAF9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77444-1E1F-528C-F351-86EEA29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삭제 버튼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50600-93BE-549A-9D35-DD5F889B7D40}"/>
              </a:ext>
            </a:extLst>
          </p:cNvPr>
          <p:cNvSpPr txBox="1"/>
          <p:nvPr/>
        </p:nvSpPr>
        <p:spPr>
          <a:xfrm>
            <a:off x="566851" y="1509911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orderlist4.php</a:t>
            </a:r>
            <a:endParaRPr lang="ko-KR" altLang="en-US" sz="1400" b="1"/>
          </a:p>
        </p:txBody>
      </p:sp>
      <p:pic>
        <p:nvPicPr>
          <p:cNvPr id="13" name="내용 개체 틀 3">
            <a:extLst>
              <a:ext uri="{FF2B5EF4-FFF2-40B4-BE49-F238E27FC236}">
                <a16:creationId xmlns:a16="http://schemas.microsoft.com/office/drawing/2014/main" id="{FE479AC5-AD07-2AD3-3BE2-1A4FD7848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6851" y="1844824"/>
            <a:ext cx="4320480" cy="305682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사각형 3"/>
          <p:cNvSpPr/>
          <p:nvPr/>
        </p:nvSpPr>
        <p:spPr>
          <a:xfrm>
            <a:off x="4427984" y="2132856"/>
            <a:ext cx="486646" cy="276879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F29C085-5992-066E-DD6B-629E526A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082091"/>
            <a:ext cx="6258798" cy="12955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7" name="내용 개체 틀 3">
            <a:extLst>
              <a:ext uri="{FF2B5EF4-FFF2-40B4-BE49-F238E27FC236}">
                <a16:creationId xmlns:a16="http://schemas.microsoft.com/office/drawing/2014/main" id="{1586DBF0-7D57-BEC3-BA47-8405899BE7AA}"/>
              </a:ext>
            </a:extLst>
          </p:cNvPr>
          <p:cNvGraphicFramePr>
            <a:graphicFrameLocks/>
          </p:cNvGraphicFramePr>
          <p:nvPr/>
        </p:nvGraphicFramePr>
        <p:xfrm>
          <a:off x="5148064" y="2024561"/>
          <a:ext cx="3744416" cy="162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56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400" b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1. </a:t>
                      </a:r>
                      <a:r>
                        <a:rPr lang="ko-KR" altLang="en-US" sz="1400" b="0">
                          <a:solidFill>
                            <a:sysClr val="windowText" lastClr="000000"/>
                          </a:solidFill>
                        </a:rPr>
                        <a:t>테이블에 삭제 버튼 칸 추가</a:t>
                      </a: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(td)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 b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2. </a:t>
                      </a:r>
                      <a:r>
                        <a:rPr lang="ko-KR" altLang="en-US" sz="1400" b="0">
                          <a:solidFill>
                            <a:sysClr val="windowText" lastClr="000000"/>
                          </a:solidFill>
                        </a:rPr>
                        <a:t>삭제 버튼을 </a:t>
                      </a: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deleterorder.php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링크시키는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태그 만들기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40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C9AA-8C58-493D-26F4-9F2D5CC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84AE1-F818-1A8D-D163-FF426D4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deleteorder.php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003BDD-BC0B-9A48-6B6A-7C21739E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4C14A2E-EF86-D999-FCF9-179EC33FC699}"/>
              </a:ext>
            </a:extLst>
          </p:cNvPr>
          <p:cNvGraphicFramePr>
            <a:graphicFrameLocks/>
          </p:cNvGraphicFramePr>
          <p:nvPr/>
        </p:nvGraphicFramePr>
        <p:xfrm>
          <a:off x="3528388" y="1721686"/>
          <a:ext cx="5220076" cy="230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7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deleteorder.php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파일 생성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삭제할 주문의 정보를 표시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 버튼을 누르면 </a:t>
                      </a: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action_deleteorder.php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링크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40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C9AA-8C58-493D-26F4-9F2D5CC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84AE1-F818-1A8D-D163-FF426D4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action_deleteorder.php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003BDD-BC0B-9A48-6B6A-7C21739E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4C14A2E-EF86-D999-FCF9-179EC33FC6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836651"/>
              </p:ext>
            </p:extLst>
          </p:nvPr>
        </p:nvGraphicFramePr>
        <p:xfrm>
          <a:off x="3528388" y="3645024"/>
          <a:ext cx="5436100" cy="230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7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action_updateorder.php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를 복사해서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action_deleteorder.php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생성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$sql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쿼리로 변경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~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메시지 내용 및 뒤로 가기 버튼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url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0FE52825-457F-E501-21FF-B1209DD0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700808"/>
            <a:ext cx="2694925" cy="17486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959F134-7DD2-F301-23BD-823F30AAD78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203848" y="2575145"/>
            <a:ext cx="1080120" cy="186196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4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4402167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 문제 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#1</a:t>
            </a:r>
            <a:endParaRPr lang="ko-KR" altLang="en-US" sz="3400" b="1" spc="-15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819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도서 목록 페이지를 생성해보자</a:t>
            </a:r>
            <a:r>
              <a:rPr lang="en-US" altLang="ko-KR"/>
              <a:t>.(booklist3.php)</a:t>
            </a:r>
          </a:p>
          <a:p>
            <a:r>
              <a:rPr lang="en-US" altLang="ko-KR"/>
              <a:t>orderlist4.php</a:t>
            </a:r>
            <a:r>
              <a:rPr lang="ko-KR" altLang="en-US"/>
              <a:t>와 </a:t>
            </a:r>
            <a:r>
              <a:rPr lang="en-US" altLang="ko-KR"/>
              <a:t>insertbook.php</a:t>
            </a:r>
            <a:r>
              <a:rPr lang="ko-KR" altLang="en-US"/>
              <a:t>를 참조해서 작성하시오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13" y="1988840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4776873" y="2006040"/>
            <a:ext cx="172149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600" b="1"/>
              <a:t>booklist3.php</a:t>
            </a:r>
          </a:p>
        </p:txBody>
      </p:sp>
    </p:spTree>
    <p:extLst>
      <p:ext uri="{BB962C8B-B14F-4D97-AF65-F5344CB8AC3E}">
        <p14:creationId xmlns:p14="http://schemas.microsoft.com/office/powerpoint/2010/main" val="2856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364117"/>
            <a:ext cx="3334215" cy="30293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기능을 추가하자</a:t>
            </a:r>
            <a:r>
              <a:rPr lang="en-US" altLang="ko-KR"/>
              <a:t>(insertbook.php, action_insertbook.php)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5058959" y="2028886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insertbook.php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83" y="1854935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858681" y="1478064"/>
            <a:ext cx="1577481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booklist3.php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</p:cNvCxnSpPr>
          <p:nvPr/>
        </p:nvCxnSpPr>
        <p:spPr>
          <a:xfrm flipV="1">
            <a:off x="1835696" y="4054102"/>
            <a:ext cx="3600400" cy="218321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50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00" y="1982140"/>
            <a:ext cx="3334215" cy="30293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기능을 추가하자</a:t>
            </a:r>
            <a:r>
              <a:rPr lang="en-US" altLang="ko-KR"/>
              <a:t>(insertbook.php, action_insertbook.php)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610694" y="1648167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insertbook.php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621" y="2420888"/>
            <a:ext cx="4486175" cy="13945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215620" y="2085975"/>
            <a:ext cx="222858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action_insertbook.php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779912" y="3118178"/>
            <a:ext cx="435709" cy="1318934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844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85" y="1806268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/>
              <a:t>도서 재고 수정 기능을 추가하자</a:t>
            </a:r>
            <a:r>
              <a:rPr lang="en-US" altLang="ko-KR"/>
              <a:t>(updatebook.php,action_updatebook.php)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F57F8C-CAC9-C9AD-89FD-75D4C6F7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258365"/>
            <a:ext cx="3353268" cy="3534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419872" y="4025499"/>
            <a:ext cx="1512168" cy="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646585" y="1472295"/>
            <a:ext cx="1433465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booklist3.php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852662" y="1923452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updatebook.php</a:t>
            </a:r>
          </a:p>
        </p:txBody>
      </p:sp>
    </p:spTree>
    <p:extLst>
      <p:ext uri="{BB962C8B-B14F-4D97-AF65-F5344CB8AC3E}">
        <p14:creationId xmlns:p14="http://schemas.microsoft.com/office/powerpoint/2010/main" val="954662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72" y="2564904"/>
            <a:ext cx="3810532" cy="21529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/>
              <a:t>도서 재고 수정 기능을 추가하자</a:t>
            </a:r>
            <a:r>
              <a:rPr lang="en-US" altLang="ko-KR"/>
              <a:t>(updatebook.php,action_updatebook.php)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F57F8C-CAC9-C9AD-89FD-75D4C6F7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054673"/>
            <a:ext cx="3353268" cy="3534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921562" y="3641379"/>
            <a:ext cx="844810" cy="1394415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755576" y="1719760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updatebook.php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728662" y="2215680"/>
            <a:ext cx="236361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action_updatebook.php</a:t>
            </a:r>
          </a:p>
        </p:txBody>
      </p:sp>
    </p:spTree>
    <p:extLst>
      <p:ext uri="{BB962C8B-B14F-4D97-AF65-F5344CB8AC3E}">
        <p14:creationId xmlns:p14="http://schemas.microsoft.com/office/powerpoint/2010/main" val="1278875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1" y="1763377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삭제 기능을 추가하자</a:t>
            </a:r>
            <a:r>
              <a:rPr lang="en-US" altLang="ko-KR"/>
              <a:t>(deletebook.php,action_deletebook.php)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977B6-EAE2-4BB1-75B5-36FEBB45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610" y="2348881"/>
            <a:ext cx="3160269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035234" y="3933056"/>
            <a:ext cx="1227376" cy="72009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DCCCE4-A654-849C-ABDF-58B588FF7231}"/>
              </a:ext>
            </a:extLst>
          </p:cNvPr>
          <p:cNvSpPr txBox="1"/>
          <p:nvPr/>
        </p:nvSpPr>
        <p:spPr>
          <a:xfrm>
            <a:off x="586261" y="1429404"/>
            <a:ext cx="1433465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booklist3.php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5262610" y="2014908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deletebook.php</a:t>
            </a:r>
          </a:p>
        </p:txBody>
      </p:sp>
    </p:spTree>
    <p:extLst>
      <p:ext uri="{BB962C8B-B14F-4D97-AF65-F5344CB8AC3E}">
        <p14:creationId xmlns:p14="http://schemas.microsoft.com/office/powerpoint/2010/main" val="395605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삭제 기능을 추가하자</a:t>
            </a:r>
            <a:r>
              <a:rPr lang="en-US" altLang="ko-KR"/>
              <a:t>(deletebook.php,action_deletebook.php)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977B6-EAE2-4BB1-75B5-36FEBB45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51" y="2207939"/>
            <a:ext cx="3160269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650097" y="3828077"/>
            <a:ext cx="1497967" cy="111458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683568" y="1873966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deletebook.php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713496"/>
            <a:ext cx="3191320" cy="22291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5159028" y="2379523"/>
            <a:ext cx="222128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action_deletebook.php</a:t>
            </a:r>
          </a:p>
        </p:txBody>
      </p:sp>
    </p:spTree>
    <p:extLst>
      <p:ext uri="{BB962C8B-B14F-4D97-AF65-F5344CB8AC3E}">
        <p14:creationId xmlns:p14="http://schemas.microsoft.com/office/powerpoint/2010/main" val="390404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등록을 수행하는 </a:t>
            </a:r>
            <a:r>
              <a:rPr lang="en-US" altLang="ko-KR"/>
              <a:t>action_insertbook.php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 sz="1400"/>
              <a:t>DB</a:t>
            </a:r>
            <a:r>
              <a:rPr lang="ko-KR" altLang="en-US" sz="1400"/>
              <a:t>와 연동되어서 수행되도록 </a:t>
            </a:r>
            <a:r>
              <a:rPr lang="en-US" altLang="ko-KR" sz="1400"/>
              <a:t>INSERT </a:t>
            </a:r>
            <a:r>
              <a:rPr lang="ko-KR" altLang="en-US" sz="1400"/>
              <a:t>쿼리 생성하기</a:t>
            </a:r>
            <a:endParaRPr lang="en-US" altLang="ko-KR" sz="1400"/>
          </a:p>
          <a:p>
            <a:pPr lvl="1"/>
            <a:r>
              <a:rPr lang="ko-KR" altLang="en-US" sz="1400"/>
              <a:t>테이블 이름은 </a:t>
            </a:r>
            <a:r>
              <a:rPr lang="en-US" altLang="ko-KR" sz="1400"/>
              <a:t>Book </a:t>
            </a:r>
            <a:r>
              <a:rPr lang="ko-KR" altLang="en-US" sz="1400"/>
              <a:t>이고 </a:t>
            </a:r>
            <a:r>
              <a:rPr lang="en-US" altLang="ko-KR" sz="1400"/>
              <a:t>id(primarykey) </a:t>
            </a:r>
            <a:r>
              <a:rPr lang="ko-KR" altLang="en-US" sz="1400"/>
              <a:t>는 </a:t>
            </a:r>
            <a:r>
              <a:rPr lang="en-US" altLang="ko-KR" sz="1400"/>
              <a:t>bookid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endParaRPr lang="en-US" altLang="ko-KR"/>
          </a:p>
          <a:p>
            <a:r>
              <a:rPr lang="ko-KR" altLang="en-US"/>
              <a:t>도서 수정을 수행하는 </a:t>
            </a:r>
            <a:r>
              <a:rPr lang="en-US" altLang="ko-KR"/>
              <a:t>action_updatebook.php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 sz="1400"/>
              <a:t>DB</a:t>
            </a:r>
            <a:r>
              <a:rPr lang="ko-KR" altLang="en-US" sz="1400"/>
              <a:t>와 연동되어서 수행되도록 </a:t>
            </a:r>
            <a:r>
              <a:rPr lang="en-US" altLang="ko-KR" sz="1400"/>
              <a:t>UPDATE </a:t>
            </a:r>
            <a:r>
              <a:rPr lang="ko-KR" altLang="en-US" sz="1400"/>
              <a:t>쿼리 생성하기</a:t>
            </a:r>
            <a:endParaRPr lang="en-US" altLang="ko-KR" sz="1400"/>
          </a:p>
          <a:p>
            <a:pPr lvl="1"/>
            <a:r>
              <a:rPr lang="ko-KR" altLang="en-US" sz="1400"/>
              <a:t>재고값만 수정하도록 한다</a:t>
            </a:r>
            <a:endParaRPr lang="en-US" altLang="ko-KR" sz="1400"/>
          </a:p>
          <a:p>
            <a:endParaRPr lang="en-US" altLang="ko-KR"/>
          </a:p>
          <a:p>
            <a:r>
              <a:rPr lang="ko-KR" altLang="en-US"/>
              <a:t>도서 삭제를 수행하는 </a:t>
            </a:r>
            <a:r>
              <a:rPr lang="en-US" altLang="ko-KR"/>
              <a:t>action_deletebook.php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/>
              <a:t>DB</a:t>
            </a:r>
            <a:r>
              <a:rPr lang="ko-KR" altLang="en-US"/>
              <a:t>와 연동되어서 수행되도록 </a:t>
            </a:r>
            <a:r>
              <a:rPr lang="en-US" altLang="ko-KR"/>
              <a:t>DELETE </a:t>
            </a:r>
            <a:r>
              <a:rPr lang="ko-KR" altLang="en-US"/>
              <a:t>쿼리 생성하기</a:t>
            </a:r>
            <a:endParaRPr lang="en-US" altLang="ko-KR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47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4402167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 문제 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#2</a:t>
            </a:r>
            <a:endParaRPr lang="ko-KR" altLang="en-US" sz="3400" b="1" spc="-15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522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회원 목록 페이지를 생성하자</a:t>
            </a:r>
            <a:r>
              <a:rPr lang="en-US" altLang="ko-KR"/>
              <a:t>(customerlist3.php)</a:t>
            </a:r>
          </a:p>
          <a:p>
            <a:r>
              <a:rPr lang="en-US" altLang="ko-KR"/>
              <a:t>booklist3.php </a:t>
            </a:r>
            <a:r>
              <a:rPr lang="ko-KR" altLang="en-US"/>
              <a:t>참조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1916832"/>
            <a:ext cx="6001588" cy="4020111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864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등록 기능을 추가하자</a:t>
            </a:r>
            <a:r>
              <a:rPr lang="en-US" altLang="ko-KR"/>
              <a:t>(insertcustomer.php, action_insertcustomer.php)</a:t>
            </a:r>
          </a:p>
          <a:p>
            <a:r>
              <a:rPr lang="en-US" altLang="ko-KR"/>
              <a:t>insertbook.php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91680" y="3552684"/>
            <a:ext cx="3888432" cy="1460492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204864"/>
            <a:ext cx="2664296" cy="26956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0462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88" y="2087382"/>
            <a:ext cx="2826160" cy="29523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수정 기능을 추가하자</a:t>
            </a:r>
            <a:r>
              <a:rPr lang="en-US" altLang="ko-KR"/>
              <a:t>(updatecustomer.php, action_updatecustomer.php)</a:t>
            </a:r>
          </a:p>
          <a:p>
            <a:r>
              <a:rPr lang="en-US" altLang="ko-KR"/>
              <a:t>updatebook.php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403648" y="3429000"/>
            <a:ext cx="4374640" cy="134546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490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삭제 기능을 추가하자</a:t>
            </a:r>
            <a:r>
              <a:rPr lang="en-US" altLang="ko-KR"/>
              <a:t>(deletecustomer.php, action_deletecustomer.php)</a:t>
            </a:r>
          </a:p>
          <a:p>
            <a:r>
              <a:rPr lang="en-US" altLang="ko-KR"/>
              <a:t>deletebook.php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148064" y="3658128"/>
            <a:ext cx="442354" cy="58904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418" y="1995783"/>
            <a:ext cx="3191320" cy="33246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1956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8604</TotalTime>
  <Words>485</Words>
  <Application>Microsoft Office PowerPoint</Application>
  <PresentationFormat>화면 슬라이드 쇼(4:3)</PresentationFormat>
  <Paragraphs>87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프로그램 실습</vt:lpstr>
      <vt:lpstr>프로그램 실습</vt:lpstr>
      <vt:lpstr>프로그램 실습</vt:lpstr>
      <vt:lpstr>프로그램 실습</vt:lpstr>
      <vt:lpstr>PowerPoint 프레젠테이션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#1</vt:lpstr>
      <vt:lpstr>PowerPoint 프레젠테이션</vt:lpstr>
      <vt:lpstr>프로그램 실습 문제 #2</vt:lpstr>
      <vt:lpstr>프로그램 실습 문제 #2</vt:lpstr>
      <vt:lpstr>프로그램 실습 문제 #2</vt:lpstr>
      <vt:lpstr>프로그램 실습 문제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627</cp:revision>
  <cp:lastPrinted>2023-02-19T06:43:06Z</cp:lastPrinted>
  <dcterms:created xsi:type="dcterms:W3CDTF">2012-07-11T10:23:22Z</dcterms:created>
  <dcterms:modified xsi:type="dcterms:W3CDTF">2026-04-29T06:06:39Z</dcterms:modified>
</cp:coreProperties>
</file>