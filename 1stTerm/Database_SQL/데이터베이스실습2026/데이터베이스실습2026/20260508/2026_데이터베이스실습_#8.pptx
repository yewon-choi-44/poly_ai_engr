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revisionInfo.xml" ContentType="application/vnd.ms-powerpoint.revisioninfo+xml"/>
  <Override PartName="/ppt/changesInfos/changesInfo1.xml" ContentType="application/vnd.ms-powerpoint.changesinfo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94" r:id="rId2"/>
  </p:sldMasterIdLst>
  <p:notesMasterIdLst>
    <p:notesMasterId r:id="rId23"/>
  </p:notesMasterIdLst>
  <p:handoutMasterIdLst>
    <p:handoutMasterId r:id="rId24"/>
  </p:handoutMasterIdLst>
  <p:sldIdLst>
    <p:sldId id="256" r:id="rId3"/>
    <p:sldId id="548" r:id="rId4"/>
    <p:sldId id="563" r:id="rId5"/>
    <p:sldId id="585" r:id="rId6"/>
    <p:sldId id="586" r:id="rId7"/>
    <p:sldId id="571" r:id="rId8"/>
    <p:sldId id="574" r:id="rId9"/>
    <p:sldId id="576" r:id="rId10"/>
    <p:sldId id="577" r:id="rId11"/>
    <p:sldId id="582" r:id="rId12"/>
    <p:sldId id="572" r:id="rId13"/>
    <p:sldId id="583" r:id="rId14"/>
    <p:sldId id="567" r:id="rId15"/>
    <p:sldId id="584" r:id="rId16"/>
    <p:sldId id="578" r:id="rId17"/>
    <p:sldId id="575" r:id="rId18"/>
    <p:sldId id="579" r:id="rId19"/>
    <p:sldId id="569" r:id="rId20"/>
    <p:sldId id="580" r:id="rId21"/>
    <p:sldId id="581" r:id="rId22"/>
  </p:sldIdLst>
  <p:sldSz cx="9144000" cy="6858000" type="screen4x3"/>
  <p:notesSz cx="6888163" cy="10018713"/>
  <p:defaultTextStyle>
    <a:defPPr>
      <a:defRPr lang="ko-KR"/>
    </a:defPPr>
    <a:lvl1pPr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맑은 고딕" pitchFamily="50" charset="-127"/>
        <a:ea typeface="굴림" charset="-127"/>
        <a:cs typeface="+mn-cs"/>
      </a:defRPr>
    </a:lvl1pPr>
    <a:lvl2pPr marL="4572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맑은 고딕" pitchFamily="50" charset="-127"/>
        <a:ea typeface="굴림" charset="-127"/>
        <a:cs typeface="+mn-cs"/>
      </a:defRPr>
    </a:lvl2pPr>
    <a:lvl3pPr marL="9144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맑은 고딕" pitchFamily="50" charset="-127"/>
        <a:ea typeface="굴림" charset="-127"/>
        <a:cs typeface="+mn-cs"/>
      </a:defRPr>
    </a:lvl3pPr>
    <a:lvl4pPr marL="13716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맑은 고딕" pitchFamily="50" charset="-127"/>
        <a:ea typeface="굴림" charset="-127"/>
        <a:cs typeface="+mn-cs"/>
      </a:defRPr>
    </a:lvl4pPr>
    <a:lvl5pPr marL="18288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맑은 고딕" pitchFamily="50" charset="-127"/>
        <a:ea typeface="굴림" charset="-127"/>
        <a:cs typeface="+mn-cs"/>
      </a:defRPr>
    </a:lvl5pPr>
    <a:lvl6pPr marL="2286000" algn="l" defTabSz="914400" rtl="0" eaLnBrk="1" latinLnBrk="1" hangingPunct="1">
      <a:defRPr kumimoji="1" kern="1200">
        <a:solidFill>
          <a:schemeClr val="tx1"/>
        </a:solidFill>
        <a:latin typeface="맑은 고딕" pitchFamily="50" charset="-127"/>
        <a:ea typeface="굴림" charset="-127"/>
        <a:cs typeface="+mn-cs"/>
      </a:defRPr>
    </a:lvl6pPr>
    <a:lvl7pPr marL="2743200" algn="l" defTabSz="914400" rtl="0" eaLnBrk="1" latinLnBrk="1" hangingPunct="1">
      <a:defRPr kumimoji="1" kern="1200">
        <a:solidFill>
          <a:schemeClr val="tx1"/>
        </a:solidFill>
        <a:latin typeface="맑은 고딕" pitchFamily="50" charset="-127"/>
        <a:ea typeface="굴림" charset="-127"/>
        <a:cs typeface="+mn-cs"/>
      </a:defRPr>
    </a:lvl7pPr>
    <a:lvl8pPr marL="3200400" algn="l" defTabSz="914400" rtl="0" eaLnBrk="1" latinLnBrk="1" hangingPunct="1">
      <a:defRPr kumimoji="1" kern="1200">
        <a:solidFill>
          <a:schemeClr val="tx1"/>
        </a:solidFill>
        <a:latin typeface="맑은 고딕" pitchFamily="50" charset="-127"/>
        <a:ea typeface="굴림" charset="-127"/>
        <a:cs typeface="+mn-cs"/>
      </a:defRPr>
    </a:lvl8pPr>
    <a:lvl9pPr marL="3657600" algn="l" defTabSz="914400" rtl="0" eaLnBrk="1" latinLnBrk="1" hangingPunct="1">
      <a:defRPr kumimoji="1" kern="1200">
        <a:solidFill>
          <a:schemeClr val="tx1"/>
        </a:solidFill>
        <a:latin typeface="맑은 고딕" pitchFamily="50" charset="-127"/>
        <a:ea typeface="굴림" charset="-127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19">
          <p15:clr>
            <a:srgbClr val="A4A3A4"/>
          </p15:clr>
        </p15:guide>
        <p15:guide id="2" pos="158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156" userDrawn="1">
          <p15:clr>
            <a:srgbClr val="A4A3A4"/>
          </p15:clr>
        </p15:guide>
        <p15:guide id="2" pos="2170" userDrawn="1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변소현" initials="변" lastIdx="3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C77C3"/>
    <a:srgbClr val="65A9D9"/>
    <a:srgbClr val="F8F8F8"/>
    <a:srgbClr val="7F7F7F"/>
    <a:srgbClr val="50ABCC"/>
    <a:srgbClr val="3E699D"/>
    <a:srgbClr val="393939"/>
    <a:srgbClr val="344F6B"/>
    <a:srgbClr val="B5D5E4"/>
    <a:srgbClr val="62ADC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EE0BDA7-D220-4D18-8163-951D3B7721D7}" v="10" dt="2024-03-17T08:33:44.062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보통 스타일 2 - 강조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2D5ABB26-0587-4C30-8999-92F81FD0307C}" styleName="스타일 없음, 눈금 없음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246" autoAdjust="0"/>
    <p:restoredTop sz="99281" autoAdjust="0"/>
  </p:normalViewPr>
  <p:slideViewPr>
    <p:cSldViewPr>
      <p:cViewPr varScale="1">
        <p:scale>
          <a:sx n="103" d="100"/>
          <a:sy n="103" d="100"/>
        </p:scale>
        <p:origin x="984" y="102"/>
      </p:cViewPr>
      <p:guideLst>
        <p:guide orient="horz" pos="119"/>
        <p:guide pos="158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30" d="100"/>
        <a:sy n="30" d="100"/>
      </p:scale>
      <p:origin x="0" y="0"/>
    </p:cViewPr>
  </p:sorterViewPr>
  <p:notesViewPr>
    <p:cSldViewPr>
      <p:cViewPr varScale="1">
        <p:scale>
          <a:sx n="83" d="100"/>
          <a:sy n="83" d="100"/>
        </p:scale>
        <p:origin x="2872" y="64"/>
      </p:cViewPr>
      <p:guideLst>
        <p:guide orient="horz" pos="3156"/>
        <p:guide pos="217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presProps" Target="presProps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commentAuthors" Target="commentAuthor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handoutMaster" Target="handoutMasters/handoutMaster1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notesMaster" Target="notesMasters/notesMaster1.xml"/><Relationship Id="rId28" Type="http://schemas.openxmlformats.org/officeDocument/2006/relationships/theme" Target="theme/theme1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microsoft.com/office/2015/10/relationships/revisionInfo" Target="revisionInfo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viewProps" Target="viewProps.xml"/><Relationship Id="rId30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준영 장" userId="0c9b8532fd537bfe" providerId="LiveId" clId="{7EE0BDA7-D220-4D18-8163-951D3B7721D7}"/>
    <pc:docChg chg="addSld delSld modSld sldOrd">
      <pc:chgData name="준영 장" userId="0c9b8532fd537bfe" providerId="LiveId" clId="{7EE0BDA7-D220-4D18-8163-951D3B7721D7}" dt="2024-03-17T08:33:52.969" v="378" actId="20577"/>
      <pc:docMkLst>
        <pc:docMk/>
      </pc:docMkLst>
      <pc:sldChg chg="modSp mod">
        <pc:chgData name="준영 장" userId="0c9b8532fd537bfe" providerId="LiveId" clId="{7EE0BDA7-D220-4D18-8163-951D3B7721D7}" dt="2024-03-17T05:19:20.102" v="40" actId="20577"/>
        <pc:sldMkLst>
          <pc:docMk/>
          <pc:sldMk cId="0" sldId="256"/>
        </pc:sldMkLst>
        <pc:spChg chg="mod">
          <ac:chgData name="준영 장" userId="0c9b8532fd537bfe" providerId="LiveId" clId="{7EE0BDA7-D220-4D18-8163-951D3B7721D7}" dt="2024-03-17T05:19:20.102" v="40" actId="20577"/>
          <ac:spMkLst>
            <pc:docMk/>
            <pc:sldMk cId="0" sldId="256"/>
            <ac:spMk id="2" creationId="{00000000-0000-0000-0000-000000000000}"/>
          </ac:spMkLst>
        </pc:spChg>
      </pc:sldChg>
      <pc:sldChg chg="add del">
        <pc:chgData name="준영 장" userId="0c9b8532fd537bfe" providerId="LiveId" clId="{7EE0BDA7-D220-4D18-8163-951D3B7721D7}" dt="2024-03-17T05:19:40.964" v="42"/>
        <pc:sldMkLst>
          <pc:docMk/>
          <pc:sldMk cId="1795100531" sldId="382"/>
        </pc:sldMkLst>
      </pc:sldChg>
      <pc:sldChg chg="del">
        <pc:chgData name="준영 장" userId="0c9b8532fd537bfe" providerId="LiveId" clId="{7EE0BDA7-D220-4D18-8163-951D3B7721D7}" dt="2024-03-17T05:19:32.575" v="41" actId="47"/>
        <pc:sldMkLst>
          <pc:docMk/>
          <pc:sldMk cId="2267649508" sldId="389"/>
        </pc:sldMkLst>
      </pc:sldChg>
      <pc:sldChg chg="del">
        <pc:chgData name="준영 장" userId="0c9b8532fd537bfe" providerId="LiveId" clId="{7EE0BDA7-D220-4D18-8163-951D3B7721D7}" dt="2024-03-17T05:19:32.575" v="41" actId="47"/>
        <pc:sldMkLst>
          <pc:docMk/>
          <pc:sldMk cId="1224813733" sldId="390"/>
        </pc:sldMkLst>
      </pc:sldChg>
      <pc:sldChg chg="add">
        <pc:chgData name="준영 장" userId="0c9b8532fd537bfe" providerId="LiveId" clId="{7EE0BDA7-D220-4D18-8163-951D3B7721D7}" dt="2024-03-17T05:19:40.964" v="42"/>
        <pc:sldMkLst>
          <pc:docMk/>
          <pc:sldMk cId="0" sldId="394"/>
        </pc:sldMkLst>
      </pc:sldChg>
      <pc:sldChg chg="add">
        <pc:chgData name="준영 장" userId="0c9b8532fd537bfe" providerId="LiveId" clId="{7EE0BDA7-D220-4D18-8163-951D3B7721D7}" dt="2024-03-17T05:19:40.964" v="42"/>
        <pc:sldMkLst>
          <pc:docMk/>
          <pc:sldMk cId="0" sldId="395"/>
        </pc:sldMkLst>
      </pc:sldChg>
      <pc:sldChg chg="add">
        <pc:chgData name="준영 장" userId="0c9b8532fd537bfe" providerId="LiveId" clId="{7EE0BDA7-D220-4D18-8163-951D3B7721D7}" dt="2024-03-17T05:19:40.964" v="42"/>
        <pc:sldMkLst>
          <pc:docMk/>
          <pc:sldMk cId="0" sldId="396"/>
        </pc:sldMkLst>
      </pc:sldChg>
      <pc:sldChg chg="add">
        <pc:chgData name="준영 장" userId="0c9b8532fd537bfe" providerId="LiveId" clId="{7EE0BDA7-D220-4D18-8163-951D3B7721D7}" dt="2024-03-17T05:19:40.964" v="42"/>
        <pc:sldMkLst>
          <pc:docMk/>
          <pc:sldMk cId="0" sldId="397"/>
        </pc:sldMkLst>
      </pc:sldChg>
      <pc:sldChg chg="add">
        <pc:chgData name="준영 장" userId="0c9b8532fd537bfe" providerId="LiveId" clId="{7EE0BDA7-D220-4D18-8163-951D3B7721D7}" dt="2024-03-17T05:19:40.964" v="42"/>
        <pc:sldMkLst>
          <pc:docMk/>
          <pc:sldMk cId="0" sldId="398"/>
        </pc:sldMkLst>
      </pc:sldChg>
      <pc:sldChg chg="add">
        <pc:chgData name="준영 장" userId="0c9b8532fd537bfe" providerId="LiveId" clId="{7EE0BDA7-D220-4D18-8163-951D3B7721D7}" dt="2024-03-17T05:19:40.964" v="42"/>
        <pc:sldMkLst>
          <pc:docMk/>
          <pc:sldMk cId="0" sldId="399"/>
        </pc:sldMkLst>
      </pc:sldChg>
      <pc:sldChg chg="add">
        <pc:chgData name="준영 장" userId="0c9b8532fd537bfe" providerId="LiveId" clId="{7EE0BDA7-D220-4D18-8163-951D3B7721D7}" dt="2024-03-17T05:19:40.964" v="42"/>
        <pc:sldMkLst>
          <pc:docMk/>
          <pc:sldMk cId="0" sldId="400"/>
        </pc:sldMkLst>
      </pc:sldChg>
      <pc:sldChg chg="add">
        <pc:chgData name="준영 장" userId="0c9b8532fd537bfe" providerId="LiveId" clId="{7EE0BDA7-D220-4D18-8163-951D3B7721D7}" dt="2024-03-17T05:19:40.964" v="42"/>
        <pc:sldMkLst>
          <pc:docMk/>
          <pc:sldMk cId="0" sldId="401"/>
        </pc:sldMkLst>
      </pc:sldChg>
      <pc:sldChg chg="add">
        <pc:chgData name="준영 장" userId="0c9b8532fd537bfe" providerId="LiveId" clId="{7EE0BDA7-D220-4D18-8163-951D3B7721D7}" dt="2024-03-17T05:19:40.964" v="42"/>
        <pc:sldMkLst>
          <pc:docMk/>
          <pc:sldMk cId="0" sldId="402"/>
        </pc:sldMkLst>
      </pc:sldChg>
      <pc:sldChg chg="add">
        <pc:chgData name="준영 장" userId="0c9b8532fd537bfe" providerId="LiveId" clId="{7EE0BDA7-D220-4D18-8163-951D3B7721D7}" dt="2024-03-17T05:19:40.964" v="42"/>
        <pc:sldMkLst>
          <pc:docMk/>
          <pc:sldMk cId="0" sldId="403"/>
        </pc:sldMkLst>
      </pc:sldChg>
      <pc:sldChg chg="add">
        <pc:chgData name="준영 장" userId="0c9b8532fd537bfe" providerId="LiveId" clId="{7EE0BDA7-D220-4D18-8163-951D3B7721D7}" dt="2024-03-17T05:19:40.964" v="42"/>
        <pc:sldMkLst>
          <pc:docMk/>
          <pc:sldMk cId="0" sldId="404"/>
        </pc:sldMkLst>
      </pc:sldChg>
      <pc:sldChg chg="add">
        <pc:chgData name="준영 장" userId="0c9b8532fd537bfe" providerId="LiveId" clId="{7EE0BDA7-D220-4D18-8163-951D3B7721D7}" dt="2024-03-17T05:19:40.964" v="42"/>
        <pc:sldMkLst>
          <pc:docMk/>
          <pc:sldMk cId="0" sldId="406"/>
        </pc:sldMkLst>
      </pc:sldChg>
      <pc:sldChg chg="add">
        <pc:chgData name="준영 장" userId="0c9b8532fd537bfe" providerId="LiveId" clId="{7EE0BDA7-D220-4D18-8163-951D3B7721D7}" dt="2024-03-17T05:19:40.964" v="42"/>
        <pc:sldMkLst>
          <pc:docMk/>
          <pc:sldMk cId="0" sldId="407"/>
        </pc:sldMkLst>
      </pc:sldChg>
      <pc:sldChg chg="add">
        <pc:chgData name="준영 장" userId="0c9b8532fd537bfe" providerId="LiveId" clId="{7EE0BDA7-D220-4D18-8163-951D3B7721D7}" dt="2024-03-17T05:19:40.964" v="42"/>
        <pc:sldMkLst>
          <pc:docMk/>
          <pc:sldMk cId="0" sldId="408"/>
        </pc:sldMkLst>
      </pc:sldChg>
      <pc:sldChg chg="add del">
        <pc:chgData name="준영 장" userId="0c9b8532fd537bfe" providerId="LiveId" clId="{7EE0BDA7-D220-4D18-8163-951D3B7721D7}" dt="2024-03-17T05:19:40.964" v="42"/>
        <pc:sldMkLst>
          <pc:docMk/>
          <pc:sldMk cId="0" sldId="409"/>
        </pc:sldMkLst>
      </pc:sldChg>
      <pc:sldChg chg="del">
        <pc:chgData name="준영 장" userId="0c9b8532fd537bfe" providerId="LiveId" clId="{7EE0BDA7-D220-4D18-8163-951D3B7721D7}" dt="2024-03-17T05:19:32.575" v="41" actId="47"/>
        <pc:sldMkLst>
          <pc:docMk/>
          <pc:sldMk cId="0" sldId="422"/>
        </pc:sldMkLst>
      </pc:sldChg>
      <pc:sldChg chg="add">
        <pc:chgData name="준영 장" userId="0c9b8532fd537bfe" providerId="LiveId" clId="{7EE0BDA7-D220-4D18-8163-951D3B7721D7}" dt="2024-03-17T05:38:02.177" v="43"/>
        <pc:sldMkLst>
          <pc:docMk/>
          <pc:sldMk cId="0" sldId="439"/>
        </pc:sldMkLst>
      </pc:sldChg>
      <pc:sldChg chg="add">
        <pc:chgData name="준영 장" userId="0c9b8532fd537bfe" providerId="LiveId" clId="{7EE0BDA7-D220-4D18-8163-951D3B7721D7}" dt="2024-03-17T05:38:02.177" v="43"/>
        <pc:sldMkLst>
          <pc:docMk/>
          <pc:sldMk cId="0" sldId="440"/>
        </pc:sldMkLst>
      </pc:sldChg>
      <pc:sldChg chg="modSp add del mod">
        <pc:chgData name="준영 장" userId="0c9b8532fd537bfe" providerId="LiveId" clId="{7EE0BDA7-D220-4D18-8163-951D3B7721D7}" dt="2024-03-17T08:03:25.905" v="56" actId="20577"/>
        <pc:sldMkLst>
          <pc:docMk/>
          <pc:sldMk cId="0" sldId="441"/>
        </pc:sldMkLst>
        <pc:graphicFrameChg chg="modGraphic">
          <ac:chgData name="준영 장" userId="0c9b8532fd537bfe" providerId="LiveId" clId="{7EE0BDA7-D220-4D18-8163-951D3B7721D7}" dt="2024-03-17T08:03:25.905" v="56" actId="20577"/>
          <ac:graphicFrameMkLst>
            <pc:docMk/>
            <pc:sldMk cId="0" sldId="441"/>
            <ac:graphicFrameMk id="4" creationId="{00000000-0000-0000-0000-000000000000}"/>
          </ac:graphicFrameMkLst>
        </pc:graphicFrameChg>
      </pc:sldChg>
      <pc:sldChg chg="add del">
        <pc:chgData name="준영 장" userId="0c9b8532fd537bfe" providerId="LiveId" clId="{7EE0BDA7-D220-4D18-8163-951D3B7721D7}" dt="2024-03-17T05:38:02.177" v="43"/>
        <pc:sldMkLst>
          <pc:docMk/>
          <pc:sldMk cId="0" sldId="442"/>
        </pc:sldMkLst>
      </pc:sldChg>
      <pc:sldChg chg="modSp add del mod">
        <pc:chgData name="준영 장" userId="0c9b8532fd537bfe" providerId="LiveId" clId="{7EE0BDA7-D220-4D18-8163-951D3B7721D7}" dt="2024-03-17T08:03:38.446" v="66" actId="20577"/>
        <pc:sldMkLst>
          <pc:docMk/>
          <pc:sldMk cId="0" sldId="443"/>
        </pc:sldMkLst>
        <pc:graphicFrameChg chg="modGraphic">
          <ac:chgData name="준영 장" userId="0c9b8532fd537bfe" providerId="LiveId" clId="{7EE0BDA7-D220-4D18-8163-951D3B7721D7}" dt="2024-03-17T08:03:38.446" v="66" actId="20577"/>
          <ac:graphicFrameMkLst>
            <pc:docMk/>
            <pc:sldMk cId="0" sldId="443"/>
            <ac:graphicFrameMk id="4" creationId="{00000000-0000-0000-0000-000000000000}"/>
          </ac:graphicFrameMkLst>
        </pc:graphicFrameChg>
      </pc:sldChg>
      <pc:sldChg chg="modSp add mod">
        <pc:chgData name="준영 장" userId="0c9b8532fd537bfe" providerId="LiveId" clId="{7EE0BDA7-D220-4D18-8163-951D3B7721D7}" dt="2024-03-17T08:03:43.870" v="76" actId="20577"/>
        <pc:sldMkLst>
          <pc:docMk/>
          <pc:sldMk cId="0" sldId="444"/>
        </pc:sldMkLst>
        <pc:graphicFrameChg chg="modGraphic">
          <ac:chgData name="준영 장" userId="0c9b8532fd537bfe" providerId="LiveId" clId="{7EE0BDA7-D220-4D18-8163-951D3B7721D7}" dt="2024-03-17T08:03:43.870" v="76" actId="20577"/>
          <ac:graphicFrameMkLst>
            <pc:docMk/>
            <pc:sldMk cId="0" sldId="444"/>
            <ac:graphicFrameMk id="4" creationId="{00000000-0000-0000-0000-000000000000}"/>
          </ac:graphicFrameMkLst>
        </pc:graphicFrameChg>
      </pc:sldChg>
      <pc:sldChg chg="add del">
        <pc:chgData name="준영 장" userId="0c9b8532fd537bfe" providerId="LiveId" clId="{7EE0BDA7-D220-4D18-8163-951D3B7721D7}" dt="2024-03-17T05:38:02.177" v="43"/>
        <pc:sldMkLst>
          <pc:docMk/>
          <pc:sldMk cId="0" sldId="445"/>
        </pc:sldMkLst>
      </pc:sldChg>
      <pc:sldChg chg="add">
        <pc:chgData name="준영 장" userId="0c9b8532fd537bfe" providerId="LiveId" clId="{7EE0BDA7-D220-4D18-8163-951D3B7721D7}" dt="2024-03-17T05:19:40.964" v="42"/>
        <pc:sldMkLst>
          <pc:docMk/>
          <pc:sldMk cId="0" sldId="446"/>
        </pc:sldMkLst>
      </pc:sldChg>
      <pc:sldChg chg="modSp add mod">
        <pc:chgData name="준영 장" userId="0c9b8532fd537bfe" providerId="LiveId" clId="{7EE0BDA7-D220-4D18-8163-951D3B7721D7}" dt="2024-03-17T08:04:13.925" v="126" actId="20577"/>
        <pc:sldMkLst>
          <pc:docMk/>
          <pc:sldMk cId="0" sldId="447"/>
        </pc:sldMkLst>
        <pc:graphicFrameChg chg="modGraphic">
          <ac:chgData name="준영 장" userId="0c9b8532fd537bfe" providerId="LiveId" clId="{7EE0BDA7-D220-4D18-8163-951D3B7721D7}" dt="2024-03-17T08:03:56.809" v="86" actId="20577"/>
          <ac:graphicFrameMkLst>
            <pc:docMk/>
            <pc:sldMk cId="0" sldId="447"/>
            <ac:graphicFrameMk id="4" creationId="{00000000-0000-0000-0000-000000000000}"/>
          </ac:graphicFrameMkLst>
        </pc:graphicFrameChg>
        <pc:graphicFrameChg chg="modGraphic">
          <ac:chgData name="준영 장" userId="0c9b8532fd537bfe" providerId="LiveId" clId="{7EE0BDA7-D220-4D18-8163-951D3B7721D7}" dt="2024-03-17T08:04:01.812" v="96" actId="20577"/>
          <ac:graphicFrameMkLst>
            <pc:docMk/>
            <pc:sldMk cId="0" sldId="447"/>
            <ac:graphicFrameMk id="6" creationId="{00000000-0000-0000-0000-000000000000}"/>
          </ac:graphicFrameMkLst>
        </pc:graphicFrameChg>
        <pc:graphicFrameChg chg="modGraphic">
          <ac:chgData name="준영 장" userId="0c9b8532fd537bfe" providerId="LiveId" clId="{7EE0BDA7-D220-4D18-8163-951D3B7721D7}" dt="2024-03-17T08:04:06.063" v="106" actId="20577"/>
          <ac:graphicFrameMkLst>
            <pc:docMk/>
            <pc:sldMk cId="0" sldId="447"/>
            <ac:graphicFrameMk id="8" creationId="{00000000-0000-0000-0000-000000000000}"/>
          </ac:graphicFrameMkLst>
        </pc:graphicFrameChg>
        <pc:graphicFrameChg chg="modGraphic">
          <ac:chgData name="준영 장" userId="0c9b8532fd537bfe" providerId="LiveId" clId="{7EE0BDA7-D220-4D18-8163-951D3B7721D7}" dt="2024-03-17T08:04:10.145" v="116" actId="20577"/>
          <ac:graphicFrameMkLst>
            <pc:docMk/>
            <pc:sldMk cId="0" sldId="447"/>
            <ac:graphicFrameMk id="10" creationId="{00000000-0000-0000-0000-000000000000}"/>
          </ac:graphicFrameMkLst>
        </pc:graphicFrameChg>
        <pc:graphicFrameChg chg="modGraphic">
          <ac:chgData name="준영 장" userId="0c9b8532fd537bfe" providerId="LiveId" clId="{7EE0BDA7-D220-4D18-8163-951D3B7721D7}" dt="2024-03-17T08:04:13.925" v="126" actId="20577"/>
          <ac:graphicFrameMkLst>
            <pc:docMk/>
            <pc:sldMk cId="0" sldId="447"/>
            <ac:graphicFrameMk id="12" creationId="{00000000-0000-0000-0000-000000000000}"/>
          </ac:graphicFrameMkLst>
        </pc:graphicFrameChg>
      </pc:sldChg>
      <pc:sldChg chg="modSp add mod">
        <pc:chgData name="준영 장" userId="0c9b8532fd537bfe" providerId="LiveId" clId="{7EE0BDA7-D220-4D18-8163-951D3B7721D7}" dt="2024-03-17T08:04:24.300" v="146" actId="20577"/>
        <pc:sldMkLst>
          <pc:docMk/>
          <pc:sldMk cId="0" sldId="448"/>
        </pc:sldMkLst>
        <pc:graphicFrameChg chg="modGraphic">
          <ac:chgData name="준영 장" userId="0c9b8532fd537bfe" providerId="LiveId" clId="{7EE0BDA7-D220-4D18-8163-951D3B7721D7}" dt="2024-03-17T08:04:20.656" v="136" actId="20577"/>
          <ac:graphicFrameMkLst>
            <pc:docMk/>
            <pc:sldMk cId="0" sldId="448"/>
            <ac:graphicFrameMk id="5" creationId="{00000000-0000-0000-0000-000000000000}"/>
          </ac:graphicFrameMkLst>
        </pc:graphicFrameChg>
        <pc:graphicFrameChg chg="modGraphic">
          <ac:chgData name="준영 장" userId="0c9b8532fd537bfe" providerId="LiveId" clId="{7EE0BDA7-D220-4D18-8163-951D3B7721D7}" dt="2024-03-17T08:04:24.300" v="146" actId="20577"/>
          <ac:graphicFrameMkLst>
            <pc:docMk/>
            <pc:sldMk cId="0" sldId="448"/>
            <ac:graphicFrameMk id="7" creationId="{00000000-0000-0000-0000-000000000000}"/>
          </ac:graphicFrameMkLst>
        </pc:graphicFrameChg>
      </pc:sldChg>
      <pc:sldChg chg="modSp add del mod">
        <pc:chgData name="준영 장" userId="0c9b8532fd537bfe" providerId="LiveId" clId="{7EE0BDA7-D220-4D18-8163-951D3B7721D7}" dt="2024-03-17T08:04:33.343" v="156" actId="20577"/>
        <pc:sldMkLst>
          <pc:docMk/>
          <pc:sldMk cId="0" sldId="449"/>
        </pc:sldMkLst>
        <pc:graphicFrameChg chg="modGraphic">
          <ac:chgData name="준영 장" userId="0c9b8532fd537bfe" providerId="LiveId" clId="{7EE0BDA7-D220-4D18-8163-951D3B7721D7}" dt="2024-03-17T08:04:33.343" v="156" actId="20577"/>
          <ac:graphicFrameMkLst>
            <pc:docMk/>
            <pc:sldMk cId="0" sldId="449"/>
            <ac:graphicFrameMk id="5" creationId="{00000000-0000-0000-0000-000000000000}"/>
          </ac:graphicFrameMkLst>
        </pc:graphicFrameChg>
      </pc:sldChg>
      <pc:sldChg chg="modSp add mod">
        <pc:chgData name="준영 장" userId="0c9b8532fd537bfe" providerId="LiveId" clId="{7EE0BDA7-D220-4D18-8163-951D3B7721D7}" dt="2024-03-17T08:04:38.254" v="166" actId="20577"/>
        <pc:sldMkLst>
          <pc:docMk/>
          <pc:sldMk cId="0" sldId="450"/>
        </pc:sldMkLst>
        <pc:graphicFrameChg chg="modGraphic">
          <ac:chgData name="준영 장" userId="0c9b8532fd537bfe" providerId="LiveId" clId="{7EE0BDA7-D220-4D18-8163-951D3B7721D7}" dt="2024-03-17T08:04:38.254" v="166" actId="20577"/>
          <ac:graphicFrameMkLst>
            <pc:docMk/>
            <pc:sldMk cId="0" sldId="450"/>
            <ac:graphicFrameMk id="5" creationId="{00000000-0000-0000-0000-000000000000}"/>
          </ac:graphicFrameMkLst>
        </pc:graphicFrameChg>
      </pc:sldChg>
      <pc:sldChg chg="modSp add del mod">
        <pc:chgData name="준영 장" userId="0c9b8532fd537bfe" providerId="LiveId" clId="{7EE0BDA7-D220-4D18-8163-951D3B7721D7}" dt="2024-03-17T08:04:45.329" v="176" actId="20577"/>
        <pc:sldMkLst>
          <pc:docMk/>
          <pc:sldMk cId="0" sldId="451"/>
        </pc:sldMkLst>
        <pc:graphicFrameChg chg="modGraphic">
          <ac:chgData name="준영 장" userId="0c9b8532fd537bfe" providerId="LiveId" clId="{7EE0BDA7-D220-4D18-8163-951D3B7721D7}" dt="2024-03-17T08:04:45.329" v="176" actId="20577"/>
          <ac:graphicFrameMkLst>
            <pc:docMk/>
            <pc:sldMk cId="0" sldId="451"/>
            <ac:graphicFrameMk id="4" creationId="{00000000-0000-0000-0000-000000000000}"/>
          </ac:graphicFrameMkLst>
        </pc:graphicFrameChg>
      </pc:sldChg>
      <pc:sldChg chg="modSp add del mod">
        <pc:chgData name="준영 장" userId="0c9b8532fd537bfe" providerId="LiveId" clId="{7EE0BDA7-D220-4D18-8163-951D3B7721D7}" dt="2024-03-17T08:04:55.457" v="186" actId="20577"/>
        <pc:sldMkLst>
          <pc:docMk/>
          <pc:sldMk cId="0" sldId="452"/>
        </pc:sldMkLst>
        <pc:graphicFrameChg chg="modGraphic">
          <ac:chgData name="준영 장" userId="0c9b8532fd537bfe" providerId="LiveId" clId="{7EE0BDA7-D220-4D18-8163-951D3B7721D7}" dt="2024-03-17T08:04:55.457" v="186" actId="20577"/>
          <ac:graphicFrameMkLst>
            <pc:docMk/>
            <pc:sldMk cId="0" sldId="452"/>
            <ac:graphicFrameMk id="5" creationId="{00000000-0000-0000-0000-000000000000}"/>
          </ac:graphicFrameMkLst>
        </pc:graphicFrameChg>
      </pc:sldChg>
      <pc:sldChg chg="modSp add mod">
        <pc:chgData name="준영 장" userId="0c9b8532fd537bfe" providerId="LiveId" clId="{7EE0BDA7-D220-4D18-8163-951D3B7721D7}" dt="2024-03-17T08:05:03.820" v="196" actId="20577"/>
        <pc:sldMkLst>
          <pc:docMk/>
          <pc:sldMk cId="0" sldId="453"/>
        </pc:sldMkLst>
        <pc:graphicFrameChg chg="modGraphic">
          <ac:chgData name="준영 장" userId="0c9b8532fd537bfe" providerId="LiveId" clId="{7EE0BDA7-D220-4D18-8163-951D3B7721D7}" dt="2024-03-17T08:05:03.820" v="196" actId="20577"/>
          <ac:graphicFrameMkLst>
            <pc:docMk/>
            <pc:sldMk cId="0" sldId="453"/>
            <ac:graphicFrameMk id="10" creationId="{00000000-0000-0000-0000-000000000000}"/>
          </ac:graphicFrameMkLst>
        </pc:graphicFrameChg>
      </pc:sldChg>
      <pc:sldChg chg="add">
        <pc:chgData name="준영 장" userId="0c9b8532fd537bfe" providerId="LiveId" clId="{7EE0BDA7-D220-4D18-8163-951D3B7721D7}" dt="2024-03-17T05:19:40.964" v="42"/>
        <pc:sldMkLst>
          <pc:docMk/>
          <pc:sldMk cId="821445475" sldId="455"/>
        </pc:sldMkLst>
      </pc:sldChg>
      <pc:sldChg chg="del">
        <pc:chgData name="준영 장" userId="0c9b8532fd537bfe" providerId="LiveId" clId="{7EE0BDA7-D220-4D18-8163-951D3B7721D7}" dt="2024-03-17T05:19:32.575" v="41" actId="47"/>
        <pc:sldMkLst>
          <pc:docMk/>
          <pc:sldMk cId="3748208073" sldId="462"/>
        </pc:sldMkLst>
      </pc:sldChg>
      <pc:sldChg chg="modSp add mod">
        <pc:chgData name="준영 장" userId="0c9b8532fd537bfe" providerId="LiveId" clId="{7EE0BDA7-D220-4D18-8163-951D3B7721D7}" dt="2024-03-17T08:27:48.832" v="235"/>
        <pc:sldMkLst>
          <pc:docMk/>
          <pc:sldMk cId="550768095" sldId="464"/>
        </pc:sldMkLst>
        <pc:spChg chg="mod">
          <ac:chgData name="준영 장" userId="0c9b8532fd537bfe" providerId="LiveId" clId="{7EE0BDA7-D220-4D18-8163-951D3B7721D7}" dt="2024-03-17T08:27:48.832" v="235"/>
          <ac:spMkLst>
            <pc:docMk/>
            <pc:sldMk cId="550768095" sldId="464"/>
            <ac:spMk id="2" creationId="{00000000-0000-0000-0000-000000000000}"/>
          </ac:spMkLst>
        </pc:spChg>
      </pc:sldChg>
      <pc:sldChg chg="modSp add del mod">
        <pc:chgData name="준영 장" userId="0c9b8532fd537bfe" providerId="LiveId" clId="{7EE0BDA7-D220-4D18-8163-951D3B7721D7}" dt="2024-03-17T08:33:39.148" v="375" actId="2696"/>
        <pc:sldMkLst>
          <pc:docMk/>
          <pc:sldMk cId="2509887895" sldId="465"/>
        </pc:sldMkLst>
        <pc:spChg chg="mod">
          <ac:chgData name="준영 장" userId="0c9b8532fd537bfe" providerId="LiveId" clId="{7EE0BDA7-D220-4D18-8163-951D3B7721D7}" dt="2024-03-17T08:33:32.356" v="374" actId="20577"/>
          <ac:spMkLst>
            <pc:docMk/>
            <pc:sldMk cId="2509887895" sldId="465"/>
            <ac:spMk id="2" creationId="{00000000-0000-0000-0000-000000000000}"/>
          </ac:spMkLst>
        </pc:spChg>
      </pc:sldChg>
      <pc:sldChg chg="modSp add mod">
        <pc:chgData name="준영 장" userId="0c9b8532fd537bfe" providerId="LiveId" clId="{7EE0BDA7-D220-4D18-8163-951D3B7721D7}" dt="2024-03-17T08:33:52.969" v="378" actId="20577"/>
        <pc:sldMkLst>
          <pc:docMk/>
          <pc:sldMk cId="4021339892" sldId="465"/>
        </pc:sldMkLst>
        <pc:spChg chg="mod">
          <ac:chgData name="준영 장" userId="0c9b8532fd537bfe" providerId="LiveId" clId="{7EE0BDA7-D220-4D18-8163-951D3B7721D7}" dt="2024-03-17T08:33:52.969" v="378" actId="20577"/>
          <ac:spMkLst>
            <pc:docMk/>
            <pc:sldMk cId="4021339892" sldId="465"/>
            <ac:spMk id="2" creationId="{00000000-0000-0000-0000-000000000000}"/>
          </ac:spMkLst>
        </pc:spChg>
      </pc:sldChg>
      <pc:sldChg chg="add">
        <pc:chgData name="준영 장" userId="0c9b8532fd537bfe" providerId="LiveId" clId="{7EE0BDA7-D220-4D18-8163-951D3B7721D7}" dt="2024-03-17T05:19:40.964" v="42"/>
        <pc:sldMkLst>
          <pc:docMk/>
          <pc:sldMk cId="780336600" sldId="466"/>
        </pc:sldMkLst>
      </pc:sldChg>
      <pc:sldChg chg="del">
        <pc:chgData name="준영 장" userId="0c9b8532fd537bfe" providerId="LiveId" clId="{7EE0BDA7-D220-4D18-8163-951D3B7721D7}" dt="2024-03-17T05:19:32.575" v="41" actId="47"/>
        <pc:sldMkLst>
          <pc:docMk/>
          <pc:sldMk cId="2583120060" sldId="467"/>
        </pc:sldMkLst>
      </pc:sldChg>
      <pc:sldChg chg="add">
        <pc:chgData name="준영 장" userId="0c9b8532fd537bfe" providerId="LiveId" clId="{7EE0BDA7-D220-4D18-8163-951D3B7721D7}" dt="2024-03-17T05:19:40.964" v="42"/>
        <pc:sldMkLst>
          <pc:docMk/>
          <pc:sldMk cId="3092686599" sldId="468"/>
        </pc:sldMkLst>
      </pc:sldChg>
      <pc:sldChg chg="del">
        <pc:chgData name="준영 장" userId="0c9b8532fd537bfe" providerId="LiveId" clId="{7EE0BDA7-D220-4D18-8163-951D3B7721D7}" dt="2024-03-17T05:19:32.575" v="41" actId="47"/>
        <pc:sldMkLst>
          <pc:docMk/>
          <pc:sldMk cId="4054166525" sldId="469"/>
        </pc:sldMkLst>
      </pc:sldChg>
      <pc:sldChg chg="del">
        <pc:chgData name="준영 장" userId="0c9b8532fd537bfe" providerId="LiveId" clId="{7EE0BDA7-D220-4D18-8163-951D3B7721D7}" dt="2024-03-17T05:19:32.575" v="41" actId="47"/>
        <pc:sldMkLst>
          <pc:docMk/>
          <pc:sldMk cId="429219039" sldId="470"/>
        </pc:sldMkLst>
      </pc:sldChg>
      <pc:sldChg chg="add">
        <pc:chgData name="준영 장" userId="0c9b8532fd537bfe" providerId="LiveId" clId="{7EE0BDA7-D220-4D18-8163-951D3B7721D7}" dt="2024-03-17T05:19:40.964" v="42"/>
        <pc:sldMkLst>
          <pc:docMk/>
          <pc:sldMk cId="3844223270" sldId="471"/>
        </pc:sldMkLst>
      </pc:sldChg>
      <pc:sldChg chg="add">
        <pc:chgData name="준영 장" userId="0c9b8532fd537bfe" providerId="LiveId" clId="{7EE0BDA7-D220-4D18-8163-951D3B7721D7}" dt="2024-03-17T05:19:40.964" v="42"/>
        <pc:sldMkLst>
          <pc:docMk/>
          <pc:sldMk cId="413902602" sldId="472"/>
        </pc:sldMkLst>
      </pc:sldChg>
      <pc:sldChg chg="add">
        <pc:chgData name="준영 장" userId="0c9b8532fd537bfe" providerId="LiveId" clId="{7EE0BDA7-D220-4D18-8163-951D3B7721D7}" dt="2024-03-17T05:19:40.964" v="42"/>
        <pc:sldMkLst>
          <pc:docMk/>
          <pc:sldMk cId="16769537" sldId="473"/>
        </pc:sldMkLst>
      </pc:sldChg>
      <pc:sldChg chg="add">
        <pc:chgData name="준영 장" userId="0c9b8532fd537bfe" providerId="LiveId" clId="{7EE0BDA7-D220-4D18-8163-951D3B7721D7}" dt="2024-03-17T05:19:40.964" v="42"/>
        <pc:sldMkLst>
          <pc:docMk/>
          <pc:sldMk cId="794190825" sldId="474"/>
        </pc:sldMkLst>
      </pc:sldChg>
      <pc:sldChg chg="del">
        <pc:chgData name="준영 장" userId="0c9b8532fd537bfe" providerId="LiveId" clId="{7EE0BDA7-D220-4D18-8163-951D3B7721D7}" dt="2024-03-17T05:19:32.575" v="41" actId="47"/>
        <pc:sldMkLst>
          <pc:docMk/>
          <pc:sldMk cId="3271671829" sldId="474"/>
        </pc:sldMkLst>
      </pc:sldChg>
      <pc:sldChg chg="del">
        <pc:chgData name="준영 장" userId="0c9b8532fd537bfe" providerId="LiveId" clId="{7EE0BDA7-D220-4D18-8163-951D3B7721D7}" dt="2024-03-17T05:19:32.575" v="41" actId="47"/>
        <pc:sldMkLst>
          <pc:docMk/>
          <pc:sldMk cId="4265730728" sldId="475"/>
        </pc:sldMkLst>
      </pc:sldChg>
      <pc:sldChg chg="del">
        <pc:chgData name="준영 장" userId="0c9b8532fd537bfe" providerId="LiveId" clId="{7EE0BDA7-D220-4D18-8163-951D3B7721D7}" dt="2024-03-17T05:19:32.575" v="41" actId="47"/>
        <pc:sldMkLst>
          <pc:docMk/>
          <pc:sldMk cId="81026583" sldId="476"/>
        </pc:sldMkLst>
      </pc:sldChg>
      <pc:sldChg chg="add">
        <pc:chgData name="준영 장" userId="0c9b8532fd537bfe" providerId="LiveId" clId="{7EE0BDA7-D220-4D18-8163-951D3B7721D7}" dt="2024-03-17T05:19:40.964" v="42"/>
        <pc:sldMkLst>
          <pc:docMk/>
          <pc:sldMk cId="394462071" sldId="476"/>
        </pc:sldMkLst>
      </pc:sldChg>
      <pc:sldChg chg="add">
        <pc:chgData name="준영 장" userId="0c9b8532fd537bfe" providerId="LiveId" clId="{7EE0BDA7-D220-4D18-8163-951D3B7721D7}" dt="2024-03-17T05:19:40.964" v="42"/>
        <pc:sldMkLst>
          <pc:docMk/>
          <pc:sldMk cId="4140084813" sldId="477"/>
        </pc:sldMkLst>
      </pc:sldChg>
      <pc:sldChg chg="del">
        <pc:chgData name="준영 장" userId="0c9b8532fd537bfe" providerId="LiveId" clId="{7EE0BDA7-D220-4D18-8163-951D3B7721D7}" dt="2024-03-17T05:19:32.575" v="41" actId="47"/>
        <pc:sldMkLst>
          <pc:docMk/>
          <pc:sldMk cId="572731654" sldId="478"/>
        </pc:sldMkLst>
      </pc:sldChg>
      <pc:sldChg chg="del">
        <pc:chgData name="준영 장" userId="0c9b8532fd537bfe" providerId="LiveId" clId="{7EE0BDA7-D220-4D18-8163-951D3B7721D7}" dt="2024-03-17T05:19:32.575" v="41" actId="47"/>
        <pc:sldMkLst>
          <pc:docMk/>
          <pc:sldMk cId="434720889" sldId="479"/>
        </pc:sldMkLst>
      </pc:sldChg>
      <pc:sldChg chg="add">
        <pc:chgData name="준영 장" userId="0c9b8532fd537bfe" providerId="LiveId" clId="{7EE0BDA7-D220-4D18-8163-951D3B7721D7}" dt="2024-03-17T05:19:40.964" v="42"/>
        <pc:sldMkLst>
          <pc:docMk/>
          <pc:sldMk cId="2670110645" sldId="480"/>
        </pc:sldMkLst>
      </pc:sldChg>
      <pc:sldChg chg="modSp add mod">
        <pc:chgData name="준영 장" userId="0c9b8532fd537bfe" providerId="LiveId" clId="{7EE0BDA7-D220-4D18-8163-951D3B7721D7}" dt="2024-03-17T08:29:03.211" v="237"/>
        <pc:sldMkLst>
          <pc:docMk/>
          <pc:sldMk cId="2052940579" sldId="481"/>
        </pc:sldMkLst>
        <pc:spChg chg="mod">
          <ac:chgData name="준영 장" userId="0c9b8532fd537bfe" providerId="LiveId" clId="{7EE0BDA7-D220-4D18-8163-951D3B7721D7}" dt="2024-03-17T08:29:03.211" v="237"/>
          <ac:spMkLst>
            <pc:docMk/>
            <pc:sldMk cId="2052940579" sldId="481"/>
            <ac:spMk id="2" creationId="{00000000-0000-0000-0000-000000000000}"/>
          </ac:spMkLst>
        </pc:spChg>
      </pc:sldChg>
      <pc:sldChg chg="del">
        <pc:chgData name="준영 장" userId="0c9b8532fd537bfe" providerId="LiveId" clId="{7EE0BDA7-D220-4D18-8163-951D3B7721D7}" dt="2024-03-17T05:19:32.575" v="41" actId="47"/>
        <pc:sldMkLst>
          <pc:docMk/>
          <pc:sldMk cId="472465745" sldId="482"/>
        </pc:sldMkLst>
        <pc:spChg chg="mod">
          <ac:chgData name="준영 장" userId="0c9b8532fd537bfe" providerId="LiveId" clId="{7EE0BDA7-D220-4D18-8163-951D3B7721D7}" dt="2024-03-17T08:32:54.813" v="371" actId="20577"/>
          <ac:spMkLst>
            <pc:docMk/>
            <pc:sldMk cId="472465745" sldId="482"/>
            <ac:spMk id="2" creationId="{00000000-0000-0000-0000-000000000000}"/>
          </ac:spMkLst>
        </pc:spChg>
      </pc:sldChg>
      <pc:sldChg chg="modSp add mod">
        <pc:chgData name="준영 장" userId="0c9b8532fd537bfe" providerId="LiveId" clId="{7EE0BDA7-D220-4D18-8163-951D3B7721D7}" dt="2024-03-17T08:30:12.345" v="285" actId="20577"/>
        <pc:sldMkLst>
          <pc:docMk/>
          <pc:sldMk cId="328123263" sldId="483"/>
        </pc:sldMkLst>
        <pc:spChg chg="mod">
          <ac:chgData name="준영 장" userId="0c9b8532fd537bfe" providerId="LiveId" clId="{7EE0BDA7-D220-4D18-8163-951D3B7721D7}" dt="2024-03-17T08:30:12.345" v="285" actId="20577"/>
          <ac:spMkLst>
            <pc:docMk/>
            <pc:sldMk cId="328123263" sldId="483"/>
            <ac:spMk id="2" creationId="{00000000-0000-0000-0000-000000000000}"/>
          </ac:spMkLst>
        </pc:spChg>
      </pc:sldChg>
      <pc:sldChg chg="del">
        <pc:chgData name="준영 장" userId="0c9b8532fd537bfe" providerId="LiveId" clId="{7EE0BDA7-D220-4D18-8163-951D3B7721D7}" dt="2024-03-17T05:19:32.575" v="41" actId="47"/>
        <pc:sldMkLst>
          <pc:docMk/>
          <pc:sldMk cId="1604721528" sldId="484"/>
        </pc:sldMkLst>
      </pc:sldChg>
      <pc:sldChg chg="modSp add mod">
        <pc:chgData name="준영 장" userId="0c9b8532fd537bfe" providerId="LiveId" clId="{7EE0BDA7-D220-4D18-8163-951D3B7721D7}" dt="2024-03-17T08:30:54.079" v="329" actId="20577"/>
        <pc:sldMkLst>
          <pc:docMk/>
          <pc:sldMk cId="322928739" sldId="485"/>
        </pc:sldMkLst>
        <pc:spChg chg="mod">
          <ac:chgData name="준영 장" userId="0c9b8532fd537bfe" providerId="LiveId" clId="{7EE0BDA7-D220-4D18-8163-951D3B7721D7}" dt="2024-03-17T08:30:54.079" v="329" actId="20577"/>
          <ac:spMkLst>
            <pc:docMk/>
            <pc:sldMk cId="322928739" sldId="485"/>
            <ac:spMk id="2" creationId="{00000000-0000-0000-0000-000000000000}"/>
          </ac:spMkLst>
        </pc:spChg>
      </pc:sldChg>
      <pc:sldChg chg="del">
        <pc:chgData name="준영 장" userId="0c9b8532fd537bfe" providerId="LiveId" clId="{7EE0BDA7-D220-4D18-8163-951D3B7721D7}" dt="2024-03-17T05:19:32.575" v="41" actId="47"/>
        <pc:sldMkLst>
          <pc:docMk/>
          <pc:sldMk cId="0" sldId="486"/>
        </pc:sldMkLst>
      </pc:sldChg>
      <pc:sldChg chg="del">
        <pc:chgData name="준영 장" userId="0c9b8532fd537bfe" providerId="LiveId" clId="{7EE0BDA7-D220-4D18-8163-951D3B7721D7}" dt="2024-03-17T05:19:32.575" v="41" actId="47"/>
        <pc:sldMkLst>
          <pc:docMk/>
          <pc:sldMk cId="856524837" sldId="487"/>
        </pc:sldMkLst>
      </pc:sldChg>
      <pc:sldChg chg="modSp add mod">
        <pc:chgData name="준영 장" userId="0c9b8532fd537bfe" providerId="LiveId" clId="{7EE0BDA7-D220-4D18-8163-951D3B7721D7}" dt="2024-03-17T08:29:10.187" v="239"/>
        <pc:sldMkLst>
          <pc:docMk/>
          <pc:sldMk cId="3504341406" sldId="487"/>
        </pc:sldMkLst>
        <pc:spChg chg="mod">
          <ac:chgData name="준영 장" userId="0c9b8532fd537bfe" providerId="LiveId" clId="{7EE0BDA7-D220-4D18-8163-951D3B7721D7}" dt="2024-03-17T08:29:10.187" v="239"/>
          <ac:spMkLst>
            <pc:docMk/>
            <pc:sldMk cId="3504341406" sldId="487"/>
            <ac:spMk id="2" creationId="{00000000-0000-0000-0000-000000000000}"/>
          </ac:spMkLst>
        </pc:spChg>
      </pc:sldChg>
      <pc:sldChg chg="del">
        <pc:chgData name="준영 장" userId="0c9b8532fd537bfe" providerId="LiveId" clId="{7EE0BDA7-D220-4D18-8163-951D3B7721D7}" dt="2024-03-17T05:19:32.575" v="41" actId="47"/>
        <pc:sldMkLst>
          <pc:docMk/>
          <pc:sldMk cId="0" sldId="488"/>
        </pc:sldMkLst>
      </pc:sldChg>
      <pc:sldChg chg="del">
        <pc:chgData name="준영 장" userId="0c9b8532fd537bfe" providerId="LiveId" clId="{7EE0BDA7-D220-4D18-8163-951D3B7721D7}" dt="2024-03-17T05:19:32.575" v="41" actId="47"/>
        <pc:sldMkLst>
          <pc:docMk/>
          <pc:sldMk cId="548757022" sldId="489"/>
        </pc:sldMkLst>
      </pc:sldChg>
      <pc:sldChg chg="del">
        <pc:chgData name="준영 장" userId="0c9b8532fd537bfe" providerId="LiveId" clId="{7EE0BDA7-D220-4D18-8163-951D3B7721D7}" dt="2024-03-17T05:19:32.575" v="41" actId="47"/>
        <pc:sldMkLst>
          <pc:docMk/>
          <pc:sldMk cId="0" sldId="490"/>
        </pc:sldMkLst>
      </pc:sldChg>
      <pc:sldChg chg="del">
        <pc:chgData name="준영 장" userId="0c9b8532fd537bfe" providerId="LiveId" clId="{7EE0BDA7-D220-4D18-8163-951D3B7721D7}" dt="2024-03-17T05:19:32.575" v="41" actId="47"/>
        <pc:sldMkLst>
          <pc:docMk/>
          <pc:sldMk cId="0" sldId="491"/>
        </pc:sldMkLst>
      </pc:sldChg>
      <pc:sldChg chg="del">
        <pc:chgData name="준영 장" userId="0c9b8532fd537bfe" providerId="LiveId" clId="{7EE0BDA7-D220-4D18-8163-951D3B7721D7}" dt="2024-03-17T05:19:32.575" v="41" actId="47"/>
        <pc:sldMkLst>
          <pc:docMk/>
          <pc:sldMk cId="0" sldId="492"/>
        </pc:sldMkLst>
      </pc:sldChg>
      <pc:sldChg chg="del">
        <pc:chgData name="준영 장" userId="0c9b8532fd537bfe" providerId="LiveId" clId="{7EE0BDA7-D220-4D18-8163-951D3B7721D7}" dt="2024-03-17T05:19:32.575" v="41" actId="47"/>
        <pc:sldMkLst>
          <pc:docMk/>
          <pc:sldMk cId="3643148115" sldId="493"/>
        </pc:sldMkLst>
      </pc:sldChg>
      <pc:sldChg chg="del">
        <pc:chgData name="준영 장" userId="0c9b8532fd537bfe" providerId="LiveId" clId="{7EE0BDA7-D220-4D18-8163-951D3B7721D7}" dt="2024-03-17T05:19:32.575" v="41" actId="47"/>
        <pc:sldMkLst>
          <pc:docMk/>
          <pc:sldMk cId="0" sldId="494"/>
        </pc:sldMkLst>
      </pc:sldChg>
      <pc:sldChg chg="del">
        <pc:chgData name="준영 장" userId="0c9b8532fd537bfe" providerId="LiveId" clId="{7EE0BDA7-D220-4D18-8163-951D3B7721D7}" dt="2024-03-17T05:19:32.575" v="41" actId="47"/>
        <pc:sldMkLst>
          <pc:docMk/>
          <pc:sldMk cId="0" sldId="495"/>
        </pc:sldMkLst>
      </pc:sldChg>
      <pc:sldChg chg="del">
        <pc:chgData name="준영 장" userId="0c9b8532fd537bfe" providerId="LiveId" clId="{7EE0BDA7-D220-4D18-8163-951D3B7721D7}" dt="2024-03-17T05:19:32.575" v="41" actId="47"/>
        <pc:sldMkLst>
          <pc:docMk/>
          <pc:sldMk cId="3817662580" sldId="496"/>
        </pc:sldMkLst>
      </pc:sldChg>
      <pc:sldChg chg="del">
        <pc:chgData name="준영 장" userId="0c9b8532fd537bfe" providerId="LiveId" clId="{7EE0BDA7-D220-4D18-8163-951D3B7721D7}" dt="2024-03-17T05:19:32.575" v="41" actId="47"/>
        <pc:sldMkLst>
          <pc:docMk/>
          <pc:sldMk cId="3261123242" sldId="497"/>
        </pc:sldMkLst>
      </pc:sldChg>
      <pc:sldChg chg="del">
        <pc:chgData name="준영 장" userId="0c9b8532fd537bfe" providerId="LiveId" clId="{7EE0BDA7-D220-4D18-8163-951D3B7721D7}" dt="2024-03-17T05:19:32.575" v="41" actId="47"/>
        <pc:sldMkLst>
          <pc:docMk/>
          <pc:sldMk cId="0" sldId="498"/>
        </pc:sldMkLst>
      </pc:sldChg>
      <pc:sldChg chg="del">
        <pc:chgData name="준영 장" userId="0c9b8532fd537bfe" providerId="LiveId" clId="{7EE0BDA7-D220-4D18-8163-951D3B7721D7}" dt="2024-03-17T05:19:32.575" v="41" actId="47"/>
        <pc:sldMkLst>
          <pc:docMk/>
          <pc:sldMk cId="0" sldId="499"/>
        </pc:sldMkLst>
      </pc:sldChg>
      <pc:sldChg chg="del">
        <pc:chgData name="준영 장" userId="0c9b8532fd537bfe" providerId="LiveId" clId="{7EE0BDA7-D220-4D18-8163-951D3B7721D7}" dt="2024-03-17T05:19:32.575" v="41" actId="47"/>
        <pc:sldMkLst>
          <pc:docMk/>
          <pc:sldMk cId="0" sldId="500"/>
        </pc:sldMkLst>
      </pc:sldChg>
      <pc:sldChg chg="del">
        <pc:chgData name="준영 장" userId="0c9b8532fd537bfe" providerId="LiveId" clId="{7EE0BDA7-D220-4D18-8163-951D3B7721D7}" dt="2024-03-17T05:19:32.575" v="41" actId="47"/>
        <pc:sldMkLst>
          <pc:docMk/>
          <pc:sldMk cId="3712038957" sldId="501"/>
        </pc:sldMkLst>
      </pc:sldChg>
      <pc:sldChg chg="del">
        <pc:chgData name="준영 장" userId="0c9b8532fd537bfe" providerId="LiveId" clId="{7EE0BDA7-D220-4D18-8163-951D3B7721D7}" dt="2024-03-17T05:19:32.575" v="41" actId="47"/>
        <pc:sldMkLst>
          <pc:docMk/>
          <pc:sldMk cId="0" sldId="502"/>
        </pc:sldMkLst>
      </pc:sldChg>
      <pc:sldChg chg="del">
        <pc:chgData name="준영 장" userId="0c9b8532fd537bfe" providerId="LiveId" clId="{7EE0BDA7-D220-4D18-8163-951D3B7721D7}" dt="2024-03-17T05:19:32.575" v="41" actId="47"/>
        <pc:sldMkLst>
          <pc:docMk/>
          <pc:sldMk cId="1595753438" sldId="503"/>
        </pc:sldMkLst>
      </pc:sldChg>
      <pc:sldChg chg="del">
        <pc:chgData name="준영 장" userId="0c9b8532fd537bfe" providerId="LiveId" clId="{7EE0BDA7-D220-4D18-8163-951D3B7721D7}" dt="2024-03-17T05:19:32.575" v="41" actId="47"/>
        <pc:sldMkLst>
          <pc:docMk/>
          <pc:sldMk cId="3219696612" sldId="504"/>
        </pc:sldMkLst>
      </pc:sldChg>
      <pc:sldChg chg="del">
        <pc:chgData name="준영 장" userId="0c9b8532fd537bfe" providerId="LiveId" clId="{7EE0BDA7-D220-4D18-8163-951D3B7721D7}" dt="2024-03-17T05:19:32.575" v="41" actId="47"/>
        <pc:sldMkLst>
          <pc:docMk/>
          <pc:sldMk cId="1723364011" sldId="505"/>
        </pc:sldMkLst>
      </pc:sldChg>
      <pc:sldChg chg="del">
        <pc:chgData name="준영 장" userId="0c9b8532fd537bfe" providerId="LiveId" clId="{7EE0BDA7-D220-4D18-8163-951D3B7721D7}" dt="2024-03-17T05:19:32.575" v="41" actId="47"/>
        <pc:sldMkLst>
          <pc:docMk/>
          <pc:sldMk cId="0" sldId="506"/>
        </pc:sldMkLst>
      </pc:sldChg>
      <pc:sldChg chg="del">
        <pc:chgData name="준영 장" userId="0c9b8532fd537bfe" providerId="LiveId" clId="{7EE0BDA7-D220-4D18-8163-951D3B7721D7}" dt="2024-03-17T05:19:32.575" v="41" actId="47"/>
        <pc:sldMkLst>
          <pc:docMk/>
          <pc:sldMk cId="0" sldId="507"/>
        </pc:sldMkLst>
      </pc:sldChg>
      <pc:sldChg chg="del">
        <pc:chgData name="준영 장" userId="0c9b8532fd537bfe" providerId="LiveId" clId="{7EE0BDA7-D220-4D18-8163-951D3B7721D7}" dt="2024-03-17T05:19:32.575" v="41" actId="47"/>
        <pc:sldMkLst>
          <pc:docMk/>
          <pc:sldMk cId="0" sldId="508"/>
        </pc:sldMkLst>
      </pc:sldChg>
      <pc:sldChg chg="del">
        <pc:chgData name="준영 장" userId="0c9b8532fd537bfe" providerId="LiveId" clId="{7EE0BDA7-D220-4D18-8163-951D3B7721D7}" dt="2024-03-17T05:19:32.575" v="41" actId="47"/>
        <pc:sldMkLst>
          <pc:docMk/>
          <pc:sldMk cId="0" sldId="509"/>
        </pc:sldMkLst>
      </pc:sldChg>
      <pc:sldChg chg="del">
        <pc:chgData name="준영 장" userId="0c9b8532fd537bfe" providerId="LiveId" clId="{7EE0BDA7-D220-4D18-8163-951D3B7721D7}" dt="2024-03-17T05:19:32.575" v="41" actId="47"/>
        <pc:sldMkLst>
          <pc:docMk/>
          <pc:sldMk cId="0" sldId="510"/>
        </pc:sldMkLst>
      </pc:sldChg>
      <pc:sldChg chg="del">
        <pc:chgData name="준영 장" userId="0c9b8532fd537bfe" providerId="LiveId" clId="{7EE0BDA7-D220-4D18-8163-951D3B7721D7}" dt="2024-03-17T05:19:32.575" v="41" actId="47"/>
        <pc:sldMkLst>
          <pc:docMk/>
          <pc:sldMk cId="0" sldId="511"/>
        </pc:sldMkLst>
      </pc:sldChg>
      <pc:sldChg chg="del">
        <pc:chgData name="준영 장" userId="0c9b8532fd537bfe" providerId="LiveId" clId="{7EE0BDA7-D220-4D18-8163-951D3B7721D7}" dt="2024-03-17T05:19:32.575" v="41" actId="47"/>
        <pc:sldMkLst>
          <pc:docMk/>
          <pc:sldMk cId="0" sldId="512"/>
        </pc:sldMkLst>
      </pc:sldChg>
      <pc:sldChg chg="del">
        <pc:chgData name="준영 장" userId="0c9b8532fd537bfe" providerId="LiveId" clId="{7EE0BDA7-D220-4D18-8163-951D3B7721D7}" dt="2024-03-17T05:19:32.575" v="41" actId="47"/>
        <pc:sldMkLst>
          <pc:docMk/>
          <pc:sldMk cId="0" sldId="513"/>
        </pc:sldMkLst>
      </pc:sldChg>
      <pc:sldChg chg="del">
        <pc:chgData name="준영 장" userId="0c9b8532fd537bfe" providerId="LiveId" clId="{7EE0BDA7-D220-4D18-8163-951D3B7721D7}" dt="2024-03-17T05:19:32.575" v="41" actId="47"/>
        <pc:sldMkLst>
          <pc:docMk/>
          <pc:sldMk cId="0" sldId="514"/>
        </pc:sldMkLst>
      </pc:sldChg>
      <pc:sldChg chg="del">
        <pc:chgData name="준영 장" userId="0c9b8532fd537bfe" providerId="LiveId" clId="{7EE0BDA7-D220-4D18-8163-951D3B7721D7}" dt="2024-03-17T05:19:32.575" v="41" actId="47"/>
        <pc:sldMkLst>
          <pc:docMk/>
          <pc:sldMk cId="0" sldId="515"/>
        </pc:sldMkLst>
      </pc:sldChg>
      <pc:sldChg chg="del">
        <pc:chgData name="준영 장" userId="0c9b8532fd537bfe" providerId="LiveId" clId="{7EE0BDA7-D220-4D18-8163-951D3B7721D7}" dt="2024-03-17T05:19:32.575" v="41" actId="47"/>
        <pc:sldMkLst>
          <pc:docMk/>
          <pc:sldMk cId="0" sldId="516"/>
        </pc:sldMkLst>
      </pc:sldChg>
      <pc:sldChg chg="del">
        <pc:chgData name="준영 장" userId="0c9b8532fd537bfe" providerId="LiveId" clId="{7EE0BDA7-D220-4D18-8163-951D3B7721D7}" dt="2024-03-17T05:19:32.575" v="41" actId="47"/>
        <pc:sldMkLst>
          <pc:docMk/>
          <pc:sldMk cId="0" sldId="517"/>
        </pc:sldMkLst>
      </pc:sldChg>
      <pc:sldChg chg="del">
        <pc:chgData name="준영 장" userId="0c9b8532fd537bfe" providerId="LiveId" clId="{7EE0BDA7-D220-4D18-8163-951D3B7721D7}" dt="2024-03-17T05:19:32.575" v="41" actId="47"/>
        <pc:sldMkLst>
          <pc:docMk/>
          <pc:sldMk cId="0" sldId="518"/>
        </pc:sldMkLst>
      </pc:sldChg>
      <pc:sldChg chg="del">
        <pc:chgData name="준영 장" userId="0c9b8532fd537bfe" providerId="LiveId" clId="{7EE0BDA7-D220-4D18-8163-951D3B7721D7}" dt="2024-03-17T05:19:32.575" v="41" actId="47"/>
        <pc:sldMkLst>
          <pc:docMk/>
          <pc:sldMk cId="0" sldId="519"/>
        </pc:sldMkLst>
      </pc:sldChg>
      <pc:sldChg chg="del">
        <pc:chgData name="준영 장" userId="0c9b8532fd537bfe" providerId="LiveId" clId="{7EE0BDA7-D220-4D18-8163-951D3B7721D7}" dt="2024-03-17T05:19:32.575" v="41" actId="47"/>
        <pc:sldMkLst>
          <pc:docMk/>
          <pc:sldMk cId="0" sldId="520"/>
        </pc:sldMkLst>
      </pc:sldChg>
      <pc:sldChg chg="del">
        <pc:chgData name="준영 장" userId="0c9b8532fd537bfe" providerId="LiveId" clId="{7EE0BDA7-D220-4D18-8163-951D3B7721D7}" dt="2024-03-17T05:19:32.575" v="41" actId="47"/>
        <pc:sldMkLst>
          <pc:docMk/>
          <pc:sldMk cId="0" sldId="521"/>
        </pc:sldMkLst>
      </pc:sldChg>
      <pc:sldChg chg="del">
        <pc:chgData name="준영 장" userId="0c9b8532fd537bfe" providerId="LiveId" clId="{7EE0BDA7-D220-4D18-8163-951D3B7721D7}" dt="2024-03-17T05:19:32.575" v="41" actId="47"/>
        <pc:sldMkLst>
          <pc:docMk/>
          <pc:sldMk cId="4265567508" sldId="522"/>
        </pc:sldMkLst>
      </pc:sldChg>
      <pc:sldChg chg="add">
        <pc:chgData name="준영 장" userId="0c9b8532fd537bfe" providerId="LiveId" clId="{7EE0BDA7-D220-4D18-8163-951D3B7721D7}" dt="2024-03-17T05:38:02.177" v="43"/>
        <pc:sldMkLst>
          <pc:docMk/>
          <pc:sldMk cId="1642180285" sldId="524"/>
        </pc:sldMkLst>
      </pc:sldChg>
      <pc:sldChg chg="add">
        <pc:chgData name="준영 장" userId="0c9b8532fd537bfe" providerId="LiveId" clId="{7EE0BDA7-D220-4D18-8163-951D3B7721D7}" dt="2024-03-17T05:38:02.177" v="43"/>
        <pc:sldMkLst>
          <pc:docMk/>
          <pc:sldMk cId="3717674541" sldId="525"/>
        </pc:sldMkLst>
      </pc:sldChg>
      <pc:sldChg chg="add">
        <pc:chgData name="준영 장" userId="0c9b8532fd537bfe" providerId="LiveId" clId="{7EE0BDA7-D220-4D18-8163-951D3B7721D7}" dt="2024-03-17T05:38:02.177" v="43"/>
        <pc:sldMkLst>
          <pc:docMk/>
          <pc:sldMk cId="2896855821" sldId="526"/>
        </pc:sldMkLst>
      </pc:sldChg>
      <pc:sldChg chg="modSp add mod">
        <pc:chgData name="준영 장" userId="0c9b8532fd537bfe" providerId="LiveId" clId="{7EE0BDA7-D220-4D18-8163-951D3B7721D7}" dt="2024-03-17T08:05:12.903" v="206" actId="20577"/>
        <pc:sldMkLst>
          <pc:docMk/>
          <pc:sldMk cId="1924720216" sldId="527"/>
        </pc:sldMkLst>
        <pc:graphicFrameChg chg="modGraphic">
          <ac:chgData name="준영 장" userId="0c9b8532fd537bfe" providerId="LiveId" clId="{7EE0BDA7-D220-4D18-8163-951D3B7721D7}" dt="2024-03-17T08:05:12.903" v="206" actId="20577"/>
          <ac:graphicFrameMkLst>
            <pc:docMk/>
            <pc:sldMk cId="1924720216" sldId="527"/>
            <ac:graphicFrameMk id="5" creationId="{00000000-0000-0000-0000-000000000000}"/>
          </ac:graphicFrameMkLst>
        </pc:graphicFrameChg>
      </pc:sldChg>
      <pc:sldChg chg="add">
        <pc:chgData name="준영 장" userId="0c9b8532fd537bfe" providerId="LiveId" clId="{7EE0BDA7-D220-4D18-8163-951D3B7721D7}" dt="2024-03-17T05:38:26.602" v="44"/>
        <pc:sldMkLst>
          <pc:docMk/>
          <pc:sldMk cId="1807172272" sldId="528"/>
        </pc:sldMkLst>
      </pc:sldChg>
      <pc:sldChg chg="add">
        <pc:chgData name="준영 장" userId="0c9b8532fd537bfe" providerId="LiveId" clId="{7EE0BDA7-D220-4D18-8163-951D3B7721D7}" dt="2024-03-17T05:38:26.602" v="44"/>
        <pc:sldMkLst>
          <pc:docMk/>
          <pc:sldMk cId="2758960080" sldId="529"/>
        </pc:sldMkLst>
      </pc:sldChg>
      <pc:sldChg chg="add">
        <pc:chgData name="준영 장" userId="0c9b8532fd537bfe" providerId="LiveId" clId="{7EE0BDA7-D220-4D18-8163-951D3B7721D7}" dt="2024-03-17T05:38:26.602" v="44"/>
        <pc:sldMkLst>
          <pc:docMk/>
          <pc:sldMk cId="2339514813" sldId="530"/>
        </pc:sldMkLst>
      </pc:sldChg>
      <pc:sldChg chg="add">
        <pc:chgData name="준영 장" userId="0c9b8532fd537bfe" providerId="LiveId" clId="{7EE0BDA7-D220-4D18-8163-951D3B7721D7}" dt="2024-03-17T05:38:26.602" v="44"/>
        <pc:sldMkLst>
          <pc:docMk/>
          <pc:sldMk cId="3719729634" sldId="531"/>
        </pc:sldMkLst>
      </pc:sldChg>
      <pc:sldChg chg="add">
        <pc:chgData name="준영 장" userId="0c9b8532fd537bfe" providerId="LiveId" clId="{7EE0BDA7-D220-4D18-8163-951D3B7721D7}" dt="2024-03-17T05:38:26.602" v="44"/>
        <pc:sldMkLst>
          <pc:docMk/>
          <pc:sldMk cId="3898360436" sldId="532"/>
        </pc:sldMkLst>
      </pc:sldChg>
    </pc:docChg>
  </pc:docChgLst>
  <pc:docChgLst>
    <pc:chgData name="준영 장" userId="0c9b8532fd537bfe" providerId="LiveId" clId="{29432EEA-EC04-421A-90A3-B5595832F797}"/>
    <pc:docChg chg="undo redo custSel addSld delSld modSld modMainMaster">
      <pc:chgData name="준영 장" userId="0c9b8532fd537bfe" providerId="LiveId" clId="{29432EEA-EC04-421A-90A3-B5595832F797}" dt="2024-03-17T05:09:16.389" v="1423"/>
      <pc:docMkLst>
        <pc:docMk/>
      </pc:docMkLst>
      <pc:sldChg chg="addSp delSp modSp add del mod modClrScheme chgLayout">
        <pc:chgData name="준영 장" userId="0c9b8532fd537bfe" providerId="LiveId" clId="{29432EEA-EC04-421A-90A3-B5595832F797}" dt="2024-03-11T12:38:59.621" v="8" actId="700"/>
        <pc:sldMkLst>
          <pc:docMk/>
          <pc:sldMk cId="0" sldId="256"/>
        </pc:sldMkLst>
        <pc:spChg chg="add del mod ord">
          <ac:chgData name="준영 장" userId="0c9b8532fd537bfe" providerId="LiveId" clId="{29432EEA-EC04-421A-90A3-B5595832F797}" dt="2024-03-11T12:38:59.621" v="8" actId="700"/>
          <ac:spMkLst>
            <pc:docMk/>
            <pc:sldMk cId="0" sldId="256"/>
            <ac:spMk id="3" creationId="{42991902-F165-9BBC-C5F1-72F09E28F511}"/>
          </ac:spMkLst>
        </pc:spChg>
        <pc:spChg chg="add del mod ord">
          <ac:chgData name="준영 장" userId="0c9b8532fd537bfe" providerId="LiveId" clId="{29432EEA-EC04-421A-90A3-B5595832F797}" dt="2024-03-11T12:38:59.621" v="8" actId="700"/>
          <ac:spMkLst>
            <pc:docMk/>
            <pc:sldMk cId="0" sldId="256"/>
            <ac:spMk id="4" creationId="{E199165F-3123-E3E2-9F28-9490E02D273F}"/>
          </ac:spMkLst>
        </pc:spChg>
      </pc:sldChg>
      <pc:sldChg chg="add del">
        <pc:chgData name="준영 장" userId="0c9b8532fd537bfe" providerId="LiveId" clId="{29432EEA-EC04-421A-90A3-B5595832F797}" dt="2024-03-11T12:38:34.594" v="5"/>
        <pc:sldMkLst>
          <pc:docMk/>
          <pc:sldMk cId="592381701" sldId="382"/>
        </pc:sldMkLst>
      </pc:sldChg>
      <pc:sldChg chg="add">
        <pc:chgData name="준영 장" userId="0c9b8532fd537bfe" providerId="LiveId" clId="{29432EEA-EC04-421A-90A3-B5595832F797}" dt="2024-03-14T13:35:38.446" v="63"/>
        <pc:sldMkLst>
          <pc:docMk/>
          <pc:sldMk cId="1795100531" sldId="382"/>
        </pc:sldMkLst>
      </pc:sldChg>
      <pc:sldChg chg="add del">
        <pc:chgData name="준영 장" userId="0c9b8532fd537bfe" providerId="LiveId" clId="{29432EEA-EC04-421A-90A3-B5595832F797}" dt="2024-03-11T12:37:07.455" v="3"/>
        <pc:sldMkLst>
          <pc:docMk/>
          <pc:sldMk cId="2752739395" sldId="382"/>
        </pc:sldMkLst>
      </pc:sldChg>
      <pc:sldChg chg="add del">
        <pc:chgData name="준영 장" userId="0c9b8532fd537bfe" providerId="LiveId" clId="{29432EEA-EC04-421A-90A3-B5595832F797}" dt="2024-03-11T12:37:02.178" v="1"/>
        <pc:sldMkLst>
          <pc:docMk/>
          <pc:sldMk cId="2813233395" sldId="382"/>
        </pc:sldMkLst>
      </pc:sldChg>
      <pc:sldChg chg="addSp modSp add del mod modClrScheme chgLayout">
        <pc:chgData name="준영 장" userId="0c9b8532fd537bfe" providerId="LiveId" clId="{29432EEA-EC04-421A-90A3-B5595832F797}" dt="2024-03-11T12:39:13.265" v="9" actId="47"/>
        <pc:sldMkLst>
          <pc:docMk/>
          <pc:sldMk cId="3088584304" sldId="382"/>
        </pc:sldMkLst>
        <pc:spChg chg="add mod ord">
          <ac:chgData name="준영 장" userId="0c9b8532fd537bfe" providerId="LiveId" clId="{29432EEA-EC04-421A-90A3-B5595832F797}" dt="2024-03-11T12:38:46.104" v="7" actId="700"/>
          <ac:spMkLst>
            <pc:docMk/>
            <pc:sldMk cId="3088584304" sldId="382"/>
            <ac:spMk id="2" creationId="{329212FC-7E77-DA76-CC8D-754BDC13950A}"/>
          </ac:spMkLst>
        </pc:spChg>
        <pc:spChg chg="add mod ord">
          <ac:chgData name="준영 장" userId="0c9b8532fd537bfe" providerId="LiveId" clId="{29432EEA-EC04-421A-90A3-B5595832F797}" dt="2024-03-11T12:38:46.104" v="7" actId="700"/>
          <ac:spMkLst>
            <pc:docMk/>
            <pc:sldMk cId="3088584304" sldId="382"/>
            <ac:spMk id="3" creationId="{D4C23830-11AD-4255-2F92-ED2CF1BFA2D7}"/>
          </ac:spMkLst>
        </pc:spChg>
      </pc:sldChg>
      <pc:sldChg chg="del">
        <pc:chgData name="준영 장" userId="0c9b8532fd537bfe" providerId="LiveId" clId="{29432EEA-EC04-421A-90A3-B5595832F797}" dt="2024-03-11T12:42:40.100" v="28" actId="47"/>
        <pc:sldMkLst>
          <pc:docMk/>
          <pc:sldMk cId="2789321763" sldId="384"/>
        </pc:sldMkLst>
      </pc:sldChg>
      <pc:sldChg chg="del">
        <pc:chgData name="준영 장" userId="0c9b8532fd537bfe" providerId="LiveId" clId="{29432EEA-EC04-421A-90A3-B5595832F797}" dt="2024-03-11T12:42:40.100" v="28" actId="47"/>
        <pc:sldMkLst>
          <pc:docMk/>
          <pc:sldMk cId="4212015663" sldId="385"/>
        </pc:sldMkLst>
      </pc:sldChg>
      <pc:sldChg chg="del">
        <pc:chgData name="준영 장" userId="0c9b8532fd537bfe" providerId="LiveId" clId="{29432EEA-EC04-421A-90A3-B5595832F797}" dt="2024-03-11T12:42:40.100" v="28" actId="47"/>
        <pc:sldMkLst>
          <pc:docMk/>
          <pc:sldMk cId="2172296476" sldId="386"/>
        </pc:sldMkLst>
      </pc:sldChg>
      <pc:sldChg chg="del">
        <pc:chgData name="준영 장" userId="0c9b8532fd537bfe" providerId="LiveId" clId="{29432EEA-EC04-421A-90A3-B5595832F797}" dt="2024-03-11T12:42:40.100" v="28" actId="47"/>
        <pc:sldMkLst>
          <pc:docMk/>
          <pc:sldMk cId="1777240908" sldId="387"/>
        </pc:sldMkLst>
      </pc:sldChg>
      <pc:sldChg chg="del">
        <pc:chgData name="준영 장" userId="0c9b8532fd537bfe" providerId="LiveId" clId="{29432EEA-EC04-421A-90A3-B5595832F797}" dt="2024-03-11T12:42:40.100" v="28" actId="47"/>
        <pc:sldMkLst>
          <pc:docMk/>
          <pc:sldMk cId="3914093828" sldId="388"/>
        </pc:sldMkLst>
      </pc:sldChg>
      <pc:sldChg chg="add del">
        <pc:chgData name="준영 장" userId="0c9b8532fd537bfe" providerId="LiveId" clId="{29432EEA-EC04-421A-90A3-B5595832F797}" dt="2024-03-11T12:38:34.594" v="5"/>
        <pc:sldMkLst>
          <pc:docMk/>
          <pc:sldMk cId="1922923233" sldId="389"/>
        </pc:sldMkLst>
      </pc:sldChg>
      <pc:sldChg chg="add del">
        <pc:chgData name="준영 장" userId="0c9b8532fd537bfe" providerId="LiveId" clId="{29432EEA-EC04-421A-90A3-B5595832F797}" dt="2024-03-11T12:37:07.455" v="3"/>
        <pc:sldMkLst>
          <pc:docMk/>
          <pc:sldMk cId="2036973542" sldId="389"/>
        </pc:sldMkLst>
      </pc:sldChg>
      <pc:sldChg chg="addSp delSp modSp add del mod modClrScheme chgLayout">
        <pc:chgData name="준영 장" userId="0c9b8532fd537bfe" providerId="LiveId" clId="{29432EEA-EC04-421A-90A3-B5595832F797}" dt="2024-03-14T13:34:33.233" v="62" actId="700"/>
        <pc:sldMkLst>
          <pc:docMk/>
          <pc:sldMk cId="2267649508" sldId="389"/>
        </pc:sldMkLst>
        <pc:spChg chg="add del mod ord">
          <ac:chgData name="준영 장" userId="0c9b8532fd537bfe" providerId="LiveId" clId="{29432EEA-EC04-421A-90A3-B5595832F797}" dt="2024-03-14T13:34:33.233" v="62" actId="700"/>
          <ac:spMkLst>
            <pc:docMk/>
            <pc:sldMk cId="2267649508" sldId="389"/>
            <ac:spMk id="2" creationId="{4057912F-DF33-3DD6-B08F-BCB71A0FFB0B}"/>
          </ac:spMkLst>
        </pc:spChg>
        <pc:spChg chg="add del mod ord">
          <ac:chgData name="준영 장" userId="0c9b8532fd537bfe" providerId="LiveId" clId="{29432EEA-EC04-421A-90A3-B5595832F797}" dt="2024-03-14T13:34:33.233" v="62" actId="700"/>
          <ac:spMkLst>
            <pc:docMk/>
            <pc:sldMk cId="2267649508" sldId="389"/>
            <ac:spMk id="3" creationId="{EDBA5906-17F9-77E2-2468-DF9C323B280E}"/>
          </ac:spMkLst>
        </pc:spChg>
      </pc:sldChg>
      <pc:sldChg chg="add del">
        <pc:chgData name="준영 장" userId="0c9b8532fd537bfe" providerId="LiveId" clId="{29432EEA-EC04-421A-90A3-B5595832F797}" dt="2024-03-11T12:37:02.178" v="1"/>
        <pc:sldMkLst>
          <pc:docMk/>
          <pc:sldMk cId="2336788713" sldId="389"/>
        </pc:sldMkLst>
      </pc:sldChg>
      <pc:sldChg chg="addSp delSp modSp add mod modClrScheme chgLayout">
        <pc:chgData name="준영 장" userId="0c9b8532fd537bfe" providerId="LiveId" clId="{29432EEA-EC04-421A-90A3-B5595832F797}" dt="2024-03-14T13:50:06.623" v="571" actId="700"/>
        <pc:sldMkLst>
          <pc:docMk/>
          <pc:sldMk cId="1224813733" sldId="390"/>
        </pc:sldMkLst>
        <pc:spChg chg="add del mod ord">
          <ac:chgData name="준영 장" userId="0c9b8532fd537bfe" providerId="LiveId" clId="{29432EEA-EC04-421A-90A3-B5595832F797}" dt="2024-03-14T13:50:06.623" v="571" actId="700"/>
          <ac:spMkLst>
            <pc:docMk/>
            <pc:sldMk cId="1224813733" sldId="390"/>
            <ac:spMk id="2" creationId="{57D4E92D-428B-49E1-58CD-58510D8177D2}"/>
          </ac:spMkLst>
        </pc:spChg>
        <pc:spChg chg="add del mod ord">
          <ac:chgData name="준영 장" userId="0c9b8532fd537bfe" providerId="LiveId" clId="{29432EEA-EC04-421A-90A3-B5595832F797}" dt="2024-03-14T13:50:06.623" v="571" actId="700"/>
          <ac:spMkLst>
            <pc:docMk/>
            <pc:sldMk cId="1224813733" sldId="390"/>
            <ac:spMk id="3" creationId="{923D8036-CADD-FA46-BA53-C211E0DC5300}"/>
          </ac:spMkLst>
        </pc:spChg>
      </pc:sldChg>
      <pc:sldChg chg="add del">
        <pc:chgData name="준영 장" userId="0c9b8532fd537bfe" providerId="LiveId" clId="{29432EEA-EC04-421A-90A3-B5595832F797}" dt="2024-03-11T12:38:34.594" v="5"/>
        <pc:sldMkLst>
          <pc:docMk/>
          <pc:sldMk cId="1839085098" sldId="390"/>
        </pc:sldMkLst>
      </pc:sldChg>
      <pc:sldChg chg="add del">
        <pc:chgData name="준영 장" userId="0c9b8532fd537bfe" providerId="LiveId" clId="{29432EEA-EC04-421A-90A3-B5595832F797}" dt="2024-03-11T12:37:02.178" v="1"/>
        <pc:sldMkLst>
          <pc:docMk/>
          <pc:sldMk cId="3001612791" sldId="390"/>
        </pc:sldMkLst>
      </pc:sldChg>
      <pc:sldChg chg="add del">
        <pc:chgData name="준영 장" userId="0c9b8532fd537bfe" providerId="LiveId" clId="{29432EEA-EC04-421A-90A3-B5595832F797}" dt="2024-03-11T12:37:07.455" v="3"/>
        <pc:sldMkLst>
          <pc:docMk/>
          <pc:sldMk cId="3784426025" sldId="390"/>
        </pc:sldMkLst>
      </pc:sldChg>
      <pc:sldChg chg="del">
        <pc:chgData name="준영 장" userId="0c9b8532fd537bfe" providerId="LiveId" clId="{29432EEA-EC04-421A-90A3-B5595832F797}" dt="2024-03-11T12:42:40.100" v="28" actId="47"/>
        <pc:sldMkLst>
          <pc:docMk/>
          <pc:sldMk cId="1795100531" sldId="391"/>
        </pc:sldMkLst>
      </pc:sldChg>
      <pc:sldChg chg="modSp add del mod modClrScheme chgLayout">
        <pc:chgData name="준영 장" userId="0c9b8532fd537bfe" providerId="LiveId" clId="{29432EEA-EC04-421A-90A3-B5595832F797}" dt="2024-03-11T12:39:25.220" v="10" actId="47"/>
        <pc:sldMkLst>
          <pc:docMk/>
          <pc:sldMk cId="2035760066" sldId="392"/>
        </pc:sldMkLst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2035760066" sldId="392"/>
            <ac:spMk id="2" creationId="{00000000-0000-0000-0000-000000000000}"/>
          </ac:spMkLst>
        </pc:spChg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2035760066" sldId="392"/>
            <ac:spMk id="3" creationId="{00000000-0000-0000-0000-000000000000}"/>
          </ac:spMkLst>
        </pc:spChg>
      </pc:sldChg>
      <pc:sldChg chg="del">
        <pc:chgData name="준영 장" userId="0c9b8532fd537bfe" providerId="LiveId" clId="{29432EEA-EC04-421A-90A3-B5595832F797}" dt="2024-03-11T12:42:40.100" v="28" actId="47"/>
        <pc:sldMkLst>
          <pc:docMk/>
          <pc:sldMk cId="1795100531" sldId="393"/>
        </pc:sldMkLst>
      </pc:sldChg>
      <pc:sldChg chg="del">
        <pc:chgData name="준영 장" userId="0c9b8532fd537bfe" providerId="LiveId" clId="{29432EEA-EC04-421A-90A3-B5595832F797}" dt="2024-03-11T12:42:40.100" v="28" actId="47"/>
        <pc:sldMkLst>
          <pc:docMk/>
          <pc:sldMk cId="0" sldId="394"/>
        </pc:sldMkLst>
      </pc:sldChg>
      <pc:sldChg chg="del">
        <pc:chgData name="준영 장" userId="0c9b8532fd537bfe" providerId="LiveId" clId="{29432EEA-EC04-421A-90A3-B5595832F797}" dt="2024-03-11T12:42:40.100" v="28" actId="47"/>
        <pc:sldMkLst>
          <pc:docMk/>
          <pc:sldMk cId="0" sldId="395"/>
        </pc:sldMkLst>
      </pc:sldChg>
      <pc:sldChg chg="del">
        <pc:chgData name="준영 장" userId="0c9b8532fd537bfe" providerId="LiveId" clId="{29432EEA-EC04-421A-90A3-B5595832F797}" dt="2024-03-11T12:42:40.100" v="28" actId="47"/>
        <pc:sldMkLst>
          <pc:docMk/>
          <pc:sldMk cId="0" sldId="396"/>
        </pc:sldMkLst>
      </pc:sldChg>
      <pc:sldChg chg="del">
        <pc:chgData name="준영 장" userId="0c9b8532fd537bfe" providerId="LiveId" clId="{29432EEA-EC04-421A-90A3-B5595832F797}" dt="2024-03-11T12:42:40.100" v="28" actId="47"/>
        <pc:sldMkLst>
          <pc:docMk/>
          <pc:sldMk cId="0" sldId="397"/>
        </pc:sldMkLst>
      </pc:sldChg>
      <pc:sldChg chg="del">
        <pc:chgData name="준영 장" userId="0c9b8532fd537bfe" providerId="LiveId" clId="{29432EEA-EC04-421A-90A3-B5595832F797}" dt="2024-03-11T12:42:40.100" v="28" actId="47"/>
        <pc:sldMkLst>
          <pc:docMk/>
          <pc:sldMk cId="0" sldId="398"/>
        </pc:sldMkLst>
      </pc:sldChg>
      <pc:sldChg chg="del">
        <pc:chgData name="준영 장" userId="0c9b8532fd537bfe" providerId="LiveId" clId="{29432EEA-EC04-421A-90A3-B5595832F797}" dt="2024-03-11T12:42:40.100" v="28" actId="47"/>
        <pc:sldMkLst>
          <pc:docMk/>
          <pc:sldMk cId="0" sldId="399"/>
        </pc:sldMkLst>
      </pc:sldChg>
      <pc:sldChg chg="del">
        <pc:chgData name="준영 장" userId="0c9b8532fd537bfe" providerId="LiveId" clId="{29432EEA-EC04-421A-90A3-B5595832F797}" dt="2024-03-11T12:42:40.100" v="28" actId="47"/>
        <pc:sldMkLst>
          <pc:docMk/>
          <pc:sldMk cId="0" sldId="400"/>
        </pc:sldMkLst>
      </pc:sldChg>
      <pc:sldChg chg="del">
        <pc:chgData name="준영 장" userId="0c9b8532fd537bfe" providerId="LiveId" clId="{29432EEA-EC04-421A-90A3-B5595832F797}" dt="2024-03-11T12:42:40.100" v="28" actId="47"/>
        <pc:sldMkLst>
          <pc:docMk/>
          <pc:sldMk cId="0" sldId="401"/>
        </pc:sldMkLst>
      </pc:sldChg>
      <pc:sldChg chg="del">
        <pc:chgData name="준영 장" userId="0c9b8532fd537bfe" providerId="LiveId" clId="{29432EEA-EC04-421A-90A3-B5595832F797}" dt="2024-03-11T12:42:40.100" v="28" actId="47"/>
        <pc:sldMkLst>
          <pc:docMk/>
          <pc:sldMk cId="1777240908" sldId="402"/>
        </pc:sldMkLst>
      </pc:sldChg>
      <pc:sldChg chg="del">
        <pc:chgData name="준영 장" userId="0c9b8532fd537bfe" providerId="LiveId" clId="{29432EEA-EC04-421A-90A3-B5595832F797}" dt="2024-03-11T12:42:40.100" v="28" actId="47"/>
        <pc:sldMkLst>
          <pc:docMk/>
          <pc:sldMk cId="0" sldId="403"/>
        </pc:sldMkLst>
      </pc:sldChg>
      <pc:sldChg chg="del">
        <pc:chgData name="준영 장" userId="0c9b8532fd537bfe" providerId="LiveId" clId="{29432EEA-EC04-421A-90A3-B5595832F797}" dt="2024-03-11T12:42:40.100" v="28" actId="47"/>
        <pc:sldMkLst>
          <pc:docMk/>
          <pc:sldMk cId="0" sldId="404"/>
        </pc:sldMkLst>
      </pc:sldChg>
      <pc:sldChg chg="del">
        <pc:chgData name="준영 장" userId="0c9b8532fd537bfe" providerId="LiveId" clId="{29432EEA-EC04-421A-90A3-B5595832F797}" dt="2024-03-11T12:42:40.100" v="28" actId="47"/>
        <pc:sldMkLst>
          <pc:docMk/>
          <pc:sldMk cId="0" sldId="405"/>
        </pc:sldMkLst>
      </pc:sldChg>
      <pc:sldChg chg="del">
        <pc:chgData name="준영 장" userId="0c9b8532fd537bfe" providerId="LiveId" clId="{29432EEA-EC04-421A-90A3-B5595832F797}" dt="2024-03-11T12:42:40.100" v="28" actId="47"/>
        <pc:sldMkLst>
          <pc:docMk/>
          <pc:sldMk cId="0" sldId="406"/>
        </pc:sldMkLst>
      </pc:sldChg>
      <pc:sldChg chg="del">
        <pc:chgData name="준영 장" userId="0c9b8532fd537bfe" providerId="LiveId" clId="{29432EEA-EC04-421A-90A3-B5595832F797}" dt="2024-03-11T12:42:40.100" v="28" actId="47"/>
        <pc:sldMkLst>
          <pc:docMk/>
          <pc:sldMk cId="0" sldId="407"/>
        </pc:sldMkLst>
      </pc:sldChg>
      <pc:sldChg chg="del">
        <pc:chgData name="준영 장" userId="0c9b8532fd537bfe" providerId="LiveId" clId="{29432EEA-EC04-421A-90A3-B5595832F797}" dt="2024-03-11T12:42:40.100" v="28" actId="47"/>
        <pc:sldMkLst>
          <pc:docMk/>
          <pc:sldMk cId="0" sldId="408"/>
        </pc:sldMkLst>
      </pc:sldChg>
      <pc:sldChg chg="modSp add del mod modClrScheme chgLayout">
        <pc:chgData name="준영 장" userId="0c9b8532fd537bfe" providerId="LiveId" clId="{29432EEA-EC04-421A-90A3-B5595832F797}" dt="2024-03-14T13:45:51.524" v="548" actId="1076"/>
        <pc:sldMkLst>
          <pc:docMk/>
          <pc:sldMk cId="0" sldId="409"/>
        </pc:sldMkLst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0" sldId="409"/>
            <ac:spMk id="2" creationId="{00000000-0000-0000-0000-000000000000}"/>
          </ac:spMkLst>
        </pc:spChg>
        <pc:spChg chg="mod ord">
          <ac:chgData name="준영 장" userId="0c9b8532fd537bfe" providerId="LiveId" clId="{29432EEA-EC04-421A-90A3-B5595832F797}" dt="2024-03-14T13:45:51.524" v="548" actId="1076"/>
          <ac:spMkLst>
            <pc:docMk/>
            <pc:sldMk cId="0" sldId="409"/>
            <ac:spMk id="3" creationId="{00000000-0000-0000-0000-000000000000}"/>
          </ac:spMkLst>
        </pc:spChg>
        <pc:spChg chg="mod">
          <ac:chgData name="준영 장" userId="0c9b8532fd537bfe" providerId="LiveId" clId="{29432EEA-EC04-421A-90A3-B5595832F797}" dt="2024-03-14T13:45:44.631" v="547" actId="1076"/>
          <ac:spMkLst>
            <pc:docMk/>
            <pc:sldMk cId="0" sldId="409"/>
            <ac:spMk id="4" creationId="{00000000-0000-0000-0000-000000000000}"/>
          </ac:spMkLst>
        </pc:spChg>
      </pc:sldChg>
      <pc:sldChg chg="del">
        <pc:chgData name="준영 장" userId="0c9b8532fd537bfe" providerId="LiveId" clId="{29432EEA-EC04-421A-90A3-B5595832F797}" dt="2024-03-11T12:42:40.100" v="28" actId="47"/>
        <pc:sldMkLst>
          <pc:docMk/>
          <pc:sldMk cId="0" sldId="410"/>
        </pc:sldMkLst>
      </pc:sldChg>
      <pc:sldChg chg="del">
        <pc:chgData name="준영 장" userId="0c9b8532fd537bfe" providerId="LiveId" clId="{29432EEA-EC04-421A-90A3-B5595832F797}" dt="2024-03-11T12:42:40.100" v="28" actId="47"/>
        <pc:sldMkLst>
          <pc:docMk/>
          <pc:sldMk cId="0" sldId="411"/>
        </pc:sldMkLst>
      </pc:sldChg>
      <pc:sldChg chg="del">
        <pc:chgData name="준영 장" userId="0c9b8532fd537bfe" providerId="LiveId" clId="{29432EEA-EC04-421A-90A3-B5595832F797}" dt="2024-03-11T12:42:40.100" v="28" actId="47"/>
        <pc:sldMkLst>
          <pc:docMk/>
          <pc:sldMk cId="0" sldId="412"/>
        </pc:sldMkLst>
      </pc:sldChg>
      <pc:sldChg chg="del">
        <pc:chgData name="준영 장" userId="0c9b8532fd537bfe" providerId="LiveId" clId="{29432EEA-EC04-421A-90A3-B5595832F797}" dt="2024-03-11T12:42:40.100" v="28" actId="47"/>
        <pc:sldMkLst>
          <pc:docMk/>
          <pc:sldMk cId="0" sldId="413"/>
        </pc:sldMkLst>
      </pc:sldChg>
      <pc:sldChg chg="del">
        <pc:chgData name="준영 장" userId="0c9b8532fd537bfe" providerId="LiveId" clId="{29432EEA-EC04-421A-90A3-B5595832F797}" dt="2024-03-11T12:42:40.100" v="28" actId="47"/>
        <pc:sldMkLst>
          <pc:docMk/>
          <pc:sldMk cId="0" sldId="414"/>
        </pc:sldMkLst>
      </pc:sldChg>
      <pc:sldChg chg="del">
        <pc:chgData name="준영 장" userId="0c9b8532fd537bfe" providerId="LiveId" clId="{29432EEA-EC04-421A-90A3-B5595832F797}" dt="2024-03-11T12:42:40.100" v="28" actId="47"/>
        <pc:sldMkLst>
          <pc:docMk/>
          <pc:sldMk cId="0" sldId="415"/>
        </pc:sldMkLst>
      </pc:sldChg>
      <pc:sldChg chg="del">
        <pc:chgData name="준영 장" userId="0c9b8532fd537bfe" providerId="LiveId" clId="{29432EEA-EC04-421A-90A3-B5595832F797}" dt="2024-03-11T12:42:40.100" v="28" actId="47"/>
        <pc:sldMkLst>
          <pc:docMk/>
          <pc:sldMk cId="0" sldId="416"/>
        </pc:sldMkLst>
      </pc:sldChg>
      <pc:sldChg chg="del">
        <pc:chgData name="준영 장" userId="0c9b8532fd537bfe" providerId="LiveId" clId="{29432EEA-EC04-421A-90A3-B5595832F797}" dt="2024-03-11T12:42:40.100" v="28" actId="47"/>
        <pc:sldMkLst>
          <pc:docMk/>
          <pc:sldMk cId="0" sldId="417"/>
        </pc:sldMkLst>
      </pc:sldChg>
      <pc:sldChg chg="del">
        <pc:chgData name="준영 장" userId="0c9b8532fd537bfe" providerId="LiveId" clId="{29432EEA-EC04-421A-90A3-B5595832F797}" dt="2024-03-11T12:42:40.100" v="28" actId="47"/>
        <pc:sldMkLst>
          <pc:docMk/>
          <pc:sldMk cId="0" sldId="418"/>
        </pc:sldMkLst>
      </pc:sldChg>
      <pc:sldChg chg="del">
        <pc:chgData name="준영 장" userId="0c9b8532fd537bfe" providerId="LiveId" clId="{29432EEA-EC04-421A-90A3-B5595832F797}" dt="2024-03-11T12:42:40.100" v="28" actId="47"/>
        <pc:sldMkLst>
          <pc:docMk/>
          <pc:sldMk cId="1777240908" sldId="419"/>
        </pc:sldMkLst>
      </pc:sldChg>
      <pc:sldChg chg="del">
        <pc:chgData name="준영 장" userId="0c9b8532fd537bfe" providerId="LiveId" clId="{29432EEA-EC04-421A-90A3-B5595832F797}" dt="2024-03-11T12:42:40.100" v="28" actId="47"/>
        <pc:sldMkLst>
          <pc:docMk/>
          <pc:sldMk cId="1777240908" sldId="420"/>
        </pc:sldMkLst>
      </pc:sldChg>
      <pc:sldChg chg="del">
        <pc:chgData name="준영 장" userId="0c9b8532fd537bfe" providerId="LiveId" clId="{29432EEA-EC04-421A-90A3-B5595832F797}" dt="2024-03-11T12:42:40.100" v="28" actId="47"/>
        <pc:sldMkLst>
          <pc:docMk/>
          <pc:sldMk cId="1777240908" sldId="421"/>
        </pc:sldMkLst>
      </pc:sldChg>
      <pc:sldChg chg="modSp add del mod modClrScheme chgLayout">
        <pc:chgData name="준영 장" userId="0c9b8532fd537bfe" providerId="LiveId" clId="{29432EEA-EC04-421A-90A3-B5595832F797}" dt="2024-03-14T13:50:32.658" v="574" actId="1076"/>
        <pc:sldMkLst>
          <pc:docMk/>
          <pc:sldMk cId="0" sldId="422"/>
        </pc:sldMkLst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0" sldId="422"/>
            <ac:spMk id="2" creationId="{00000000-0000-0000-0000-000000000000}"/>
          </ac:spMkLst>
        </pc:spChg>
        <pc:spChg chg="mod ord">
          <ac:chgData name="준영 장" userId="0c9b8532fd537bfe" providerId="LiveId" clId="{29432EEA-EC04-421A-90A3-B5595832F797}" dt="2024-03-14T13:50:32.658" v="574" actId="1076"/>
          <ac:spMkLst>
            <pc:docMk/>
            <pc:sldMk cId="0" sldId="422"/>
            <ac:spMk id="3" creationId="{00000000-0000-0000-0000-000000000000}"/>
          </ac:spMkLst>
        </pc:spChg>
        <pc:spChg chg="mod">
          <ac:chgData name="준영 장" userId="0c9b8532fd537bfe" providerId="LiveId" clId="{29432EEA-EC04-421A-90A3-B5595832F797}" dt="2024-03-14T13:50:28.802" v="573" actId="1076"/>
          <ac:spMkLst>
            <pc:docMk/>
            <pc:sldMk cId="0" sldId="422"/>
            <ac:spMk id="5" creationId="{00000000-0000-0000-0000-000000000000}"/>
          </ac:spMkLst>
        </pc:spChg>
      </pc:sldChg>
      <pc:sldChg chg="del">
        <pc:chgData name="준영 장" userId="0c9b8532fd537bfe" providerId="LiveId" clId="{29432EEA-EC04-421A-90A3-B5595832F797}" dt="2024-03-11T12:42:40.100" v="28" actId="47"/>
        <pc:sldMkLst>
          <pc:docMk/>
          <pc:sldMk cId="0" sldId="423"/>
        </pc:sldMkLst>
      </pc:sldChg>
      <pc:sldChg chg="del">
        <pc:chgData name="준영 장" userId="0c9b8532fd537bfe" providerId="LiveId" clId="{29432EEA-EC04-421A-90A3-B5595832F797}" dt="2024-03-11T12:42:40.100" v="28" actId="47"/>
        <pc:sldMkLst>
          <pc:docMk/>
          <pc:sldMk cId="0" sldId="424"/>
        </pc:sldMkLst>
      </pc:sldChg>
      <pc:sldChg chg="del">
        <pc:chgData name="준영 장" userId="0c9b8532fd537bfe" providerId="LiveId" clId="{29432EEA-EC04-421A-90A3-B5595832F797}" dt="2024-03-11T12:42:40.100" v="28" actId="47"/>
        <pc:sldMkLst>
          <pc:docMk/>
          <pc:sldMk cId="1795100531" sldId="425"/>
        </pc:sldMkLst>
      </pc:sldChg>
      <pc:sldChg chg="del">
        <pc:chgData name="준영 장" userId="0c9b8532fd537bfe" providerId="LiveId" clId="{29432EEA-EC04-421A-90A3-B5595832F797}" dt="2024-03-11T12:42:40.100" v="28" actId="47"/>
        <pc:sldMkLst>
          <pc:docMk/>
          <pc:sldMk cId="1777240908" sldId="426"/>
        </pc:sldMkLst>
      </pc:sldChg>
      <pc:sldChg chg="del">
        <pc:chgData name="준영 장" userId="0c9b8532fd537bfe" providerId="LiveId" clId="{29432EEA-EC04-421A-90A3-B5595832F797}" dt="2024-03-11T12:42:40.100" v="28" actId="47"/>
        <pc:sldMkLst>
          <pc:docMk/>
          <pc:sldMk cId="1777240908" sldId="427"/>
        </pc:sldMkLst>
      </pc:sldChg>
      <pc:sldChg chg="del">
        <pc:chgData name="준영 장" userId="0c9b8532fd537bfe" providerId="LiveId" clId="{29432EEA-EC04-421A-90A3-B5595832F797}" dt="2024-03-11T12:42:40.100" v="28" actId="47"/>
        <pc:sldMkLst>
          <pc:docMk/>
          <pc:sldMk cId="1795100531" sldId="428"/>
        </pc:sldMkLst>
      </pc:sldChg>
      <pc:sldChg chg="del">
        <pc:chgData name="준영 장" userId="0c9b8532fd537bfe" providerId="LiveId" clId="{29432EEA-EC04-421A-90A3-B5595832F797}" dt="2024-03-11T12:42:40.100" v="28" actId="47"/>
        <pc:sldMkLst>
          <pc:docMk/>
          <pc:sldMk cId="1795100531" sldId="429"/>
        </pc:sldMkLst>
      </pc:sldChg>
      <pc:sldChg chg="del">
        <pc:chgData name="준영 장" userId="0c9b8532fd537bfe" providerId="LiveId" clId="{29432EEA-EC04-421A-90A3-B5595832F797}" dt="2024-03-11T12:42:40.100" v="28" actId="47"/>
        <pc:sldMkLst>
          <pc:docMk/>
          <pc:sldMk cId="1795100531" sldId="430"/>
        </pc:sldMkLst>
      </pc:sldChg>
      <pc:sldChg chg="del">
        <pc:chgData name="준영 장" userId="0c9b8532fd537bfe" providerId="LiveId" clId="{29432EEA-EC04-421A-90A3-B5595832F797}" dt="2024-03-11T12:42:40.100" v="28" actId="47"/>
        <pc:sldMkLst>
          <pc:docMk/>
          <pc:sldMk cId="1795100531" sldId="431"/>
        </pc:sldMkLst>
      </pc:sldChg>
      <pc:sldChg chg="del">
        <pc:chgData name="준영 장" userId="0c9b8532fd537bfe" providerId="LiveId" clId="{29432EEA-EC04-421A-90A3-B5595832F797}" dt="2024-03-11T12:42:40.100" v="28" actId="47"/>
        <pc:sldMkLst>
          <pc:docMk/>
          <pc:sldMk cId="1777240908" sldId="432"/>
        </pc:sldMkLst>
      </pc:sldChg>
      <pc:sldChg chg="del">
        <pc:chgData name="준영 장" userId="0c9b8532fd537bfe" providerId="LiveId" clId="{29432EEA-EC04-421A-90A3-B5595832F797}" dt="2024-03-11T12:42:40.100" v="28" actId="47"/>
        <pc:sldMkLst>
          <pc:docMk/>
          <pc:sldMk cId="1777240908" sldId="433"/>
        </pc:sldMkLst>
      </pc:sldChg>
      <pc:sldChg chg="del">
        <pc:chgData name="준영 장" userId="0c9b8532fd537bfe" providerId="LiveId" clId="{29432EEA-EC04-421A-90A3-B5595832F797}" dt="2024-03-11T12:42:40.100" v="28" actId="47"/>
        <pc:sldMkLst>
          <pc:docMk/>
          <pc:sldMk cId="1777240908" sldId="434"/>
        </pc:sldMkLst>
      </pc:sldChg>
      <pc:sldChg chg="del">
        <pc:chgData name="준영 장" userId="0c9b8532fd537bfe" providerId="LiveId" clId="{29432EEA-EC04-421A-90A3-B5595832F797}" dt="2024-03-11T12:42:40.100" v="28" actId="47"/>
        <pc:sldMkLst>
          <pc:docMk/>
          <pc:sldMk cId="0" sldId="435"/>
        </pc:sldMkLst>
      </pc:sldChg>
      <pc:sldChg chg="del">
        <pc:chgData name="준영 장" userId="0c9b8532fd537bfe" providerId="LiveId" clId="{29432EEA-EC04-421A-90A3-B5595832F797}" dt="2024-03-11T12:42:40.100" v="28" actId="47"/>
        <pc:sldMkLst>
          <pc:docMk/>
          <pc:sldMk cId="0" sldId="436"/>
        </pc:sldMkLst>
      </pc:sldChg>
      <pc:sldChg chg="del">
        <pc:chgData name="준영 장" userId="0c9b8532fd537bfe" providerId="LiveId" clId="{29432EEA-EC04-421A-90A3-B5595832F797}" dt="2024-03-11T12:42:40.100" v="28" actId="47"/>
        <pc:sldMkLst>
          <pc:docMk/>
          <pc:sldMk cId="0" sldId="437"/>
        </pc:sldMkLst>
      </pc:sldChg>
      <pc:sldChg chg="del">
        <pc:chgData name="준영 장" userId="0c9b8532fd537bfe" providerId="LiveId" clId="{29432EEA-EC04-421A-90A3-B5595832F797}" dt="2024-03-11T12:42:40.100" v="28" actId="47"/>
        <pc:sldMkLst>
          <pc:docMk/>
          <pc:sldMk cId="0" sldId="438"/>
        </pc:sldMkLst>
      </pc:sldChg>
      <pc:sldChg chg="del">
        <pc:chgData name="준영 장" userId="0c9b8532fd537bfe" providerId="LiveId" clId="{29432EEA-EC04-421A-90A3-B5595832F797}" dt="2024-03-11T12:42:40.100" v="28" actId="47"/>
        <pc:sldMkLst>
          <pc:docMk/>
          <pc:sldMk cId="0" sldId="439"/>
        </pc:sldMkLst>
      </pc:sldChg>
      <pc:sldChg chg="del">
        <pc:chgData name="준영 장" userId="0c9b8532fd537bfe" providerId="LiveId" clId="{29432EEA-EC04-421A-90A3-B5595832F797}" dt="2024-03-11T12:42:40.100" v="28" actId="47"/>
        <pc:sldMkLst>
          <pc:docMk/>
          <pc:sldMk cId="0" sldId="440"/>
        </pc:sldMkLst>
      </pc:sldChg>
      <pc:sldChg chg="addSp delSp modSp add del mod modClrScheme chgLayout">
        <pc:chgData name="준영 장" userId="0c9b8532fd537bfe" providerId="LiveId" clId="{29432EEA-EC04-421A-90A3-B5595832F797}" dt="2024-03-14T13:31:47.907" v="53" actId="478"/>
        <pc:sldMkLst>
          <pc:docMk/>
          <pc:sldMk cId="0" sldId="441"/>
        </pc:sldMkLst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0" sldId="441"/>
            <ac:spMk id="2" creationId="{00000000-0000-0000-0000-000000000000}"/>
          </ac:spMkLst>
        </pc:spChg>
        <pc:spChg chg="add del mod ord">
          <ac:chgData name="준영 장" userId="0c9b8532fd537bfe" providerId="LiveId" clId="{29432EEA-EC04-421A-90A3-B5595832F797}" dt="2024-03-14T13:31:47.907" v="53" actId="478"/>
          <ac:spMkLst>
            <pc:docMk/>
            <pc:sldMk cId="0" sldId="441"/>
            <ac:spMk id="3" creationId="{4D10D3E5-3ED3-3459-52E3-F1F3358B7D81}"/>
          </ac:spMkLst>
        </pc:spChg>
      </pc:sldChg>
      <pc:sldChg chg="addSp delSp modSp add del mod modClrScheme chgLayout">
        <pc:chgData name="준영 장" userId="0c9b8532fd537bfe" providerId="LiveId" clId="{29432EEA-EC04-421A-90A3-B5595832F797}" dt="2024-03-14T13:30:33.394" v="33" actId="478"/>
        <pc:sldMkLst>
          <pc:docMk/>
          <pc:sldMk cId="0" sldId="442"/>
        </pc:sldMkLst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0" sldId="442"/>
            <ac:spMk id="2" creationId="{00000000-0000-0000-0000-000000000000}"/>
          </ac:spMkLst>
        </pc:spChg>
        <pc:spChg chg="add del mod ord">
          <ac:chgData name="준영 장" userId="0c9b8532fd537bfe" providerId="LiveId" clId="{29432EEA-EC04-421A-90A3-B5595832F797}" dt="2024-03-14T13:30:33.394" v="33" actId="478"/>
          <ac:spMkLst>
            <pc:docMk/>
            <pc:sldMk cId="0" sldId="442"/>
            <ac:spMk id="3" creationId="{C7F24ABE-021D-D8FF-FCEE-62CF2EFC12AF}"/>
          </ac:spMkLst>
        </pc:spChg>
      </pc:sldChg>
      <pc:sldChg chg="delSp modSp add del mod modClrScheme chgLayout">
        <pc:chgData name="준영 장" userId="0c9b8532fd537bfe" providerId="LiveId" clId="{29432EEA-EC04-421A-90A3-B5595832F797}" dt="2024-03-14T13:30:29.155" v="32" actId="478"/>
        <pc:sldMkLst>
          <pc:docMk/>
          <pc:sldMk cId="0" sldId="443"/>
        </pc:sldMkLst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0" sldId="443"/>
            <ac:spMk id="2" creationId="{00000000-0000-0000-0000-000000000000}"/>
          </ac:spMkLst>
        </pc:spChg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0" sldId="443"/>
            <ac:spMk id="3" creationId="{00000000-0000-0000-0000-000000000000}"/>
          </ac:spMkLst>
        </pc:spChg>
        <pc:spChg chg="del">
          <ac:chgData name="준영 장" userId="0c9b8532fd537bfe" providerId="LiveId" clId="{29432EEA-EC04-421A-90A3-B5595832F797}" dt="2024-03-14T13:30:29.155" v="32" actId="478"/>
          <ac:spMkLst>
            <pc:docMk/>
            <pc:sldMk cId="0" sldId="443"/>
            <ac:spMk id="7" creationId="{00000000-0000-0000-0000-000000000000}"/>
          </ac:spMkLst>
        </pc:spChg>
      </pc:sldChg>
      <pc:sldChg chg="del">
        <pc:chgData name="준영 장" userId="0c9b8532fd537bfe" providerId="LiveId" clId="{29432EEA-EC04-421A-90A3-B5595832F797}" dt="2024-03-11T12:42:40.100" v="28" actId="47"/>
        <pc:sldMkLst>
          <pc:docMk/>
          <pc:sldMk cId="0" sldId="444"/>
        </pc:sldMkLst>
      </pc:sldChg>
      <pc:sldChg chg="modSp add del mod modClrScheme chgLayout">
        <pc:chgData name="준영 장" userId="0c9b8532fd537bfe" providerId="LiveId" clId="{29432EEA-EC04-421A-90A3-B5595832F797}" dt="2024-03-11T12:38:46.104" v="7" actId="700"/>
        <pc:sldMkLst>
          <pc:docMk/>
          <pc:sldMk cId="0" sldId="445"/>
        </pc:sldMkLst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0" sldId="445"/>
            <ac:spMk id="2" creationId="{00000000-0000-0000-0000-000000000000}"/>
          </ac:spMkLst>
        </pc:spChg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0" sldId="445"/>
            <ac:spMk id="3" creationId="{00000000-0000-0000-0000-000000000000}"/>
          </ac:spMkLst>
        </pc:spChg>
      </pc:sldChg>
      <pc:sldChg chg="del">
        <pc:chgData name="준영 장" userId="0c9b8532fd537bfe" providerId="LiveId" clId="{29432EEA-EC04-421A-90A3-B5595832F797}" dt="2024-03-11T12:42:40.100" v="28" actId="47"/>
        <pc:sldMkLst>
          <pc:docMk/>
          <pc:sldMk cId="4055139403" sldId="446"/>
        </pc:sldMkLst>
      </pc:sldChg>
      <pc:sldChg chg="del">
        <pc:chgData name="준영 장" userId="0c9b8532fd537bfe" providerId="LiveId" clId="{29432EEA-EC04-421A-90A3-B5595832F797}" dt="2024-03-11T12:42:40.100" v="28" actId="47"/>
        <pc:sldMkLst>
          <pc:docMk/>
          <pc:sldMk cId="3702358898" sldId="447"/>
        </pc:sldMkLst>
      </pc:sldChg>
      <pc:sldChg chg="del">
        <pc:chgData name="준영 장" userId="0c9b8532fd537bfe" providerId="LiveId" clId="{29432EEA-EC04-421A-90A3-B5595832F797}" dt="2024-03-11T12:42:40.100" v="28" actId="47"/>
        <pc:sldMkLst>
          <pc:docMk/>
          <pc:sldMk cId="480441982" sldId="448"/>
        </pc:sldMkLst>
      </pc:sldChg>
      <pc:sldChg chg="modSp add del mod modClrScheme chgLayout">
        <pc:chgData name="준영 장" userId="0c9b8532fd537bfe" providerId="LiveId" clId="{29432EEA-EC04-421A-90A3-B5595832F797}" dt="2024-03-11T12:38:46.104" v="7" actId="700"/>
        <pc:sldMkLst>
          <pc:docMk/>
          <pc:sldMk cId="0" sldId="449"/>
        </pc:sldMkLst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0" sldId="449"/>
            <ac:spMk id="2" creationId="{00000000-0000-0000-0000-000000000000}"/>
          </ac:spMkLst>
        </pc:spChg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0" sldId="449"/>
            <ac:spMk id="3" creationId="{00000000-0000-0000-0000-000000000000}"/>
          </ac:spMkLst>
        </pc:spChg>
      </pc:sldChg>
      <pc:sldChg chg="addSp delSp modSp add del mod modClrScheme chgLayout">
        <pc:chgData name="준영 장" userId="0c9b8532fd537bfe" providerId="LiveId" clId="{29432EEA-EC04-421A-90A3-B5595832F797}" dt="2024-03-11T12:40:48.406" v="23" actId="700"/>
        <pc:sldMkLst>
          <pc:docMk/>
          <pc:sldMk cId="0" sldId="451"/>
        </pc:sldMkLst>
        <pc:spChg chg="add del mod ord">
          <ac:chgData name="준영 장" userId="0c9b8532fd537bfe" providerId="LiveId" clId="{29432EEA-EC04-421A-90A3-B5595832F797}" dt="2024-03-11T12:40:41.759" v="21" actId="478"/>
          <ac:spMkLst>
            <pc:docMk/>
            <pc:sldMk cId="0" sldId="451"/>
            <ac:spMk id="2" creationId="{35CFFEE0-8311-93C6-2F62-3DD09E3291CF}"/>
          </ac:spMkLst>
        </pc:spChg>
        <pc:spChg chg="add del mod ord">
          <ac:chgData name="준영 장" userId="0c9b8532fd537bfe" providerId="LiveId" clId="{29432EEA-EC04-421A-90A3-B5595832F797}" dt="2024-03-11T12:40:43.431" v="22" actId="478"/>
          <ac:spMkLst>
            <pc:docMk/>
            <pc:sldMk cId="0" sldId="451"/>
            <ac:spMk id="3" creationId="{C1DEAC21-E842-DB4F-9CD4-4E06F55E1E89}"/>
          </ac:spMkLst>
        </pc:spChg>
      </pc:sldChg>
      <pc:sldChg chg="delSp modSp add del mod modClrScheme chgLayout">
        <pc:chgData name="준영 장" userId="0c9b8532fd537bfe" providerId="LiveId" clId="{29432EEA-EC04-421A-90A3-B5595832F797}" dt="2024-03-16T10:40:27.132" v="1397" actId="1076"/>
        <pc:sldMkLst>
          <pc:docMk/>
          <pc:sldMk cId="0" sldId="452"/>
        </pc:sldMkLst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0" sldId="452"/>
            <ac:spMk id="2" creationId="{00000000-0000-0000-0000-000000000000}"/>
          </ac:spMkLst>
        </pc:spChg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0" sldId="452"/>
            <ac:spMk id="3" creationId="{00000000-0000-0000-0000-000000000000}"/>
          </ac:spMkLst>
        </pc:spChg>
        <pc:spChg chg="del">
          <ac:chgData name="준영 장" userId="0c9b8532fd537bfe" providerId="LiveId" clId="{29432EEA-EC04-421A-90A3-B5595832F797}" dt="2024-03-11T12:40:37.750" v="20" actId="478"/>
          <ac:spMkLst>
            <pc:docMk/>
            <pc:sldMk cId="0" sldId="452"/>
            <ac:spMk id="7" creationId="{00000000-0000-0000-0000-000000000000}"/>
          </ac:spMkLst>
        </pc:spChg>
        <pc:picChg chg="mod">
          <ac:chgData name="준영 장" userId="0c9b8532fd537bfe" providerId="LiveId" clId="{29432EEA-EC04-421A-90A3-B5595832F797}" dt="2024-03-16T10:40:27.132" v="1397" actId="1076"/>
          <ac:picMkLst>
            <pc:docMk/>
            <pc:sldMk cId="0" sldId="452"/>
            <ac:picMk id="5" creationId="{00000000-0000-0000-0000-000000000000}"/>
          </ac:picMkLst>
        </pc:picChg>
      </pc:sldChg>
      <pc:sldChg chg="del">
        <pc:chgData name="준영 장" userId="0c9b8532fd537bfe" providerId="LiveId" clId="{29432EEA-EC04-421A-90A3-B5595832F797}" dt="2024-03-11T12:42:40.100" v="28" actId="47"/>
        <pc:sldMkLst>
          <pc:docMk/>
          <pc:sldMk cId="3507391434" sldId="453"/>
        </pc:sldMkLst>
      </pc:sldChg>
      <pc:sldChg chg="del">
        <pc:chgData name="준영 장" userId="0c9b8532fd537bfe" providerId="LiveId" clId="{29432EEA-EC04-421A-90A3-B5595832F797}" dt="2024-03-11T12:42:40.100" v="28" actId="47"/>
        <pc:sldMkLst>
          <pc:docMk/>
          <pc:sldMk cId="1912990262" sldId="454"/>
        </pc:sldMkLst>
      </pc:sldChg>
      <pc:sldChg chg="del">
        <pc:chgData name="준영 장" userId="0c9b8532fd537bfe" providerId="LiveId" clId="{29432EEA-EC04-421A-90A3-B5595832F797}" dt="2024-03-11T12:42:40.100" v="28" actId="47"/>
        <pc:sldMkLst>
          <pc:docMk/>
          <pc:sldMk cId="458841069" sldId="455"/>
        </pc:sldMkLst>
      </pc:sldChg>
      <pc:sldChg chg="del">
        <pc:chgData name="준영 장" userId="0c9b8532fd537bfe" providerId="LiveId" clId="{29432EEA-EC04-421A-90A3-B5595832F797}" dt="2024-03-11T12:42:40.100" v="28" actId="47"/>
        <pc:sldMkLst>
          <pc:docMk/>
          <pc:sldMk cId="3524662385" sldId="456"/>
        </pc:sldMkLst>
      </pc:sldChg>
      <pc:sldChg chg="del">
        <pc:chgData name="준영 장" userId="0c9b8532fd537bfe" providerId="LiveId" clId="{29432EEA-EC04-421A-90A3-B5595832F797}" dt="2024-03-11T12:42:40.100" v="28" actId="47"/>
        <pc:sldMkLst>
          <pc:docMk/>
          <pc:sldMk cId="2652382871" sldId="457"/>
        </pc:sldMkLst>
      </pc:sldChg>
      <pc:sldChg chg="del">
        <pc:chgData name="준영 장" userId="0c9b8532fd537bfe" providerId="LiveId" clId="{29432EEA-EC04-421A-90A3-B5595832F797}" dt="2024-03-11T12:42:40.100" v="28" actId="47"/>
        <pc:sldMkLst>
          <pc:docMk/>
          <pc:sldMk cId="477395993" sldId="458"/>
        </pc:sldMkLst>
      </pc:sldChg>
      <pc:sldChg chg="del">
        <pc:chgData name="준영 장" userId="0c9b8532fd537bfe" providerId="LiveId" clId="{29432EEA-EC04-421A-90A3-B5595832F797}" dt="2024-03-11T12:42:40.100" v="28" actId="47"/>
        <pc:sldMkLst>
          <pc:docMk/>
          <pc:sldMk cId="2052748190" sldId="459"/>
        </pc:sldMkLst>
      </pc:sldChg>
      <pc:sldChg chg="del">
        <pc:chgData name="준영 장" userId="0c9b8532fd537bfe" providerId="LiveId" clId="{29432EEA-EC04-421A-90A3-B5595832F797}" dt="2024-03-11T12:42:40.100" v="28" actId="47"/>
        <pc:sldMkLst>
          <pc:docMk/>
          <pc:sldMk cId="1994969506" sldId="460"/>
        </pc:sldMkLst>
      </pc:sldChg>
      <pc:sldChg chg="del">
        <pc:chgData name="준영 장" userId="0c9b8532fd537bfe" providerId="LiveId" clId="{29432EEA-EC04-421A-90A3-B5595832F797}" dt="2024-03-11T12:42:40.100" v="28" actId="47"/>
        <pc:sldMkLst>
          <pc:docMk/>
          <pc:sldMk cId="2524916242" sldId="461"/>
        </pc:sldMkLst>
      </pc:sldChg>
      <pc:sldChg chg="addSp delSp modSp add del mod modClrScheme chgLayout">
        <pc:chgData name="준영 장" userId="0c9b8532fd537bfe" providerId="LiveId" clId="{29432EEA-EC04-421A-90A3-B5595832F797}" dt="2024-03-14T13:33:03.179" v="56" actId="478"/>
        <pc:sldMkLst>
          <pc:docMk/>
          <pc:sldMk cId="3748208073" sldId="462"/>
        </pc:sldMkLst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3748208073" sldId="462"/>
            <ac:spMk id="2" creationId="{00000000-0000-0000-0000-000000000000}"/>
          </ac:spMkLst>
        </pc:spChg>
        <pc:spChg chg="add del mod ord">
          <ac:chgData name="준영 장" userId="0c9b8532fd537bfe" providerId="LiveId" clId="{29432EEA-EC04-421A-90A3-B5595832F797}" dt="2024-03-14T13:33:03.179" v="56" actId="478"/>
          <ac:spMkLst>
            <pc:docMk/>
            <pc:sldMk cId="3748208073" sldId="462"/>
            <ac:spMk id="3" creationId="{67156ABE-560C-AED0-F486-6C53D6C95738}"/>
          </ac:spMkLst>
        </pc:spChg>
      </pc:sldChg>
      <pc:sldChg chg="del">
        <pc:chgData name="준영 장" userId="0c9b8532fd537bfe" providerId="LiveId" clId="{29432EEA-EC04-421A-90A3-B5595832F797}" dt="2024-03-11T12:42:40.100" v="28" actId="47"/>
        <pc:sldMkLst>
          <pc:docMk/>
          <pc:sldMk cId="1533436599" sldId="463"/>
        </pc:sldMkLst>
      </pc:sldChg>
      <pc:sldChg chg="del">
        <pc:chgData name="준영 장" userId="0c9b8532fd537bfe" providerId="LiveId" clId="{29432EEA-EC04-421A-90A3-B5595832F797}" dt="2024-03-11T12:42:40.100" v="28" actId="47"/>
        <pc:sldMkLst>
          <pc:docMk/>
          <pc:sldMk cId="3759765460" sldId="464"/>
        </pc:sldMkLst>
      </pc:sldChg>
      <pc:sldChg chg="del">
        <pc:chgData name="준영 장" userId="0c9b8532fd537bfe" providerId="LiveId" clId="{29432EEA-EC04-421A-90A3-B5595832F797}" dt="2024-03-11T12:42:40.100" v="28" actId="47"/>
        <pc:sldMkLst>
          <pc:docMk/>
          <pc:sldMk cId="4017830977" sldId="465"/>
        </pc:sldMkLst>
      </pc:sldChg>
      <pc:sldChg chg="modSp add del mod modClrScheme chgLayout">
        <pc:chgData name="준영 장" userId="0c9b8532fd537bfe" providerId="LiveId" clId="{29432EEA-EC04-421A-90A3-B5595832F797}" dt="2024-03-11T12:38:46.104" v="7" actId="700"/>
        <pc:sldMkLst>
          <pc:docMk/>
          <pc:sldMk cId="780336600" sldId="466"/>
        </pc:sldMkLst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780336600" sldId="466"/>
            <ac:spMk id="2" creationId="{00000000-0000-0000-0000-000000000000}"/>
          </ac:spMkLst>
        </pc:spChg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780336600" sldId="466"/>
            <ac:spMk id="3" creationId="{00000000-0000-0000-0000-000000000000}"/>
          </ac:spMkLst>
        </pc:spChg>
      </pc:sldChg>
      <pc:sldChg chg="modSp add del mod modClrScheme chgLayout">
        <pc:chgData name="준영 장" userId="0c9b8532fd537bfe" providerId="LiveId" clId="{29432EEA-EC04-421A-90A3-B5595832F797}" dt="2024-03-11T12:38:46.104" v="7" actId="700"/>
        <pc:sldMkLst>
          <pc:docMk/>
          <pc:sldMk cId="2583120060" sldId="467"/>
        </pc:sldMkLst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2583120060" sldId="467"/>
            <ac:spMk id="2" creationId="{00000000-0000-0000-0000-000000000000}"/>
          </ac:spMkLst>
        </pc:spChg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2583120060" sldId="467"/>
            <ac:spMk id="3" creationId="{00000000-0000-0000-0000-000000000000}"/>
          </ac:spMkLst>
        </pc:spChg>
      </pc:sldChg>
      <pc:sldChg chg="modSp add del mod modClrScheme chgLayout">
        <pc:chgData name="준영 장" userId="0c9b8532fd537bfe" providerId="LiveId" clId="{29432EEA-EC04-421A-90A3-B5595832F797}" dt="2024-03-11T12:38:46.104" v="7" actId="700"/>
        <pc:sldMkLst>
          <pc:docMk/>
          <pc:sldMk cId="3092686599" sldId="468"/>
        </pc:sldMkLst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3092686599" sldId="468"/>
            <ac:spMk id="2" creationId="{00000000-0000-0000-0000-000000000000}"/>
          </ac:spMkLst>
        </pc:spChg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3092686599" sldId="468"/>
            <ac:spMk id="3" creationId="{00000000-0000-0000-0000-000000000000}"/>
          </ac:spMkLst>
        </pc:spChg>
      </pc:sldChg>
      <pc:sldChg chg="addSp delSp modSp add del mod modClrScheme chgLayout">
        <pc:chgData name="준영 장" userId="0c9b8532fd537bfe" providerId="LiveId" clId="{29432EEA-EC04-421A-90A3-B5595832F797}" dt="2024-03-14T13:32:04.126" v="54" actId="478"/>
        <pc:sldMkLst>
          <pc:docMk/>
          <pc:sldMk cId="4054166525" sldId="469"/>
        </pc:sldMkLst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4054166525" sldId="469"/>
            <ac:spMk id="2" creationId="{00000000-0000-0000-0000-000000000000}"/>
          </ac:spMkLst>
        </pc:spChg>
        <pc:spChg chg="add del mod ord">
          <ac:chgData name="준영 장" userId="0c9b8532fd537bfe" providerId="LiveId" clId="{29432EEA-EC04-421A-90A3-B5595832F797}" dt="2024-03-14T13:32:04.126" v="54" actId="478"/>
          <ac:spMkLst>
            <pc:docMk/>
            <pc:sldMk cId="4054166525" sldId="469"/>
            <ac:spMk id="3" creationId="{A11207DC-47D7-9DAC-C768-9290DDCE6C2F}"/>
          </ac:spMkLst>
        </pc:spChg>
      </pc:sldChg>
      <pc:sldChg chg="modSp add del mod modClrScheme chgLayout">
        <pc:chgData name="준영 장" userId="0c9b8532fd537bfe" providerId="LiveId" clId="{29432EEA-EC04-421A-90A3-B5595832F797}" dt="2024-03-11T12:38:46.104" v="7" actId="700"/>
        <pc:sldMkLst>
          <pc:docMk/>
          <pc:sldMk cId="429219039" sldId="470"/>
        </pc:sldMkLst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429219039" sldId="470"/>
            <ac:spMk id="2" creationId="{00000000-0000-0000-0000-000000000000}"/>
          </ac:spMkLst>
        </pc:spChg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429219039" sldId="470"/>
            <ac:spMk id="4" creationId="{00000000-0000-0000-0000-000000000000}"/>
          </ac:spMkLst>
        </pc:spChg>
      </pc:sldChg>
      <pc:sldChg chg="modSp add del mod modClrScheme chgLayout">
        <pc:chgData name="준영 장" userId="0c9b8532fd537bfe" providerId="LiveId" clId="{29432EEA-EC04-421A-90A3-B5595832F797}" dt="2024-03-11T12:38:46.104" v="7" actId="700"/>
        <pc:sldMkLst>
          <pc:docMk/>
          <pc:sldMk cId="3844223270" sldId="471"/>
        </pc:sldMkLst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3844223270" sldId="471"/>
            <ac:spMk id="2" creationId="{00000000-0000-0000-0000-000000000000}"/>
          </ac:spMkLst>
        </pc:spChg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3844223270" sldId="471"/>
            <ac:spMk id="7" creationId="{00000000-0000-0000-0000-000000000000}"/>
          </ac:spMkLst>
        </pc:spChg>
      </pc:sldChg>
      <pc:sldChg chg="addSp delSp modSp add del mod modClrScheme chgLayout">
        <pc:chgData name="준영 장" userId="0c9b8532fd537bfe" providerId="LiveId" clId="{29432EEA-EC04-421A-90A3-B5595832F797}" dt="2024-03-14T13:32:10.668" v="55" actId="478"/>
        <pc:sldMkLst>
          <pc:docMk/>
          <pc:sldMk cId="413902602" sldId="472"/>
        </pc:sldMkLst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413902602" sldId="472"/>
            <ac:spMk id="2" creationId="{00000000-0000-0000-0000-000000000000}"/>
          </ac:spMkLst>
        </pc:spChg>
        <pc:spChg chg="add del mod ord">
          <ac:chgData name="준영 장" userId="0c9b8532fd537bfe" providerId="LiveId" clId="{29432EEA-EC04-421A-90A3-B5595832F797}" dt="2024-03-14T13:32:10.668" v="55" actId="478"/>
          <ac:spMkLst>
            <pc:docMk/>
            <pc:sldMk cId="413902602" sldId="472"/>
            <ac:spMk id="3" creationId="{68FCE4FC-0CA4-CD3E-30E6-69097D885F3A}"/>
          </ac:spMkLst>
        </pc:spChg>
      </pc:sldChg>
      <pc:sldChg chg="addSp delSp modSp add del mod modClrScheme chgLayout">
        <pc:chgData name="준영 장" userId="0c9b8532fd537bfe" providerId="LiveId" clId="{29432EEA-EC04-421A-90A3-B5595832F797}" dt="2024-03-14T13:33:28.251" v="57" actId="478"/>
        <pc:sldMkLst>
          <pc:docMk/>
          <pc:sldMk cId="16769537" sldId="473"/>
        </pc:sldMkLst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16769537" sldId="473"/>
            <ac:spMk id="2" creationId="{00000000-0000-0000-0000-000000000000}"/>
          </ac:spMkLst>
        </pc:spChg>
        <pc:spChg chg="add del mod ord">
          <ac:chgData name="준영 장" userId="0c9b8532fd537bfe" providerId="LiveId" clId="{29432EEA-EC04-421A-90A3-B5595832F797}" dt="2024-03-14T13:33:28.251" v="57" actId="478"/>
          <ac:spMkLst>
            <pc:docMk/>
            <pc:sldMk cId="16769537" sldId="473"/>
            <ac:spMk id="3" creationId="{DF1505E6-B3E2-4526-4976-2D7FFA3AFFFC}"/>
          </ac:spMkLst>
        </pc:spChg>
      </pc:sldChg>
      <pc:sldChg chg="addSp delSp modSp add del mod modClrScheme chgLayout">
        <pc:chgData name="준영 장" userId="0c9b8532fd537bfe" providerId="LiveId" clId="{29432EEA-EC04-421A-90A3-B5595832F797}" dt="2024-03-14T13:33:39.352" v="58" actId="478"/>
        <pc:sldMkLst>
          <pc:docMk/>
          <pc:sldMk cId="3271671829" sldId="474"/>
        </pc:sldMkLst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3271671829" sldId="474"/>
            <ac:spMk id="2" creationId="{00000000-0000-0000-0000-000000000000}"/>
          </ac:spMkLst>
        </pc:spChg>
        <pc:spChg chg="add del mod ord">
          <ac:chgData name="준영 장" userId="0c9b8532fd537bfe" providerId="LiveId" clId="{29432EEA-EC04-421A-90A3-B5595832F797}" dt="2024-03-14T13:33:39.352" v="58" actId="478"/>
          <ac:spMkLst>
            <pc:docMk/>
            <pc:sldMk cId="3271671829" sldId="474"/>
            <ac:spMk id="3" creationId="{70D15658-FB13-80A1-6BA3-99E4786D9DB3}"/>
          </ac:spMkLst>
        </pc:spChg>
      </pc:sldChg>
      <pc:sldChg chg="addSp delSp modSp add del mod modClrScheme chgLayout">
        <pc:chgData name="준영 장" userId="0c9b8532fd537bfe" providerId="LiveId" clId="{29432EEA-EC04-421A-90A3-B5595832F797}" dt="2024-03-14T13:33:47.294" v="59" actId="478"/>
        <pc:sldMkLst>
          <pc:docMk/>
          <pc:sldMk cId="4265730728" sldId="475"/>
        </pc:sldMkLst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4265730728" sldId="475"/>
            <ac:spMk id="2" creationId="{00000000-0000-0000-0000-000000000000}"/>
          </ac:spMkLst>
        </pc:spChg>
        <pc:spChg chg="add del mod ord">
          <ac:chgData name="준영 장" userId="0c9b8532fd537bfe" providerId="LiveId" clId="{29432EEA-EC04-421A-90A3-B5595832F797}" dt="2024-03-14T13:33:47.294" v="59" actId="478"/>
          <ac:spMkLst>
            <pc:docMk/>
            <pc:sldMk cId="4265730728" sldId="475"/>
            <ac:spMk id="3" creationId="{6BF10C33-BC7F-AEFD-CA13-727810BCBE20}"/>
          </ac:spMkLst>
        </pc:spChg>
      </pc:sldChg>
      <pc:sldChg chg="modSp add del mod modClrScheme chgLayout">
        <pc:chgData name="준영 장" userId="0c9b8532fd537bfe" providerId="LiveId" clId="{29432EEA-EC04-421A-90A3-B5595832F797}" dt="2024-03-11T12:38:46.104" v="7" actId="700"/>
        <pc:sldMkLst>
          <pc:docMk/>
          <pc:sldMk cId="81026583" sldId="476"/>
        </pc:sldMkLst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81026583" sldId="476"/>
            <ac:spMk id="2" creationId="{00000000-0000-0000-0000-000000000000}"/>
          </ac:spMkLst>
        </pc:spChg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81026583" sldId="476"/>
            <ac:spMk id="3" creationId="{00000000-0000-0000-0000-000000000000}"/>
          </ac:spMkLst>
        </pc:spChg>
      </pc:sldChg>
      <pc:sldChg chg="modSp add del mod modClrScheme chgLayout">
        <pc:chgData name="준영 장" userId="0c9b8532fd537bfe" providerId="LiveId" clId="{29432EEA-EC04-421A-90A3-B5595832F797}" dt="2024-03-11T12:38:46.104" v="7" actId="700"/>
        <pc:sldMkLst>
          <pc:docMk/>
          <pc:sldMk cId="4140084813" sldId="477"/>
        </pc:sldMkLst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4140084813" sldId="477"/>
            <ac:spMk id="2" creationId="{00000000-0000-0000-0000-000000000000}"/>
          </ac:spMkLst>
        </pc:spChg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4140084813" sldId="477"/>
            <ac:spMk id="3" creationId="{00000000-0000-0000-0000-000000000000}"/>
          </ac:spMkLst>
        </pc:spChg>
      </pc:sldChg>
      <pc:sldChg chg="modSp add del mod modClrScheme chgLayout">
        <pc:chgData name="준영 장" userId="0c9b8532fd537bfe" providerId="LiveId" clId="{29432EEA-EC04-421A-90A3-B5595832F797}" dt="2024-03-14T13:36:40.652" v="66" actId="1076"/>
        <pc:sldMkLst>
          <pc:docMk/>
          <pc:sldMk cId="572731654" sldId="478"/>
        </pc:sldMkLst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572731654" sldId="478"/>
            <ac:spMk id="2" creationId="{00000000-0000-0000-0000-000000000000}"/>
          </ac:spMkLst>
        </pc:spChg>
        <pc:spChg chg="mod ord">
          <ac:chgData name="준영 장" userId="0c9b8532fd537bfe" providerId="LiveId" clId="{29432EEA-EC04-421A-90A3-B5595832F797}" dt="2024-03-14T13:36:40.652" v="66" actId="1076"/>
          <ac:spMkLst>
            <pc:docMk/>
            <pc:sldMk cId="572731654" sldId="478"/>
            <ac:spMk id="3" creationId="{00000000-0000-0000-0000-000000000000}"/>
          </ac:spMkLst>
        </pc:spChg>
        <pc:spChg chg="mod">
          <ac:chgData name="준영 장" userId="0c9b8532fd537bfe" providerId="LiveId" clId="{29432EEA-EC04-421A-90A3-B5595832F797}" dt="2024-03-14T13:36:33.190" v="65" actId="1076"/>
          <ac:spMkLst>
            <pc:docMk/>
            <pc:sldMk cId="572731654" sldId="478"/>
            <ac:spMk id="5" creationId="{00000000-0000-0000-0000-000000000000}"/>
          </ac:spMkLst>
        </pc:spChg>
      </pc:sldChg>
      <pc:sldChg chg="modSp add del mod modClrScheme chgLayout">
        <pc:chgData name="준영 장" userId="0c9b8532fd537bfe" providerId="LiveId" clId="{29432EEA-EC04-421A-90A3-B5595832F797}" dt="2024-03-14T13:44:23.844" v="540" actId="20577"/>
        <pc:sldMkLst>
          <pc:docMk/>
          <pc:sldMk cId="434720889" sldId="479"/>
        </pc:sldMkLst>
        <pc:spChg chg="mod ord">
          <ac:chgData name="준영 장" userId="0c9b8532fd537bfe" providerId="LiveId" clId="{29432EEA-EC04-421A-90A3-B5595832F797}" dt="2024-03-14T13:44:23.844" v="540" actId="20577"/>
          <ac:spMkLst>
            <pc:docMk/>
            <pc:sldMk cId="434720889" sldId="479"/>
            <ac:spMk id="3" creationId="{00000000-0000-0000-0000-000000000000}"/>
          </ac:spMkLst>
        </pc:spChg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434720889" sldId="479"/>
            <ac:spMk id="8" creationId="{00000000-0000-0000-0000-000000000000}"/>
          </ac:spMkLst>
        </pc:spChg>
        <pc:spChg chg="mod">
          <ac:chgData name="준영 장" userId="0c9b8532fd537bfe" providerId="LiveId" clId="{29432EEA-EC04-421A-90A3-B5595832F797}" dt="2024-03-14T13:37:33.207" v="67" actId="1076"/>
          <ac:spMkLst>
            <pc:docMk/>
            <pc:sldMk cId="434720889" sldId="479"/>
            <ac:spMk id="9" creationId="{00000000-0000-0000-0000-000000000000}"/>
          </ac:spMkLst>
        </pc:spChg>
      </pc:sldChg>
      <pc:sldChg chg="modSp add del mod modClrScheme chgLayout">
        <pc:chgData name="준영 장" userId="0c9b8532fd537bfe" providerId="LiveId" clId="{29432EEA-EC04-421A-90A3-B5595832F797}" dt="2024-03-14T13:38:50.772" v="71" actId="1076"/>
        <pc:sldMkLst>
          <pc:docMk/>
          <pc:sldMk cId="2670110645" sldId="480"/>
        </pc:sldMkLst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2670110645" sldId="480"/>
            <ac:spMk id="2" creationId="{00000000-0000-0000-0000-000000000000}"/>
          </ac:spMkLst>
        </pc:spChg>
        <pc:spChg chg="mod ord">
          <ac:chgData name="준영 장" userId="0c9b8532fd537bfe" providerId="LiveId" clId="{29432EEA-EC04-421A-90A3-B5595832F797}" dt="2024-03-14T13:38:50.772" v="71" actId="1076"/>
          <ac:spMkLst>
            <pc:docMk/>
            <pc:sldMk cId="2670110645" sldId="480"/>
            <ac:spMk id="3" creationId="{00000000-0000-0000-0000-000000000000}"/>
          </ac:spMkLst>
        </pc:spChg>
        <pc:spChg chg="mod">
          <ac:chgData name="준영 장" userId="0c9b8532fd537bfe" providerId="LiveId" clId="{29432EEA-EC04-421A-90A3-B5595832F797}" dt="2024-03-14T13:38:46.093" v="70" actId="1076"/>
          <ac:spMkLst>
            <pc:docMk/>
            <pc:sldMk cId="2670110645" sldId="480"/>
            <ac:spMk id="5" creationId="{00000000-0000-0000-0000-000000000000}"/>
          </ac:spMkLst>
        </pc:spChg>
      </pc:sldChg>
      <pc:sldChg chg="modSp add del mod modClrScheme chgLayout">
        <pc:chgData name="준영 장" userId="0c9b8532fd537bfe" providerId="LiveId" clId="{29432EEA-EC04-421A-90A3-B5595832F797}" dt="2024-03-14T13:44:55.147" v="544" actId="1076"/>
        <pc:sldMkLst>
          <pc:docMk/>
          <pc:sldMk cId="2052940579" sldId="481"/>
        </pc:sldMkLst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2052940579" sldId="481"/>
            <ac:spMk id="2" creationId="{00000000-0000-0000-0000-000000000000}"/>
          </ac:spMkLst>
        </pc:spChg>
        <pc:spChg chg="mod ord">
          <ac:chgData name="준영 장" userId="0c9b8532fd537bfe" providerId="LiveId" clId="{29432EEA-EC04-421A-90A3-B5595832F797}" dt="2024-03-14T13:44:55.147" v="544" actId="1076"/>
          <ac:spMkLst>
            <pc:docMk/>
            <pc:sldMk cId="2052940579" sldId="481"/>
            <ac:spMk id="3" creationId="{00000000-0000-0000-0000-000000000000}"/>
          </ac:spMkLst>
        </pc:spChg>
        <pc:spChg chg="mod">
          <ac:chgData name="준영 장" userId="0c9b8532fd537bfe" providerId="LiveId" clId="{29432EEA-EC04-421A-90A3-B5595832F797}" dt="2024-03-14T13:44:52.445" v="543" actId="1076"/>
          <ac:spMkLst>
            <pc:docMk/>
            <pc:sldMk cId="2052940579" sldId="481"/>
            <ac:spMk id="7" creationId="{00000000-0000-0000-0000-000000000000}"/>
          </ac:spMkLst>
        </pc:spChg>
      </pc:sldChg>
      <pc:sldChg chg="modSp add del mod modClrScheme chgLayout">
        <pc:chgData name="준영 장" userId="0c9b8532fd537bfe" providerId="LiveId" clId="{29432EEA-EC04-421A-90A3-B5595832F797}" dt="2024-03-14T13:45:10.869" v="546" actId="1076"/>
        <pc:sldMkLst>
          <pc:docMk/>
          <pc:sldMk cId="472465745" sldId="482"/>
        </pc:sldMkLst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472465745" sldId="482"/>
            <ac:spMk id="2" creationId="{00000000-0000-0000-0000-000000000000}"/>
          </ac:spMkLst>
        </pc:spChg>
        <pc:spChg chg="mod ord">
          <ac:chgData name="준영 장" userId="0c9b8532fd537bfe" providerId="LiveId" clId="{29432EEA-EC04-421A-90A3-B5595832F797}" dt="2024-03-14T13:45:10.869" v="546" actId="1076"/>
          <ac:spMkLst>
            <pc:docMk/>
            <pc:sldMk cId="472465745" sldId="482"/>
            <ac:spMk id="3" creationId="{00000000-0000-0000-0000-000000000000}"/>
          </ac:spMkLst>
        </pc:spChg>
        <pc:spChg chg="mod">
          <ac:chgData name="준영 장" userId="0c9b8532fd537bfe" providerId="LiveId" clId="{29432EEA-EC04-421A-90A3-B5595832F797}" dt="2024-03-14T13:45:07.403" v="545" actId="1076"/>
          <ac:spMkLst>
            <pc:docMk/>
            <pc:sldMk cId="472465745" sldId="482"/>
            <ac:spMk id="4" creationId="{00000000-0000-0000-0000-000000000000}"/>
          </ac:spMkLst>
        </pc:spChg>
      </pc:sldChg>
      <pc:sldChg chg="modSp add del mod modClrScheme chgLayout">
        <pc:chgData name="준영 장" userId="0c9b8532fd537bfe" providerId="LiveId" clId="{29432EEA-EC04-421A-90A3-B5595832F797}" dt="2024-03-14T13:46:37.514" v="552" actId="1076"/>
        <pc:sldMkLst>
          <pc:docMk/>
          <pc:sldMk cId="328123263" sldId="483"/>
        </pc:sldMkLst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328123263" sldId="483"/>
            <ac:spMk id="2" creationId="{00000000-0000-0000-0000-000000000000}"/>
          </ac:spMkLst>
        </pc:spChg>
        <pc:graphicFrameChg chg="mod ord modGraphic">
          <ac:chgData name="준영 장" userId="0c9b8532fd537bfe" providerId="LiveId" clId="{29432EEA-EC04-421A-90A3-B5595832F797}" dt="2024-03-14T13:46:30.746" v="551" actId="14100"/>
          <ac:graphicFrameMkLst>
            <pc:docMk/>
            <pc:sldMk cId="328123263" sldId="483"/>
            <ac:graphicFrameMk id="4" creationId="{00000000-0000-0000-0000-000000000000}"/>
          </ac:graphicFrameMkLst>
        </pc:graphicFrameChg>
        <pc:graphicFrameChg chg="mod">
          <ac:chgData name="준영 장" userId="0c9b8532fd537bfe" providerId="LiveId" clId="{29432EEA-EC04-421A-90A3-B5595832F797}" dt="2024-03-14T13:46:37.514" v="552" actId="1076"/>
          <ac:graphicFrameMkLst>
            <pc:docMk/>
            <pc:sldMk cId="328123263" sldId="483"/>
            <ac:graphicFrameMk id="5" creationId="{00000000-0000-0000-0000-000000000000}"/>
          </ac:graphicFrameMkLst>
        </pc:graphicFrameChg>
      </pc:sldChg>
      <pc:sldChg chg="modSp add del mod modClrScheme chgLayout">
        <pc:chgData name="준영 장" userId="0c9b8532fd537bfe" providerId="LiveId" clId="{29432EEA-EC04-421A-90A3-B5595832F797}" dt="2024-03-14T13:47:23.542" v="556" actId="1076"/>
        <pc:sldMkLst>
          <pc:docMk/>
          <pc:sldMk cId="1604721528" sldId="484"/>
        </pc:sldMkLst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1604721528" sldId="484"/>
            <ac:spMk id="2" creationId="{00000000-0000-0000-0000-000000000000}"/>
          </ac:spMkLst>
        </pc:spChg>
        <pc:spChg chg="mod ord">
          <ac:chgData name="준영 장" userId="0c9b8532fd537bfe" providerId="LiveId" clId="{29432EEA-EC04-421A-90A3-B5595832F797}" dt="2024-03-14T13:47:23.542" v="556" actId="1076"/>
          <ac:spMkLst>
            <pc:docMk/>
            <pc:sldMk cId="1604721528" sldId="484"/>
            <ac:spMk id="3" creationId="{00000000-0000-0000-0000-000000000000}"/>
          </ac:spMkLst>
        </pc:spChg>
        <pc:spChg chg="mod">
          <ac:chgData name="준영 장" userId="0c9b8532fd537bfe" providerId="LiveId" clId="{29432EEA-EC04-421A-90A3-B5595832F797}" dt="2024-03-14T13:47:13.733" v="554" actId="1076"/>
          <ac:spMkLst>
            <pc:docMk/>
            <pc:sldMk cId="1604721528" sldId="484"/>
            <ac:spMk id="11" creationId="{00000000-0000-0000-0000-000000000000}"/>
          </ac:spMkLst>
        </pc:spChg>
      </pc:sldChg>
      <pc:sldChg chg="addSp delSp modSp add del mod modClrScheme chgLayout">
        <pc:chgData name="준영 장" userId="0c9b8532fd537bfe" providerId="LiveId" clId="{29432EEA-EC04-421A-90A3-B5595832F797}" dt="2024-03-14T13:47:38.783" v="557" actId="478"/>
        <pc:sldMkLst>
          <pc:docMk/>
          <pc:sldMk cId="322928739" sldId="485"/>
        </pc:sldMkLst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322928739" sldId="485"/>
            <ac:spMk id="2" creationId="{00000000-0000-0000-0000-000000000000}"/>
          </ac:spMkLst>
        </pc:spChg>
        <pc:spChg chg="add del mod ord">
          <ac:chgData name="준영 장" userId="0c9b8532fd537bfe" providerId="LiveId" clId="{29432EEA-EC04-421A-90A3-B5595832F797}" dt="2024-03-14T13:47:38.783" v="557" actId="478"/>
          <ac:spMkLst>
            <pc:docMk/>
            <pc:sldMk cId="322928739" sldId="485"/>
            <ac:spMk id="3" creationId="{98289090-565A-522E-9943-75E7996EC283}"/>
          </ac:spMkLst>
        </pc:spChg>
      </pc:sldChg>
      <pc:sldChg chg="modSp add del mod modClrScheme chgLayout">
        <pc:chgData name="준영 장" userId="0c9b8532fd537bfe" providerId="LiveId" clId="{29432EEA-EC04-421A-90A3-B5595832F797}" dt="2024-03-16T10:39:24.452" v="1393" actId="20577"/>
        <pc:sldMkLst>
          <pc:docMk/>
          <pc:sldMk cId="0" sldId="486"/>
        </pc:sldMkLst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0" sldId="486"/>
            <ac:spMk id="2" creationId="{00000000-0000-0000-0000-000000000000}"/>
          </ac:spMkLst>
        </pc:spChg>
        <pc:spChg chg="mod ord">
          <ac:chgData name="준영 장" userId="0c9b8532fd537bfe" providerId="LiveId" clId="{29432EEA-EC04-421A-90A3-B5595832F797}" dt="2024-03-16T10:39:24.452" v="1393" actId="20577"/>
          <ac:spMkLst>
            <pc:docMk/>
            <pc:sldMk cId="0" sldId="486"/>
            <ac:spMk id="3" creationId="{00000000-0000-0000-0000-000000000000}"/>
          </ac:spMkLst>
        </pc:spChg>
      </pc:sldChg>
      <pc:sldChg chg="modSp add del mod modClrScheme chgLayout">
        <pc:chgData name="준영 장" userId="0c9b8532fd537bfe" providerId="LiveId" clId="{29432EEA-EC04-421A-90A3-B5595832F797}" dt="2024-03-11T12:38:46.104" v="7" actId="700"/>
        <pc:sldMkLst>
          <pc:docMk/>
          <pc:sldMk cId="856524837" sldId="487"/>
        </pc:sldMkLst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856524837" sldId="487"/>
            <ac:spMk id="2" creationId="{3F8D61AB-BE2B-97FF-FC40-ACB2E8C76099}"/>
          </ac:spMkLst>
        </pc:spChg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856524837" sldId="487"/>
            <ac:spMk id="3" creationId="{69D4ADCF-DDE6-951C-1317-698762D04562}"/>
          </ac:spMkLst>
        </pc:spChg>
      </pc:sldChg>
      <pc:sldChg chg="modSp add del mod modClrScheme chgLayout">
        <pc:chgData name="준영 장" userId="0c9b8532fd537bfe" providerId="LiveId" clId="{29432EEA-EC04-421A-90A3-B5595832F797}" dt="2024-03-14T13:47:59.033" v="558" actId="1076"/>
        <pc:sldMkLst>
          <pc:docMk/>
          <pc:sldMk cId="0" sldId="488"/>
        </pc:sldMkLst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0" sldId="488"/>
            <ac:spMk id="2" creationId="{00000000-0000-0000-0000-000000000000}"/>
          </ac:spMkLst>
        </pc:spChg>
        <pc:graphicFrameChg chg="mod ord modGraphic">
          <ac:chgData name="준영 장" userId="0c9b8532fd537bfe" providerId="LiveId" clId="{29432EEA-EC04-421A-90A3-B5595832F797}" dt="2024-03-14T13:47:59.033" v="558" actId="1076"/>
          <ac:graphicFrameMkLst>
            <pc:docMk/>
            <pc:sldMk cId="0" sldId="488"/>
            <ac:graphicFrameMk id="4" creationId="{00000000-0000-0000-0000-000000000000}"/>
          </ac:graphicFrameMkLst>
        </pc:graphicFrameChg>
      </pc:sldChg>
      <pc:sldChg chg="modSp add del mod modClrScheme chgLayout">
        <pc:chgData name="준영 장" userId="0c9b8532fd537bfe" providerId="LiveId" clId="{29432EEA-EC04-421A-90A3-B5595832F797}" dt="2024-03-11T12:38:46.104" v="7" actId="700"/>
        <pc:sldMkLst>
          <pc:docMk/>
          <pc:sldMk cId="548757022" sldId="489"/>
        </pc:sldMkLst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548757022" sldId="489"/>
            <ac:spMk id="2" creationId="{00000000-0000-0000-0000-000000000000}"/>
          </ac:spMkLst>
        </pc:spChg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548757022" sldId="489"/>
            <ac:spMk id="3" creationId="{00000000-0000-0000-0000-000000000000}"/>
          </ac:spMkLst>
        </pc:spChg>
      </pc:sldChg>
      <pc:sldChg chg="addSp delSp modSp add del mod modClrScheme chgLayout">
        <pc:chgData name="준영 장" userId="0c9b8532fd537bfe" providerId="LiveId" clId="{29432EEA-EC04-421A-90A3-B5595832F797}" dt="2024-03-14T13:48:41.330" v="562" actId="1076"/>
        <pc:sldMkLst>
          <pc:docMk/>
          <pc:sldMk cId="0" sldId="490"/>
        </pc:sldMkLst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0" sldId="490"/>
            <ac:spMk id="2" creationId="{00000000-0000-0000-0000-000000000000}"/>
          </ac:spMkLst>
        </pc:spChg>
        <pc:spChg chg="add del mod ord">
          <ac:chgData name="준영 장" userId="0c9b8532fd537bfe" providerId="LiveId" clId="{29432EEA-EC04-421A-90A3-B5595832F797}" dt="2024-03-14T13:48:34.889" v="561" actId="478"/>
          <ac:spMkLst>
            <pc:docMk/>
            <pc:sldMk cId="0" sldId="490"/>
            <ac:spMk id="3" creationId="{C067E314-7B5C-0BED-D9D0-55E0BEFC309A}"/>
          </ac:spMkLst>
        </pc:spChg>
        <pc:spChg chg="mod">
          <ac:chgData name="준영 장" userId="0c9b8532fd537bfe" providerId="LiveId" clId="{29432EEA-EC04-421A-90A3-B5595832F797}" dt="2024-03-14T13:48:41.330" v="562" actId="1076"/>
          <ac:spMkLst>
            <pc:docMk/>
            <pc:sldMk cId="0" sldId="490"/>
            <ac:spMk id="16" creationId="{00000000-0000-0000-0000-000000000000}"/>
          </ac:spMkLst>
        </pc:spChg>
      </pc:sldChg>
      <pc:sldChg chg="addSp delSp modSp add del mod modClrScheme chgLayout">
        <pc:chgData name="준영 장" userId="0c9b8532fd537bfe" providerId="LiveId" clId="{29432EEA-EC04-421A-90A3-B5595832F797}" dt="2024-03-14T13:48:49.888" v="563" actId="478"/>
        <pc:sldMkLst>
          <pc:docMk/>
          <pc:sldMk cId="0" sldId="491"/>
        </pc:sldMkLst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0" sldId="491"/>
            <ac:spMk id="2" creationId="{00000000-0000-0000-0000-000000000000}"/>
          </ac:spMkLst>
        </pc:spChg>
        <pc:spChg chg="add del mod ord">
          <ac:chgData name="준영 장" userId="0c9b8532fd537bfe" providerId="LiveId" clId="{29432EEA-EC04-421A-90A3-B5595832F797}" dt="2024-03-14T13:48:49.888" v="563" actId="478"/>
          <ac:spMkLst>
            <pc:docMk/>
            <pc:sldMk cId="0" sldId="491"/>
            <ac:spMk id="3" creationId="{308E7CE2-A454-D607-1F81-A97DE89228E0}"/>
          </ac:spMkLst>
        </pc:spChg>
      </pc:sldChg>
      <pc:sldChg chg="addSp delSp modSp add del mod modClrScheme chgLayout">
        <pc:chgData name="준영 장" userId="0c9b8532fd537bfe" providerId="LiveId" clId="{29432EEA-EC04-421A-90A3-B5595832F797}" dt="2024-03-14T13:49:02.288" v="564" actId="478"/>
        <pc:sldMkLst>
          <pc:docMk/>
          <pc:sldMk cId="0" sldId="492"/>
        </pc:sldMkLst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0" sldId="492"/>
            <ac:spMk id="2" creationId="{00000000-0000-0000-0000-000000000000}"/>
          </ac:spMkLst>
        </pc:spChg>
        <pc:spChg chg="add del mod ord">
          <ac:chgData name="준영 장" userId="0c9b8532fd537bfe" providerId="LiveId" clId="{29432EEA-EC04-421A-90A3-B5595832F797}" dt="2024-03-14T13:49:02.288" v="564" actId="478"/>
          <ac:spMkLst>
            <pc:docMk/>
            <pc:sldMk cId="0" sldId="492"/>
            <ac:spMk id="3" creationId="{0137EC68-84E3-0ECC-82E2-24D45D685704}"/>
          </ac:spMkLst>
        </pc:spChg>
      </pc:sldChg>
      <pc:sldChg chg="addSp delSp modSp add del mod modClrScheme chgLayout">
        <pc:chgData name="준영 장" userId="0c9b8532fd537bfe" providerId="LiveId" clId="{29432EEA-EC04-421A-90A3-B5595832F797}" dt="2024-03-14T13:49:07.387" v="565" actId="478"/>
        <pc:sldMkLst>
          <pc:docMk/>
          <pc:sldMk cId="3643148115" sldId="493"/>
        </pc:sldMkLst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3643148115" sldId="493"/>
            <ac:spMk id="2" creationId="{00000000-0000-0000-0000-000000000000}"/>
          </ac:spMkLst>
        </pc:spChg>
        <pc:spChg chg="add del mod ord">
          <ac:chgData name="준영 장" userId="0c9b8532fd537bfe" providerId="LiveId" clId="{29432EEA-EC04-421A-90A3-B5595832F797}" dt="2024-03-14T13:49:07.387" v="565" actId="478"/>
          <ac:spMkLst>
            <pc:docMk/>
            <pc:sldMk cId="3643148115" sldId="493"/>
            <ac:spMk id="3" creationId="{8AC19351-3CC5-9526-A894-7302A2607175}"/>
          </ac:spMkLst>
        </pc:spChg>
      </pc:sldChg>
      <pc:sldChg chg="addSp delSp modSp add del mod modClrScheme chgLayout">
        <pc:chgData name="준영 장" userId="0c9b8532fd537bfe" providerId="LiveId" clId="{29432EEA-EC04-421A-90A3-B5595832F797}" dt="2024-03-14T13:49:15.340" v="566" actId="478"/>
        <pc:sldMkLst>
          <pc:docMk/>
          <pc:sldMk cId="0" sldId="494"/>
        </pc:sldMkLst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0" sldId="494"/>
            <ac:spMk id="2" creationId="{00000000-0000-0000-0000-000000000000}"/>
          </ac:spMkLst>
        </pc:spChg>
        <pc:spChg chg="add del mod ord">
          <ac:chgData name="준영 장" userId="0c9b8532fd537bfe" providerId="LiveId" clId="{29432EEA-EC04-421A-90A3-B5595832F797}" dt="2024-03-14T13:49:15.340" v="566" actId="478"/>
          <ac:spMkLst>
            <pc:docMk/>
            <pc:sldMk cId="0" sldId="494"/>
            <ac:spMk id="3" creationId="{F1B6FB35-A273-EE83-70B9-AF7B9FCB191C}"/>
          </ac:spMkLst>
        </pc:spChg>
      </pc:sldChg>
      <pc:sldChg chg="addSp delSp modSp add del mod modClrScheme chgLayout">
        <pc:chgData name="준영 장" userId="0c9b8532fd537bfe" providerId="LiveId" clId="{29432EEA-EC04-421A-90A3-B5595832F797}" dt="2024-03-14T13:49:20.206" v="567" actId="478"/>
        <pc:sldMkLst>
          <pc:docMk/>
          <pc:sldMk cId="0" sldId="495"/>
        </pc:sldMkLst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0" sldId="495"/>
            <ac:spMk id="2" creationId="{00000000-0000-0000-0000-000000000000}"/>
          </ac:spMkLst>
        </pc:spChg>
        <pc:spChg chg="add del mod ord">
          <ac:chgData name="준영 장" userId="0c9b8532fd537bfe" providerId="LiveId" clId="{29432EEA-EC04-421A-90A3-B5595832F797}" dt="2024-03-14T13:49:20.206" v="567" actId="478"/>
          <ac:spMkLst>
            <pc:docMk/>
            <pc:sldMk cId="0" sldId="495"/>
            <ac:spMk id="3" creationId="{5ECAD585-4A56-5524-6A66-25C343EE708C}"/>
          </ac:spMkLst>
        </pc:spChg>
      </pc:sldChg>
      <pc:sldChg chg="modSp add del mod modClrScheme chgLayout">
        <pc:chgData name="준영 장" userId="0c9b8532fd537bfe" providerId="LiveId" clId="{29432EEA-EC04-421A-90A3-B5595832F797}" dt="2024-03-16T10:39:56.503" v="1396" actId="20577"/>
        <pc:sldMkLst>
          <pc:docMk/>
          <pc:sldMk cId="3817662580" sldId="496"/>
        </pc:sldMkLst>
        <pc:spChg chg="mod ord">
          <ac:chgData name="준영 장" userId="0c9b8532fd537bfe" providerId="LiveId" clId="{29432EEA-EC04-421A-90A3-B5595832F797}" dt="2024-03-16T10:39:56.503" v="1396" actId="20577"/>
          <ac:spMkLst>
            <pc:docMk/>
            <pc:sldMk cId="3817662580" sldId="496"/>
            <ac:spMk id="2" creationId="{00000000-0000-0000-0000-000000000000}"/>
          </ac:spMkLst>
        </pc:spChg>
        <pc:graphicFrameChg chg="mod ord modGraphic">
          <ac:chgData name="준영 장" userId="0c9b8532fd537bfe" providerId="LiveId" clId="{29432EEA-EC04-421A-90A3-B5595832F797}" dt="2024-03-14T13:49:41.298" v="569" actId="14100"/>
          <ac:graphicFrameMkLst>
            <pc:docMk/>
            <pc:sldMk cId="3817662580" sldId="496"/>
            <ac:graphicFrameMk id="4" creationId="{00000000-0000-0000-0000-000000000000}"/>
          </ac:graphicFrameMkLst>
        </pc:graphicFrameChg>
      </pc:sldChg>
      <pc:sldChg chg="modSp add del mod modClrScheme chgLayout">
        <pc:chgData name="준영 장" userId="0c9b8532fd537bfe" providerId="LiveId" clId="{29432EEA-EC04-421A-90A3-B5595832F797}" dt="2024-03-14T13:49:58.214" v="570" actId="1076"/>
        <pc:sldMkLst>
          <pc:docMk/>
          <pc:sldMk cId="3261123242" sldId="497"/>
        </pc:sldMkLst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3261123242" sldId="497"/>
            <ac:spMk id="2" creationId="{570A7107-FBDE-195C-8F83-7CF49A09F1AC}"/>
          </ac:spMkLst>
        </pc:spChg>
        <pc:spChg chg="mod">
          <ac:chgData name="준영 장" userId="0c9b8532fd537bfe" providerId="LiveId" clId="{29432EEA-EC04-421A-90A3-B5595832F797}" dt="2024-03-14T13:49:58.214" v="570" actId="1076"/>
          <ac:spMkLst>
            <pc:docMk/>
            <pc:sldMk cId="3261123242" sldId="497"/>
            <ac:spMk id="3" creationId="{E1BB64B5-4600-2594-8130-F783CBB32A8E}"/>
          </ac:spMkLst>
        </pc:spChg>
        <pc:picChg chg="mod ord">
          <ac:chgData name="준영 장" userId="0c9b8532fd537bfe" providerId="LiveId" clId="{29432EEA-EC04-421A-90A3-B5595832F797}" dt="2024-03-11T12:38:46.104" v="7" actId="700"/>
          <ac:picMkLst>
            <pc:docMk/>
            <pc:sldMk cId="3261123242" sldId="497"/>
            <ac:picMk id="5" creationId="{187C7E41-D4E4-CEA8-95DA-99BE8807B60F}"/>
          </ac:picMkLst>
        </pc:picChg>
      </pc:sldChg>
      <pc:sldChg chg="modSp add del mod modClrScheme chgLayout">
        <pc:chgData name="준영 장" userId="0c9b8532fd537bfe" providerId="LiveId" clId="{29432EEA-EC04-421A-90A3-B5595832F797}" dt="2024-03-11T12:38:46.104" v="7" actId="700"/>
        <pc:sldMkLst>
          <pc:docMk/>
          <pc:sldMk cId="0" sldId="498"/>
        </pc:sldMkLst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0" sldId="498"/>
            <ac:spMk id="2" creationId="{00000000-0000-0000-0000-000000000000}"/>
          </ac:spMkLst>
        </pc:spChg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0" sldId="498"/>
            <ac:spMk id="3" creationId="{00000000-0000-0000-0000-000000000000}"/>
          </ac:spMkLst>
        </pc:spChg>
      </pc:sldChg>
      <pc:sldChg chg="modSp add del mod modClrScheme chgLayout">
        <pc:chgData name="준영 장" userId="0c9b8532fd537bfe" providerId="LiveId" clId="{29432EEA-EC04-421A-90A3-B5595832F797}" dt="2024-03-14T13:50:55.680" v="577" actId="1076"/>
        <pc:sldMkLst>
          <pc:docMk/>
          <pc:sldMk cId="0" sldId="499"/>
        </pc:sldMkLst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0" sldId="499"/>
            <ac:spMk id="2" creationId="{00000000-0000-0000-0000-000000000000}"/>
          </ac:spMkLst>
        </pc:spChg>
        <pc:spChg chg="mod ord">
          <ac:chgData name="준영 장" userId="0c9b8532fd537bfe" providerId="LiveId" clId="{29432EEA-EC04-421A-90A3-B5595832F797}" dt="2024-03-14T13:50:46.610" v="576" actId="1076"/>
          <ac:spMkLst>
            <pc:docMk/>
            <pc:sldMk cId="0" sldId="499"/>
            <ac:spMk id="3" creationId="{00000000-0000-0000-0000-000000000000}"/>
          </ac:spMkLst>
        </pc:spChg>
        <pc:spChg chg="mod">
          <ac:chgData name="준영 장" userId="0c9b8532fd537bfe" providerId="LiveId" clId="{29432EEA-EC04-421A-90A3-B5595832F797}" dt="2024-03-14T13:50:55.680" v="577" actId="1076"/>
          <ac:spMkLst>
            <pc:docMk/>
            <pc:sldMk cId="0" sldId="499"/>
            <ac:spMk id="7" creationId="{00000000-0000-0000-0000-000000000000}"/>
          </ac:spMkLst>
        </pc:spChg>
      </pc:sldChg>
      <pc:sldChg chg="modSp add del mod modClrScheme chgLayout">
        <pc:chgData name="준영 장" userId="0c9b8532fd537bfe" providerId="LiveId" clId="{29432EEA-EC04-421A-90A3-B5595832F797}" dt="2024-03-14T13:51:16.191" v="583" actId="1035"/>
        <pc:sldMkLst>
          <pc:docMk/>
          <pc:sldMk cId="0" sldId="500"/>
        </pc:sldMkLst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0" sldId="500"/>
            <ac:spMk id="2" creationId="{00000000-0000-0000-0000-000000000000}"/>
          </ac:spMkLst>
        </pc:spChg>
        <pc:spChg chg="mod">
          <ac:chgData name="준영 장" userId="0c9b8532fd537bfe" providerId="LiveId" clId="{29432EEA-EC04-421A-90A3-B5595832F797}" dt="2024-03-14T13:51:06.602" v="578" actId="1076"/>
          <ac:spMkLst>
            <pc:docMk/>
            <pc:sldMk cId="0" sldId="500"/>
            <ac:spMk id="23" creationId="{00000000-0000-0000-0000-000000000000}"/>
          </ac:spMkLst>
        </pc:spChg>
        <pc:graphicFrameChg chg="mod ord modGraphic">
          <ac:chgData name="준영 장" userId="0c9b8532fd537bfe" providerId="LiveId" clId="{29432EEA-EC04-421A-90A3-B5595832F797}" dt="2024-03-14T13:51:16.191" v="583" actId="1035"/>
          <ac:graphicFrameMkLst>
            <pc:docMk/>
            <pc:sldMk cId="0" sldId="500"/>
            <ac:graphicFrameMk id="4" creationId="{00000000-0000-0000-0000-000000000000}"/>
          </ac:graphicFrameMkLst>
        </pc:graphicFrameChg>
      </pc:sldChg>
      <pc:sldChg chg="modSp add del mod modClrScheme chgLayout">
        <pc:chgData name="준영 장" userId="0c9b8532fd537bfe" providerId="LiveId" clId="{29432EEA-EC04-421A-90A3-B5595832F797}" dt="2024-03-14T13:59:25.034" v="584" actId="1076"/>
        <pc:sldMkLst>
          <pc:docMk/>
          <pc:sldMk cId="3712038957" sldId="501"/>
        </pc:sldMkLst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3712038957" sldId="501"/>
            <ac:spMk id="2" creationId="{00000000-0000-0000-0000-000000000000}"/>
          </ac:spMkLst>
        </pc:spChg>
        <pc:graphicFrameChg chg="mod ord modGraphic">
          <ac:chgData name="준영 장" userId="0c9b8532fd537bfe" providerId="LiveId" clId="{29432EEA-EC04-421A-90A3-B5595832F797}" dt="2024-03-14T13:59:25.034" v="584" actId="1076"/>
          <ac:graphicFrameMkLst>
            <pc:docMk/>
            <pc:sldMk cId="3712038957" sldId="501"/>
            <ac:graphicFrameMk id="4" creationId="{00000000-0000-0000-0000-000000000000}"/>
          </ac:graphicFrameMkLst>
        </pc:graphicFrameChg>
      </pc:sldChg>
      <pc:sldChg chg="modSp add del mod modClrScheme chgLayout">
        <pc:chgData name="준영 장" userId="0c9b8532fd537bfe" providerId="LiveId" clId="{29432EEA-EC04-421A-90A3-B5595832F797}" dt="2024-03-14T13:59:33.063" v="585" actId="1076"/>
        <pc:sldMkLst>
          <pc:docMk/>
          <pc:sldMk cId="0" sldId="502"/>
        </pc:sldMkLst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0" sldId="502"/>
            <ac:spMk id="2" creationId="{00000000-0000-0000-0000-000000000000}"/>
          </ac:spMkLst>
        </pc:spChg>
        <pc:spChg chg="mod ord">
          <ac:chgData name="준영 장" userId="0c9b8532fd537bfe" providerId="LiveId" clId="{29432EEA-EC04-421A-90A3-B5595832F797}" dt="2024-03-14T13:59:33.063" v="585" actId="1076"/>
          <ac:spMkLst>
            <pc:docMk/>
            <pc:sldMk cId="0" sldId="502"/>
            <ac:spMk id="3" creationId="{00000000-0000-0000-0000-000000000000}"/>
          </ac:spMkLst>
        </pc:spChg>
      </pc:sldChg>
      <pc:sldChg chg="addSp delSp modSp add del mod modClrScheme chgLayout">
        <pc:chgData name="준영 장" userId="0c9b8532fd537bfe" providerId="LiveId" clId="{29432EEA-EC04-421A-90A3-B5595832F797}" dt="2024-03-14T13:59:44.531" v="586" actId="700"/>
        <pc:sldMkLst>
          <pc:docMk/>
          <pc:sldMk cId="1595753438" sldId="503"/>
        </pc:sldMkLst>
        <pc:spChg chg="add del mod ord">
          <ac:chgData name="준영 장" userId="0c9b8532fd537bfe" providerId="LiveId" clId="{29432EEA-EC04-421A-90A3-B5595832F797}" dt="2024-03-14T13:59:44.531" v="586" actId="700"/>
          <ac:spMkLst>
            <pc:docMk/>
            <pc:sldMk cId="1595753438" sldId="503"/>
            <ac:spMk id="2" creationId="{2E7580E7-EEAB-75FA-D31F-6224819E7836}"/>
          </ac:spMkLst>
        </pc:spChg>
        <pc:spChg chg="add del mod ord">
          <ac:chgData name="준영 장" userId="0c9b8532fd537bfe" providerId="LiveId" clId="{29432EEA-EC04-421A-90A3-B5595832F797}" dt="2024-03-14T13:59:44.531" v="586" actId="700"/>
          <ac:spMkLst>
            <pc:docMk/>
            <pc:sldMk cId="1595753438" sldId="503"/>
            <ac:spMk id="3" creationId="{6E84B092-A17F-2C3F-FF60-329B09AF8E0D}"/>
          </ac:spMkLst>
        </pc:spChg>
      </pc:sldChg>
      <pc:sldChg chg="modSp add del mod modClrScheme chgLayout">
        <pc:chgData name="준영 장" userId="0c9b8532fd537bfe" providerId="LiveId" clId="{29432EEA-EC04-421A-90A3-B5595832F797}" dt="2024-03-14T14:01:00.167" v="587" actId="1076"/>
        <pc:sldMkLst>
          <pc:docMk/>
          <pc:sldMk cId="3219696612" sldId="504"/>
        </pc:sldMkLst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3219696612" sldId="504"/>
            <ac:spMk id="2" creationId="{00000000-0000-0000-0000-000000000000}"/>
          </ac:spMkLst>
        </pc:spChg>
        <pc:spChg chg="mod ord">
          <ac:chgData name="준영 장" userId="0c9b8532fd537bfe" providerId="LiveId" clId="{29432EEA-EC04-421A-90A3-B5595832F797}" dt="2024-03-14T14:01:00.167" v="587" actId="1076"/>
          <ac:spMkLst>
            <pc:docMk/>
            <pc:sldMk cId="3219696612" sldId="504"/>
            <ac:spMk id="3" creationId="{00000000-0000-0000-0000-000000000000}"/>
          </ac:spMkLst>
        </pc:spChg>
      </pc:sldChg>
      <pc:sldChg chg="modSp add del mod modClrScheme chgLayout">
        <pc:chgData name="준영 장" userId="0c9b8532fd537bfe" providerId="LiveId" clId="{29432EEA-EC04-421A-90A3-B5595832F797}" dt="2024-03-14T14:01:06.502" v="588" actId="1076"/>
        <pc:sldMkLst>
          <pc:docMk/>
          <pc:sldMk cId="1723364011" sldId="505"/>
        </pc:sldMkLst>
        <pc:spChg chg="mod ord">
          <ac:chgData name="준영 장" userId="0c9b8532fd537bfe" providerId="LiveId" clId="{29432EEA-EC04-421A-90A3-B5595832F797}" dt="2024-03-14T14:01:06.502" v="588" actId="1076"/>
          <ac:spMkLst>
            <pc:docMk/>
            <pc:sldMk cId="1723364011" sldId="505"/>
            <ac:spMk id="3" creationId="{00000000-0000-0000-0000-000000000000}"/>
          </ac:spMkLst>
        </pc:spChg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1723364011" sldId="505"/>
            <ac:spMk id="4" creationId="{00000000-0000-0000-0000-000000000000}"/>
          </ac:spMkLst>
        </pc:spChg>
      </pc:sldChg>
      <pc:sldChg chg="modSp add del mod modClrScheme chgLayout">
        <pc:chgData name="준영 장" userId="0c9b8532fd537bfe" providerId="LiveId" clId="{29432EEA-EC04-421A-90A3-B5595832F797}" dt="2024-03-14T14:01:17.304" v="589" actId="1076"/>
        <pc:sldMkLst>
          <pc:docMk/>
          <pc:sldMk cId="0" sldId="506"/>
        </pc:sldMkLst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0" sldId="506"/>
            <ac:spMk id="2" creationId="{00000000-0000-0000-0000-000000000000}"/>
          </ac:spMkLst>
        </pc:spChg>
        <pc:spChg chg="mod ord">
          <ac:chgData name="준영 장" userId="0c9b8532fd537bfe" providerId="LiveId" clId="{29432EEA-EC04-421A-90A3-B5595832F797}" dt="2024-03-14T14:01:17.304" v="589" actId="1076"/>
          <ac:spMkLst>
            <pc:docMk/>
            <pc:sldMk cId="0" sldId="506"/>
            <ac:spMk id="3" creationId="{00000000-0000-0000-0000-000000000000}"/>
          </ac:spMkLst>
        </pc:spChg>
      </pc:sldChg>
      <pc:sldChg chg="modSp add del mod modClrScheme chgLayout">
        <pc:chgData name="준영 장" userId="0c9b8532fd537bfe" providerId="LiveId" clId="{29432EEA-EC04-421A-90A3-B5595832F797}" dt="2024-03-14T14:01:35.251" v="592" actId="1076"/>
        <pc:sldMkLst>
          <pc:docMk/>
          <pc:sldMk cId="0" sldId="507"/>
        </pc:sldMkLst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0" sldId="507"/>
            <ac:spMk id="2" creationId="{00000000-0000-0000-0000-000000000000}"/>
          </ac:spMkLst>
        </pc:spChg>
        <pc:spChg chg="mod ord">
          <ac:chgData name="준영 장" userId="0c9b8532fd537bfe" providerId="LiveId" clId="{29432EEA-EC04-421A-90A3-B5595832F797}" dt="2024-03-14T14:01:35.251" v="592" actId="1076"/>
          <ac:spMkLst>
            <pc:docMk/>
            <pc:sldMk cId="0" sldId="507"/>
            <ac:spMk id="3" creationId="{00000000-0000-0000-0000-000000000000}"/>
          </ac:spMkLst>
        </pc:spChg>
        <pc:spChg chg="mod">
          <ac:chgData name="준영 장" userId="0c9b8532fd537bfe" providerId="LiveId" clId="{29432EEA-EC04-421A-90A3-B5595832F797}" dt="2024-03-14T14:01:29.458" v="591" actId="1076"/>
          <ac:spMkLst>
            <pc:docMk/>
            <pc:sldMk cId="0" sldId="507"/>
            <ac:spMk id="13" creationId="{00000000-0000-0000-0000-000000000000}"/>
          </ac:spMkLst>
        </pc:spChg>
      </pc:sldChg>
      <pc:sldChg chg="modSp add del mod modClrScheme chgLayout">
        <pc:chgData name="준영 장" userId="0c9b8532fd537bfe" providerId="LiveId" clId="{29432EEA-EC04-421A-90A3-B5595832F797}" dt="2024-03-14T14:01:45.915" v="593" actId="1076"/>
        <pc:sldMkLst>
          <pc:docMk/>
          <pc:sldMk cId="0" sldId="508"/>
        </pc:sldMkLst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0" sldId="508"/>
            <ac:spMk id="2" creationId="{00000000-0000-0000-0000-000000000000}"/>
          </ac:spMkLst>
        </pc:spChg>
        <pc:spChg chg="mod ord">
          <ac:chgData name="준영 장" userId="0c9b8532fd537bfe" providerId="LiveId" clId="{29432EEA-EC04-421A-90A3-B5595832F797}" dt="2024-03-14T14:01:45.915" v="593" actId="1076"/>
          <ac:spMkLst>
            <pc:docMk/>
            <pc:sldMk cId="0" sldId="508"/>
            <ac:spMk id="3" creationId="{00000000-0000-0000-0000-000000000000}"/>
          </ac:spMkLst>
        </pc:spChg>
      </pc:sldChg>
      <pc:sldChg chg="addSp delSp modSp add del mod modClrScheme chgLayout">
        <pc:chgData name="준영 장" userId="0c9b8532fd537bfe" providerId="LiveId" clId="{29432EEA-EC04-421A-90A3-B5595832F797}" dt="2024-03-14T14:01:52.913" v="595" actId="478"/>
        <pc:sldMkLst>
          <pc:docMk/>
          <pc:sldMk cId="0" sldId="509"/>
        </pc:sldMkLst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0" sldId="509"/>
            <ac:spMk id="2" creationId="{00000000-0000-0000-0000-000000000000}"/>
          </ac:spMkLst>
        </pc:spChg>
        <pc:spChg chg="add del mod ord">
          <ac:chgData name="준영 장" userId="0c9b8532fd537bfe" providerId="LiveId" clId="{29432EEA-EC04-421A-90A3-B5595832F797}" dt="2024-03-14T14:01:52.913" v="595" actId="478"/>
          <ac:spMkLst>
            <pc:docMk/>
            <pc:sldMk cId="0" sldId="509"/>
            <ac:spMk id="3" creationId="{269F302F-24EA-318A-C059-B4FE8EA8C5D5}"/>
          </ac:spMkLst>
        </pc:spChg>
      </pc:sldChg>
      <pc:sldChg chg="addSp delSp modSp add del mod modClrScheme chgLayout">
        <pc:chgData name="준영 장" userId="0c9b8532fd537bfe" providerId="LiveId" clId="{29432EEA-EC04-421A-90A3-B5595832F797}" dt="2024-03-14T14:02:01.746" v="597" actId="478"/>
        <pc:sldMkLst>
          <pc:docMk/>
          <pc:sldMk cId="0" sldId="510"/>
        </pc:sldMkLst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0" sldId="510"/>
            <ac:spMk id="2" creationId="{00000000-0000-0000-0000-000000000000}"/>
          </ac:spMkLst>
        </pc:spChg>
        <pc:spChg chg="add del mod ord">
          <ac:chgData name="준영 장" userId="0c9b8532fd537bfe" providerId="LiveId" clId="{29432EEA-EC04-421A-90A3-B5595832F797}" dt="2024-03-14T14:02:01.746" v="597" actId="478"/>
          <ac:spMkLst>
            <pc:docMk/>
            <pc:sldMk cId="0" sldId="510"/>
            <ac:spMk id="3" creationId="{A8755449-AE62-F4FF-AC92-3A45D6924EDF}"/>
          </ac:spMkLst>
        </pc:spChg>
      </pc:sldChg>
      <pc:sldChg chg="addSp delSp modSp add del mod modClrScheme chgLayout">
        <pc:chgData name="준영 장" userId="0c9b8532fd537bfe" providerId="LiveId" clId="{29432EEA-EC04-421A-90A3-B5595832F797}" dt="2024-03-14T14:02:06.345" v="598" actId="478"/>
        <pc:sldMkLst>
          <pc:docMk/>
          <pc:sldMk cId="0" sldId="511"/>
        </pc:sldMkLst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0" sldId="511"/>
            <ac:spMk id="2" creationId="{00000000-0000-0000-0000-000000000000}"/>
          </ac:spMkLst>
        </pc:spChg>
        <pc:spChg chg="add del mod ord">
          <ac:chgData name="준영 장" userId="0c9b8532fd537bfe" providerId="LiveId" clId="{29432EEA-EC04-421A-90A3-B5595832F797}" dt="2024-03-14T14:02:06.345" v="598" actId="478"/>
          <ac:spMkLst>
            <pc:docMk/>
            <pc:sldMk cId="0" sldId="511"/>
            <ac:spMk id="3" creationId="{E4D956C4-44A3-D84C-C44B-A8BC2978A2C3}"/>
          </ac:spMkLst>
        </pc:spChg>
      </pc:sldChg>
      <pc:sldChg chg="modSp add del mod modClrScheme chgLayout">
        <pc:chgData name="준영 장" userId="0c9b8532fd537bfe" providerId="LiveId" clId="{29432EEA-EC04-421A-90A3-B5595832F797}" dt="2024-03-11T12:38:46.104" v="7" actId="700"/>
        <pc:sldMkLst>
          <pc:docMk/>
          <pc:sldMk cId="0" sldId="512"/>
        </pc:sldMkLst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0" sldId="512"/>
            <ac:spMk id="2" creationId="{00000000-0000-0000-0000-000000000000}"/>
          </ac:spMkLst>
        </pc:spChg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0" sldId="512"/>
            <ac:spMk id="3" creationId="{00000000-0000-0000-0000-000000000000}"/>
          </ac:spMkLst>
        </pc:spChg>
      </pc:sldChg>
      <pc:sldChg chg="modSp add del mod modClrScheme chgLayout">
        <pc:chgData name="준영 장" userId="0c9b8532fd537bfe" providerId="LiveId" clId="{29432EEA-EC04-421A-90A3-B5595832F797}" dt="2024-03-14T13:31:34.447" v="50" actId="1036"/>
        <pc:sldMkLst>
          <pc:docMk/>
          <pc:sldMk cId="0" sldId="513"/>
        </pc:sldMkLst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0" sldId="513"/>
            <ac:spMk id="2" creationId="{00000000-0000-0000-0000-000000000000}"/>
          </ac:spMkLst>
        </pc:spChg>
        <pc:spChg chg="mod ord">
          <ac:chgData name="준영 장" userId="0c9b8532fd537bfe" providerId="LiveId" clId="{29432EEA-EC04-421A-90A3-B5595832F797}" dt="2024-03-14T13:31:34.447" v="50" actId="1036"/>
          <ac:spMkLst>
            <pc:docMk/>
            <pc:sldMk cId="0" sldId="513"/>
            <ac:spMk id="3" creationId="{00000000-0000-0000-0000-000000000000}"/>
          </ac:spMkLst>
        </pc:spChg>
        <pc:spChg chg="mod">
          <ac:chgData name="준영 장" userId="0c9b8532fd537bfe" providerId="LiveId" clId="{29432EEA-EC04-421A-90A3-B5595832F797}" dt="2024-03-14T13:31:20.719" v="43" actId="1076"/>
          <ac:spMkLst>
            <pc:docMk/>
            <pc:sldMk cId="0" sldId="513"/>
            <ac:spMk id="9" creationId="{00000000-0000-0000-0000-000000000000}"/>
          </ac:spMkLst>
        </pc:spChg>
      </pc:sldChg>
      <pc:sldChg chg="addSp delSp modSp add del mod modClrScheme chgLayout">
        <pc:chgData name="준영 장" userId="0c9b8532fd537bfe" providerId="LiveId" clId="{29432EEA-EC04-421A-90A3-B5595832F797}" dt="2024-03-14T13:31:06.992" v="41" actId="478"/>
        <pc:sldMkLst>
          <pc:docMk/>
          <pc:sldMk cId="0" sldId="514"/>
        </pc:sldMkLst>
        <pc:spChg chg="add del mod ord">
          <ac:chgData name="준영 장" userId="0c9b8532fd537bfe" providerId="LiveId" clId="{29432EEA-EC04-421A-90A3-B5595832F797}" dt="2024-03-14T13:31:06.992" v="41" actId="478"/>
          <ac:spMkLst>
            <pc:docMk/>
            <pc:sldMk cId="0" sldId="514"/>
            <ac:spMk id="2" creationId="{8902C814-71DA-0D1B-CA1D-B910A85D1C7B}"/>
          </ac:spMkLst>
        </pc:spChg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0" sldId="514"/>
            <ac:spMk id="4" creationId="{00000000-0000-0000-0000-000000000000}"/>
          </ac:spMkLst>
        </pc:spChg>
      </pc:sldChg>
      <pc:sldChg chg="modSp add del mod modClrScheme chgLayout">
        <pc:chgData name="준영 장" userId="0c9b8532fd537bfe" providerId="LiveId" clId="{29432EEA-EC04-421A-90A3-B5595832F797}" dt="2024-03-14T13:31:02.349" v="40" actId="1076"/>
        <pc:sldMkLst>
          <pc:docMk/>
          <pc:sldMk cId="0" sldId="515"/>
        </pc:sldMkLst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0" sldId="515"/>
            <ac:spMk id="2" creationId="{00000000-0000-0000-0000-000000000000}"/>
          </ac:spMkLst>
        </pc:spChg>
        <pc:spChg chg="mod ord">
          <ac:chgData name="준영 장" userId="0c9b8532fd537bfe" providerId="LiveId" clId="{29432EEA-EC04-421A-90A3-B5595832F797}" dt="2024-03-14T13:31:02.349" v="40" actId="1076"/>
          <ac:spMkLst>
            <pc:docMk/>
            <pc:sldMk cId="0" sldId="515"/>
            <ac:spMk id="3" creationId="{00000000-0000-0000-0000-000000000000}"/>
          </ac:spMkLst>
        </pc:spChg>
        <pc:spChg chg="mod">
          <ac:chgData name="준영 장" userId="0c9b8532fd537bfe" providerId="LiveId" clId="{29432EEA-EC04-421A-90A3-B5595832F797}" dt="2024-03-14T13:30:53.799" v="39" actId="1076"/>
          <ac:spMkLst>
            <pc:docMk/>
            <pc:sldMk cId="0" sldId="515"/>
            <ac:spMk id="8" creationId="{00000000-0000-0000-0000-000000000000}"/>
          </ac:spMkLst>
        </pc:spChg>
      </pc:sldChg>
      <pc:sldChg chg="addSp delSp modSp add del mod modClrScheme chgLayout">
        <pc:chgData name="준영 장" userId="0c9b8532fd537bfe" providerId="LiveId" clId="{29432EEA-EC04-421A-90A3-B5595832F797}" dt="2024-03-14T13:30:40.475" v="35" actId="478"/>
        <pc:sldMkLst>
          <pc:docMk/>
          <pc:sldMk cId="0" sldId="516"/>
        </pc:sldMkLst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0" sldId="516"/>
            <ac:spMk id="2" creationId="{00000000-0000-0000-0000-000000000000}"/>
          </ac:spMkLst>
        </pc:spChg>
        <pc:spChg chg="add del mod ord">
          <ac:chgData name="준영 장" userId="0c9b8532fd537bfe" providerId="LiveId" clId="{29432EEA-EC04-421A-90A3-B5595832F797}" dt="2024-03-14T13:30:40.475" v="35" actId="478"/>
          <ac:spMkLst>
            <pc:docMk/>
            <pc:sldMk cId="0" sldId="516"/>
            <ac:spMk id="3" creationId="{FCBA2D73-FADE-7A28-F4AA-DA09A985894A}"/>
          </ac:spMkLst>
        </pc:spChg>
      </pc:sldChg>
      <pc:sldChg chg="delSp modSp add del mod modClrScheme chgLayout">
        <pc:chgData name="준영 장" userId="0c9b8532fd537bfe" providerId="LiveId" clId="{29432EEA-EC04-421A-90A3-B5595832F797}" dt="2024-03-14T13:30:37.040" v="34" actId="478"/>
        <pc:sldMkLst>
          <pc:docMk/>
          <pc:sldMk cId="0" sldId="517"/>
        </pc:sldMkLst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0" sldId="517"/>
            <ac:spMk id="2" creationId="{00000000-0000-0000-0000-000000000000}"/>
          </ac:spMkLst>
        </pc:spChg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0" sldId="517"/>
            <ac:spMk id="3" creationId="{00000000-0000-0000-0000-000000000000}"/>
          </ac:spMkLst>
        </pc:spChg>
        <pc:spChg chg="del">
          <ac:chgData name="준영 장" userId="0c9b8532fd537bfe" providerId="LiveId" clId="{29432EEA-EC04-421A-90A3-B5595832F797}" dt="2024-03-14T13:30:37.040" v="34" actId="478"/>
          <ac:spMkLst>
            <pc:docMk/>
            <pc:sldMk cId="0" sldId="517"/>
            <ac:spMk id="20" creationId="{00000000-0000-0000-0000-000000000000}"/>
          </ac:spMkLst>
        </pc:spChg>
      </pc:sldChg>
      <pc:sldChg chg="addSp delSp modSp add del mod modClrScheme chgLayout">
        <pc:chgData name="준영 장" userId="0c9b8532fd537bfe" providerId="LiveId" clId="{29432EEA-EC04-421A-90A3-B5595832F797}" dt="2024-03-14T14:02:25.253" v="600" actId="478"/>
        <pc:sldMkLst>
          <pc:docMk/>
          <pc:sldMk cId="0" sldId="518"/>
        </pc:sldMkLst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0" sldId="518"/>
            <ac:spMk id="2" creationId="{00000000-0000-0000-0000-000000000000}"/>
          </ac:spMkLst>
        </pc:spChg>
        <pc:spChg chg="add del mod ord">
          <ac:chgData name="준영 장" userId="0c9b8532fd537bfe" providerId="LiveId" clId="{29432EEA-EC04-421A-90A3-B5595832F797}" dt="2024-03-14T14:02:25.253" v="600" actId="478"/>
          <ac:spMkLst>
            <pc:docMk/>
            <pc:sldMk cId="0" sldId="518"/>
            <ac:spMk id="3" creationId="{1494AFAF-F890-46ED-3C2F-3CAE1D86BDE0}"/>
          </ac:spMkLst>
        </pc:spChg>
      </pc:sldChg>
      <pc:sldChg chg="addSp delSp modSp add del mod modClrScheme chgLayout">
        <pc:chgData name="준영 장" userId="0c9b8532fd537bfe" providerId="LiveId" clId="{29432EEA-EC04-421A-90A3-B5595832F797}" dt="2024-03-14T14:02:37.751" v="601" actId="1076"/>
        <pc:sldMkLst>
          <pc:docMk/>
          <pc:sldMk cId="0" sldId="519"/>
        </pc:sldMkLst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0" sldId="519"/>
            <ac:spMk id="2" creationId="{00000000-0000-0000-0000-000000000000}"/>
          </ac:spMkLst>
        </pc:spChg>
        <pc:spChg chg="del mod ord">
          <ac:chgData name="준영 장" userId="0c9b8532fd537bfe" providerId="LiveId" clId="{29432EEA-EC04-421A-90A3-B5595832F797}" dt="2024-03-11T12:41:01.547" v="26" actId="478"/>
          <ac:spMkLst>
            <pc:docMk/>
            <pc:sldMk cId="0" sldId="519"/>
            <ac:spMk id="3" creationId="{00000000-0000-0000-0000-000000000000}"/>
          </ac:spMkLst>
        </pc:spChg>
        <pc:spChg chg="mod">
          <ac:chgData name="준영 장" userId="0c9b8532fd537bfe" providerId="LiveId" clId="{29432EEA-EC04-421A-90A3-B5595832F797}" dt="2024-03-11T12:40:59.042" v="25" actId="6549"/>
          <ac:spMkLst>
            <pc:docMk/>
            <pc:sldMk cId="0" sldId="519"/>
            <ac:spMk id="14" creationId="{00000000-0000-0000-0000-000000000000}"/>
          </ac:spMkLst>
        </pc:spChg>
        <pc:spChg chg="add del mod">
          <ac:chgData name="준영 장" userId="0c9b8532fd537bfe" providerId="LiveId" clId="{29432EEA-EC04-421A-90A3-B5595832F797}" dt="2024-03-11T12:41:05.545" v="27" actId="478"/>
          <ac:spMkLst>
            <pc:docMk/>
            <pc:sldMk cId="0" sldId="519"/>
            <ac:spMk id="16" creationId="{AFB9C236-E358-19F5-FB5F-64AF20407EA7}"/>
          </ac:spMkLst>
        </pc:spChg>
        <pc:graphicFrameChg chg="mod">
          <ac:chgData name="준영 장" userId="0c9b8532fd537bfe" providerId="LiveId" clId="{29432EEA-EC04-421A-90A3-B5595832F797}" dt="2024-03-14T14:02:37.751" v="601" actId="1076"/>
          <ac:graphicFrameMkLst>
            <pc:docMk/>
            <pc:sldMk cId="0" sldId="519"/>
            <ac:graphicFrameMk id="4" creationId="{00000000-0000-0000-0000-000000000000}"/>
          </ac:graphicFrameMkLst>
        </pc:graphicFrameChg>
      </pc:sldChg>
      <pc:sldChg chg="modSp add del mod modClrScheme chgLayout">
        <pc:chgData name="준영 장" userId="0c9b8532fd537bfe" providerId="LiveId" clId="{29432EEA-EC04-421A-90A3-B5595832F797}" dt="2024-03-11T12:38:46.104" v="7" actId="700"/>
        <pc:sldMkLst>
          <pc:docMk/>
          <pc:sldMk cId="0" sldId="520"/>
        </pc:sldMkLst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0" sldId="520"/>
            <ac:spMk id="2" creationId="{00000000-0000-0000-0000-000000000000}"/>
          </ac:spMkLst>
        </pc:spChg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0" sldId="520"/>
            <ac:spMk id="14" creationId="{00000000-0000-0000-0000-000000000000}"/>
          </ac:spMkLst>
        </pc:spChg>
      </pc:sldChg>
      <pc:sldChg chg="addSp delSp modSp add del mod modClrScheme chgLayout">
        <pc:chgData name="준영 장" userId="0c9b8532fd537bfe" providerId="LiveId" clId="{29432EEA-EC04-421A-90A3-B5595832F797}" dt="2024-03-11T12:40:28.817" v="19" actId="700"/>
        <pc:sldMkLst>
          <pc:docMk/>
          <pc:sldMk cId="0" sldId="521"/>
        </pc:sldMkLst>
        <pc:spChg chg="add del mod ord">
          <ac:chgData name="준영 장" userId="0c9b8532fd537bfe" providerId="LiveId" clId="{29432EEA-EC04-421A-90A3-B5595832F797}" dt="2024-03-11T12:39:31.475" v="11" actId="478"/>
          <ac:spMkLst>
            <pc:docMk/>
            <pc:sldMk cId="0" sldId="521"/>
            <ac:spMk id="2" creationId="{AB4E152E-E476-D58E-70F7-C0A64A44FA80}"/>
          </ac:spMkLst>
        </pc:spChg>
        <pc:spChg chg="add del mod ord">
          <ac:chgData name="준영 장" userId="0c9b8532fd537bfe" providerId="LiveId" clId="{29432EEA-EC04-421A-90A3-B5595832F797}" dt="2024-03-11T12:39:33.844" v="12" actId="478"/>
          <ac:spMkLst>
            <pc:docMk/>
            <pc:sldMk cId="0" sldId="521"/>
            <ac:spMk id="3" creationId="{061338DD-CACD-3306-8B5E-227F26A3EFB9}"/>
          </ac:spMkLst>
        </pc:spChg>
      </pc:sldChg>
      <pc:sldChg chg="addSp modSp add del mod modClrScheme chgLayout">
        <pc:chgData name="준영 장" userId="0c9b8532fd537bfe" providerId="LiveId" clId="{29432EEA-EC04-421A-90A3-B5595832F797}" dt="2024-03-13T14:26:43.188" v="31" actId="2696"/>
        <pc:sldMkLst>
          <pc:docMk/>
          <pc:sldMk cId="2856857454" sldId="522"/>
        </pc:sldMkLst>
        <pc:spChg chg="add mod">
          <ac:chgData name="준영 장" userId="0c9b8532fd537bfe" providerId="LiveId" clId="{29432EEA-EC04-421A-90A3-B5595832F797}" dt="2024-03-13T14:26:03.800" v="30" actId="571"/>
          <ac:spMkLst>
            <pc:docMk/>
            <pc:sldMk cId="2856857454" sldId="522"/>
            <ac:spMk id="2" creationId="{7FF1A442-3695-D098-D230-BFDEBCFD8B64}"/>
          </ac:spMkLst>
        </pc:spChg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2856857454" sldId="522"/>
            <ac:spMk id="4" creationId="{9BD6E537-2AF7-32F3-E647-50E5578B9B87}"/>
          </ac:spMkLst>
        </pc:spChg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2856857454" sldId="522"/>
            <ac:spMk id="5" creationId="{0F394D38-3E0F-7B6D-DEC7-6D7943E9C131}"/>
          </ac:spMkLst>
        </pc:spChg>
      </pc:sldChg>
      <pc:sldChg chg="addSp delSp modSp add mod">
        <pc:chgData name="준영 장" userId="0c9b8532fd537bfe" providerId="LiveId" clId="{29432EEA-EC04-421A-90A3-B5595832F797}" dt="2024-03-14T14:16:39.276" v="1219" actId="14100"/>
        <pc:sldMkLst>
          <pc:docMk/>
          <pc:sldMk cId="4265567508" sldId="522"/>
        </pc:sldMkLst>
        <pc:spChg chg="mod">
          <ac:chgData name="준영 장" userId="0c9b8532fd537bfe" providerId="LiveId" clId="{29432EEA-EC04-421A-90A3-B5595832F797}" dt="2024-03-14T14:16:27.384" v="1218" actId="20577"/>
          <ac:spMkLst>
            <pc:docMk/>
            <pc:sldMk cId="4265567508" sldId="522"/>
            <ac:spMk id="3" creationId="{00000000-0000-0000-0000-000000000000}"/>
          </ac:spMkLst>
        </pc:spChg>
        <pc:spChg chg="mod">
          <ac:chgData name="준영 장" userId="0c9b8532fd537bfe" providerId="LiveId" clId="{29432EEA-EC04-421A-90A3-B5595832F797}" dt="2024-03-14T14:14:29.270" v="982" actId="1076"/>
          <ac:spMkLst>
            <pc:docMk/>
            <pc:sldMk cId="4265567508" sldId="522"/>
            <ac:spMk id="6" creationId="{00000000-0000-0000-0000-000000000000}"/>
          </ac:spMkLst>
        </pc:spChg>
        <pc:spChg chg="mod">
          <ac:chgData name="준영 장" userId="0c9b8532fd537bfe" providerId="LiveId" clId="{29432EEA-EC04-421A-90A3-B5595832F797}" dt="2024-03-14T14:14:23.445" v="981" actId="1076"/>
          <ac:spMkLst>
            <pc:docMk/>
            <pc:sldMk cId="4265567508" sldId="522"/>
            <ac:spMk id="9" creationId="{00000000-0000-0000-0000-000000000000}"/>
          </ac:spMkLst>
        </pc:spChg>
        <pc:spChg chg="add mod">
          <ac:chgData name="준영 장" userId="0c9b8532fd537bfe" providerId="LiveId" clId="{29432EEA-EC04-421A-90A3-B5595832F797}" dt="2024-03-14T14:16:15.404" v="1216" actId="20577"/>
          <ac:spMkLst>
            <pc:docMk/>
            <pc:sldMk cId="4265567508" sldId="522"/>
            <ac:spMk id="10" creationId="{CE9BD792-37CF-3FD1-85A3-72BEF59A22AA}"/>
          </ac:spMkLst>
        </pc:spChg>
        <pc:spChg chg="del">
          <ac:chgData name="준영 장" userId="0c9b8532fd537bfe" providerId="LiveId" clId="{29432EEA-EC04-421A-90A3-B5595832F797}" dt="2024-03-14T14:15:41.689" v="1193" actId="478"/>
          <ac:spMkLst>
            <pc:docMk/>
            <pc:sldMk cId="4265567508" sldId="522"/>
            <ac:spMk id="11" creationId="{00000000-0000-0000-0000-000000000000}"/>
          </ac:spMkLst>
        </pc:spChg>
        <pc:spChg chg="mod">
          <ac:chgData name="준영 장" userId="0c9b8532fd537bfe" providerId="LiveId" clId="{29432EEA-EC04-421A-90A3-B5595832F797}" dt="2024-03-14T14:04:38.878" v="636" actId="20577"/>
          <ac:spMkLst>
            <pc:docMk/>
            <pc:sldMk cId="4265567508" sldId="522"/>
            <ac:spMk id="14" creationId="{00000000-0000-0000-0000-000000000000}"/>
          </ac:spMkLst>
        </pc:spChg>
        <pc:graphicFrameChg chg="mod modGraphic">
          <ac:chgData name="준영 장" userId="0c9b8532fd537bfe" providerId="LiveId" clId="{29432EEA-EC04-421A-90A3-B5595832F797}" dt="2024-03-14T14:16:39.276" v="1219" actId="14100"/>
          <ac:graphicFrameMkLst>
            <pc:docMk/>
            <pc:sldMk cId="4265567508" sldId="522"/>
            <ac:graphicFrameMk id="4" creationId="{00000000-0000-0000-0000-000000000000}"/>
          </ac:graphicFrameMkLst>
        </pc:graphicFrameChg>
        <pc:graphicFrameChg chg="add mod modGraphic">
          <ac:chgData name="준영 장" userId="0c9b8532fd537bfe" providerId="LiveId" clId="{29432EEA-EC04-421A-90A3-B5595832F797}" dt="2024-03-14T14:15:58.700" v="1201" actId="20577"/>
          <ac:graphicFrameMkLst>
            <pc:docMk/>
            <pc:sldMk cId="4265567508" sldId="522"/>
            <ac:graphicFrameMk id="5" creationId="{369A95BF-4B34-1588-0E19-1F91FFA8CBE9}"/>
          </ac:graphicFrameMkLst>
        </pc:graphicFrameChg>
        <pc:graphicFrameChg chg="mod">
          <ac:chgData name="준영 장" userId="0c9b8532fd537bfe" providerId="LiveId" clId="{29432EEA-EC04-421A-90A3-B5595832F797}" dt="2024-03-14T14:14:32.236" v="983" actId="1076"/>
          <ac:graphicFrameMkLst>
            <pc:docMk/>
            <pc:sldMk cId="4265567508" sldId="522"/>
            <ac:graphicFrameMk id="12" creationId="{00000000-0000-0000-0000-000000000000}"/>
          </ac:graphicFrameMkLst>
        </pc:graphicFrameChg>
        <pc:graphicFrameChg chg="del">
          <ac:chgData name="준영 장" userId="0c9b8532fd537bfe" providerId="LiveId" clId="{29432EEA-EC04-421A-90A3-B5595832F797}" dt="2024-03-14T14:13:03.239" v="935" actId="478"/>
          <ac:graphicFrameMkLst>
            <pc:docMk/>
            <pc:sldMk cId="4265567508" sldId="522"/>
            <ac:graphicFrameMk id="13" creationId="{00000000-0000-0000-0000-000000000000}"/>
          </ac:graphicFrameMkLst>
        </pc:graphicFrameChg>
      </pc:sldChg>
      <pc:sldChg chg="addSp delSp modSp new mod modClrScheme chgLayout">
        <pc:chgData name="준영 장" userId="0c9b8532fd537bfe" providerId="LiveId" clId="{29432EEA-EC04-421A-90A3-B5595832F797}" dt="2024-03-17T05:09:16.389" v="1423"/>
        <pc:sldMkLst>
          <pc:docMk/>
          <pc:sldMk cId="1838954282" sldId="523"/>
        </pc:sldMkLst>
        <pc:spChg chg="del mod ord">
          <ac:chgData name="준영 장" userId="0c9b8532fd537bfe" providerId="LiveId" clId="{29432EEA-EC04-421A-90A3-B5595832F797}" dt="2024-03-17T05:09:02.790" v="1399" actId="700"/>
          <ac:spMkLst>
            <pc:docMk/>
            <pc:sldMk cId="1838954282" sldId="523"/>
            <ac:spMk id="2" creationId="{DAF923DB-B98E-5776-35F9-FA8E225E22DC}"/>
          </ac:spMkLst>
        </pc:spChg>
        <pc:spChg chg="add mod ord">
          <ac:chgData name="준영 장" userId="0c9b8532fd537bfe" providerId="LiveId" clId="{29432EEA-EC04-421A-90A3-B5595832F797}" dt="2024-03-17T05:09:11.621" v="1422" actId="20577"/>
          <ac:spMkLst>
            <pc:docMk/>
            <pc:sldMk cId="1838954282" sldId="523"/>
            <ac:spMk id="3" creationId="{9D7DE31A-9BF9-8891-50D3-7D6A11E34573}"/>
          </ac:spMkLst>
        </pc:spChg>
        <pc:spChg chg="add mod ord">
          <ac:chgData name="준영 장" userId="0c9b8532fd537bfe" providerId="LiveId" clId="{29432EEA-EC04-421A-90A3-B5595832F797}" dt="2024-03-17T05:09:16.389" v="1423"/>
          <ac:spMkLst>
            <pc:docMk/>
            <pc:sldMk cId="1838954282" sldId="523"/>
            <ac:spMk id="4" creationId="{73321C09-FE73-8511-8AA1-19218F99ABEF}"/>
          </ac:spMkLst>
        </pc:spChg>
      </pc:sldChg>
      <pc:sldMasterChg chg="modSldLayout">
        <pc:chgData name="준영 장" userId="0c9b8532fd537bfe" providerId="LiveId" clId="{29432EEA-EC04-421A-90A3-B5595832F797}" dt="2024-03-11T12:40:23.626" v="18" actId="478"/>
        <pc:sldMasterMkLst>
          <pc:docMk/>
          <pc:sldMasterMk cId="0" sldId="2147483648"/>
        </pc:sldMasterMkLst>
        <pc:sldLayoutChg chg="delSp mod">
          <pc:chgData name="준영 장" userId="0c9b8532fd537bfe" providerId="LiveId" clId="{29432EEA-EC04-421A-90A3-B5595832F797}" dt="2024-03-11T12:40:23.626" v="18" actId="478"/>
          <pc:sldLayoutMkLst>
            <pc:docMk/>
            <pc:sldMasterMk cId="0" sldId="2147483648"/>
            <pc:sldLayoutMk cId="1968474546" sldId="2147483702"/>
          </pc:sldLayoutMkLst>
          <pc:spChg chg="del">
            <ac:chgData name="준영 장" userId="0c9b8532fd537bfe" providerId="LiveId" clId="{29432EEA-EC04-421A-90A3-B5595832F797}" dt="2024-03-11T12:40:17.181" v="13" actId="478"/>
            <ac:spMkLst>
              <pc:docMk/>
              <pc:sldMasterMk cId="0" sldId="2147483648"/>
              <pc:sldLayoutMk cId="1968474546" sldId="2147483702"/>
              <ac:spMk id="2" creationId="{00000000-0000-0000-0000-000000000000}"/>
            </ac:spMkLst>
          </pc:spChg>
          <pc:spChg chg="del">
            <ac:chgData name="준영 장" userId="0c9b8532fd537bfe" providerId="LiveId" clId="{29432EEA-EC04-421A-90A3-B5595832F797}" dt="2024-03-11T12:40:19.164" v="14" actId="478"/>
            <ac:spMkLst>
              <pc:docMk/>
              <pc:sldMasterMk cId="0" sldId="2147483648"/>
              <pc:sldLayoutMk cId="1968474546" sldId="2147483702"/>
              <ac:spMk id="3" creationId="{00000000-0000-0000-0000-000000000000}"/>
            </ac:spMkLst>
          </pc:spChg>
          <pc:cxnChg chg="del">
            <ac:chgData name="준영 장" userId="0c9b8532fd537bfe" providerId="LiveId" clId="{29432EEA-EC04-421A-90A3-B5595832F797}" dt="2024-03-11T12:40:22.619" v="17" actId="478"/>
            <ac:cxnSpMkLst>
              <pc:docMk/>
              <pc:sldMasterMk cId="0" sldId="2147483648"/>
              <pc:sldLayoutMk cId="1968474546" sldId="2147483702"/>
              <ac:cxnSpMk id="9" creationId="{00000000-0000-0000-0000-000000000000}"/>
            </ac:cxnSpMkLst>
          </pc:cxnChg>
          <pc:cxnChg chg="del">
            <ac:chgData name="준영 장" userId="0c9b8532fd537bfe" providerId="LiveId" clId="{29432EEA-EC04-421A-90A3-B5595832F797}" dt="2024-03-11T12:40:20.497" v="15" actId="478"/>
            <ac:cxnSpMkLst>
              <pc:docMk/>
              <pc:sldMasterMk cId="0" sldId="2147483648"/>
              <pc:sldLayoutMk cId="1968474546" sldId="2147483702"/>
              <ac:cxnSpMk id="71" creationId="{00000000-0000-0000-0000-000000000000}"/>
            </ac:cxnSpMkLst>
          </pc:cxnChg>
          <pc:cxnChg chg="del">
            <ac:chgData name="준영 장" userId="0c9b8532fd537bfe" providerId="LiveId" clId="{29432EEA-EC04-421A-90A3-B5595832F797}" dt="2024-03-11T12:40:21.604" v="16" actId="478"/>
            <ac:cxnSpMkLst>
              <pc:docMk/>
              <pc:sldMasterMk cId="0" sldId="2147483648"/>
              <pc:sldLayoutMk cId="1968474546" sldId="2147483702"/>
              <ac:cxnSpMk id="77" creationId="{00000000-0000-0000-0000-000000000000}"/>
            </ac:cxnSpMkLst>
          </pc:cxnChg>
          <pc:cxnChg chg="del">
            <ac:chgData name="준영 장" userId="0c9b8532fd537bfe" providerId="LiveId" clId="{29432EEA-EC04-421A-90A3-B5595832F797}" dt="2024-03-11T12:40:23.626" v="18" actId="478"/>
            <ac:cxnSpMkLst>
              <pc:docMk/>
              <pc:sldMasterMk cId="0" sldId="2147483648"/>
              <pc:sldLayoutMk cId="1968474546" sldId="2147483702"/>
              <ac:cxnSpMk id="83" creationId="{00000000-0000-0000-0000-000000000000}"/>
            </ac:cxnSpMkLst>
          </pc:cxnChg>
        </pc:sldLayoutChg>
      </pc:sldMaster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>
            <a:extLst>
              <a:ext uri="{FF2B5EF4-FFF2-40B4-BE49-F238E27FC236}">
                <a16:creationId xmlns:a16="http://schemas.microsoft.com/office/drawing/2014/main" id="{F93ABFD7-1F7E-8278-7C66-98A20686C02E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84500" cy="50165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169971DD-3383-25EC-4F9D-D63678010EAF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902075" y="0"/>
            <a:ext cx="2984500" cy="50165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F9DB48D-666D-46E3-A22E-4FA5894AFF26}" type="datetimeFigureOut">
              <a:rPr lang="ko-KR" altLang="en-US" smtClean="0"/>
              <a:t>2026-05-08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93A160F8-1144-1A8B-8729-C838B5F29045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9517063"/>
            <a:ext cx="2984500" cy="50165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CB2F8BEE-CB48-86C0-8F99-983C6A5545F2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902075" y="9517063"/>
            <a:ext cx="2984500" cy="50165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18C497D-F26E-4A81-B2E5-6B4AA3B1EA5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6714145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84871" cy="500936"/>
          </a:xfrm>
          <a:prstGeom prst="rect">
            <a:avLst/>
          </a:prstGeom>
        </p:spPr>
        <p:txBody>
          <a:bodyPr vert="horz" lIns="96606" tIns="48303" rIns="96606" bIns="48303" rtlCol="0"/>
          <a:lstStyle>
            <a:lvl1pPr algn="l">
              <a:defRPr sz="1300">
                <a:ea typeface="맑은 고딕" panose="020B0503020000020004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901698" y="0"/>
            <a:ext cx="2984871" cy="500936"/>
          </a:xfrm>
          <a:prstGeom prst="rect">
            <a:avLst/>
          </a:prstGeom>
        </p:spPr>
        <p:txBody>
          <a:bodyPr vert="horz" lIns="96606" tIns="48303" rIns="96606" bIns="48303" rtlCol="0"/>
          <a:lstStyle>
            <a:lvl1pPr algn="r">
              <a:defRPr sz="1300">
                <a:ea typeface="맑은 고딕" panose="020B0503020000020004" pitchFamily="50" charset="-127"/>
              </a:defRPr>
            </a:lvl1pPr>
          </a:lstStyle>
          <a:p>
            <a:fld id="{0BF48182-79EE-4B02-9AA5-EF29C5299923}" type="datetimeFigureOut">
              <a:rPr lang="ko-KR" altLang="en-US" smtClean="0"/>
              <a:pPr/>
              <a:t>2026-05-08</a:t>
            </a:fld>
            <a:endParaRPr lang="ko-KR" altLang="en-US" dirty="0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939800" y="750888"/>
            <a:ext cx="5008563" cy="3757612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6606" tIns="48303" rIns="96606" bIns="48303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8817" y="4758889"/>
            <a:ext cx="5510530" cy="4508421"/>
          </a:xfrm>
          <a:prstGeom prst="rect">
            <a:avLst/>
          </a:prstGeom>
        </p:spPr>
        <p:txBody>
          <a:bodyPr vert="horz" lIns="96606" tIns="48303" rIns="96606" bIns="48303" rtlCol="0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9516038"/>
            <a:ext cx="2984871" cy="500936"/>
          </a:xfrm>
          <a:prstGeom prst="rect">
            <a:avLst/>
          </a:prstGeom>
        </p:spPr>
        <p:txBody>
          <a:bodyPr vert="horz" lIns="96606" tIns="48303" rIns="96606" bIns="48303" rtlCol="0" anchor="b"/>
          <a:lstStyle>
            <a:lvl1pPr algn="l">
              <a:defRPr sz="1300">
                <a:ea typeface="맑은 고딕" panose="020B0503020000020004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901698" y="9516038"/>
            <a:ext cx="2984871" cy="500936"/>
          </a:xfrm>
          <a:prstGeom prst="rect">
            <a:avLst/>
          </a:prstGeom>
        </p:spPr>
        <p:txBody>
          <a:bodyPr vert="horz" lIns="96606" tIns="48303" rIns="96606" bIns="48303" rtlCol="0" anchor="b"/>
          <a:lstStyle>
            <a:lvl1pPr algn="r">
              <a:defRPr sz="1300">
                <a:ea typeface="맑은 고딕" panose="020B0503020000020004" pitchFamily="50" charset="-127"/>
              </a:defRPr>
            </a:lvl1pPr>
          </a:lstStyle>
          <a:p>
            <a:fld id="{D405C772-0537-47DB-A826-2DBEDFD248E4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20911748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시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4" name="그룹 3"/>
          <p:cNvGrpSpPr/>
          <p:nvPr userDrawn="1"/>
        </p:nvGrpSpPr>
        <p:grpSpPr>
          <a:xfrm>
            <a:off x="276521" y="5990292"/>
            <a:ext cx="3791423" cy="586615"/>
            <a:chOff x="130805" y="5990292"/>
            <a:chExt cx="3791423" cy="586615"/>
          </a:xfrm>
        </p:grpSpPr>
        <p:sp>
          <p:nvSpPr>
            <p:cNvPr id="7" name="TextBox 9"/>
            <p:cNvSpPr txBox="1"/>
            <p:nvPr userDrawn="1"/>
          </p:nvSpPr>
          <p:spPr>
            <a:xfrm>
              <a:off x="130805" y="6269130"/>
              <a:ext cx="3791423" cy="307777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fontAlgn="auto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kumimoji="0" lang="en-US" altLang="ko-KR" sz="1400" b="1" baseline="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</a:rPr>
                <a:t>MySQL</a:t>
              </a:r>
              <a:r>
                <a:rPr kumimoji="0" lang="ko-KR" altLang="en-US" sz="1400" b="1" baseline="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</a:rPr>
                <a:t>로 배우는 데이터베이스 개론과 실습</a:t>
              </a:r>
              <a:endParaRPr kumimoji="0" lang="ko-KR" altLang="en-US" sz="1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</a:endParaRPr>
            </a:p>
          </p:txBody>
        </p:sp>
        <p:sp>
          <p:nvSpPr>
            <p:cNvPr id="10" name="TextBox 9"/>
            <p:cNvSpPr txBox="1"/>
            <p:nvPr userDrawn="1"/>
          </p:nvSpPr>
          <p:spPr>
            <a:xfrm>
              <a:off x="197645" y="5990292"/>
              <a:ext cx="251992" cy="40011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fontAlgn="auto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kumimoji="0" lang="en-US" altLang="ko-KR" sz="2000" b="1" baseline="0" dirty="0">
                  <a:solidFill>
                    <a:schemeClr val="bg1"/>
                  </a:solidFill>
                  <a:latin typeface="+mn-lt"/>
                  <a:ea typeface="+mn-ea"/>
                </a:rPr>
                <a:t>.</a:t>
              </a:r>
              <a:endParaRPr kumimoji="0" lang="ko-KR" altLang="en-US" sz="2000" b="1" dirty="0">
                <a:solidFill>
                  <a:schemeClr val="bg1"/>
                </a:solidFill>
                <a:latin typeface="+mn-lt"/>
                <a:ea typeface="+mn-ea"/>
              </a:endParaRPr>
            </a:p>
          </p:txBody>
        </p:sp>
        <p:sp>
          <p:nvSpPr>
            <p:cNvPr id="11" name="TextBox 10"/>
            <p:cNvSpPr txBox="1"/>
            <p:nvPr userDrawn="1"/>
          </p:nvSpPr>
          <p:spPr>
            <a:xfrm>
              <a:off x="359645" y="5990292"/>
              <a:ext cx="251992" cy="40011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fontAlgn="auto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kumimoji="0" lang="en-US" altLang="ko-KR" sz="2000" b="1" baseline="0" dirty="0">
                  <a:solidFill>
                    <a:schemeClr val="bg1"/>
                  </a:solidFill>
                  <a:latin typeface="+mn-lt"/>
                  <a:ea typeface="+mn-ea"/>
                </a:rPr>
                <a:t>.</a:t>
              </a:r>
              <a:endParaRPr kumimoji="0" lang="ko-KR" altLang="en-US" sz="2000" b="1" dirty="0">
                <a:solidFill>
                  <a:schemeClr val="bg1"/>
                </a:solidFill>
                <a:latin typeface="+mn-lt"/>
                <a:ea typeface="+mn-ea"/>
              </a:endParaRPr>
            </a:p>
          </p:txBody>
        </p:sp>
        <p:sp>
          <p:nvSpPr>
            <p:cNvPr id="12" name="TextBox 11"/>
            <p:cNvSpPr txBox="1"/>
            <p:nvPr userDrawn="1"/>
          </p:nvSpPr>
          <p:spPr>
            <a:xfrm>
              <a:off x="538980" y="5990292"/>
              <a:ext cx="251992" cy="40011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fontAlgn="auto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kumimoji="0" lang="en-US" altLang="ko-KR" sz="2000" b="1" baseline="0" dirty="0">
                  <a:solidFill>
                    <a:schemeClr val="bg1"/>
                  </a:solidFill>
                  <a:latin typeface="+mn-lt"/>
                  <a:ea typeface="+mn-ea"/>
                </a:rPr>
                <a:t>.</a:t>
              </a:r>
              <a:endParaRPr kumimoji="0" lang="ko-KR" altLang="en-US" sz="2000" b="1" dirty="0">
                <a:solidFill>
                  <a:schemeClr val="bg1"/>
                </a:solidFill>
                <a:latin typeface="+mn-lt"/>
                <a:ea typeface="+mn-ea"/>
              </a:endParaRPr>
            </a:p>
          </p:txBody>
        </p:sp>
      </p:grpSp>
      <p:sp>
        <p:nvSpPr>
          <p:cNvPr id="8" name="직사각형 10"/>
          <p:cNvSpPr/>
          <p:nvPr userDrawn="1"/>
        </p:nvSpPr>
        <p:spPr>
          <a:xfrm flipV="1">
            <a:off x="0" y="5743552"/>
            <a:ext cx="9144000" cy="61712"/>
          </a:xfrm>
          <a:prstGeom prst="rect">
            <a:avLst/>
          </a:prstGeom>
          <a:solidFill>
            <a:srgbClr val="50ABC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kumimoji="0" lang="ko-KR" altLang="en-US"/>
          </a:p>
        </p:txBody>
      </p:sp>
    </p:spTree>
    <p:extLst>
      <p:ext uri="{BB962C8B-B14F-4D97-AF65-F5344CB8AC3E}">
        <p14:creationId xmlns:p14="http://schemas.microsoft.com/office/powerpoint/2010/main" val="149611640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목차/학습목표/요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440"/>
          <p:cNvSpPr>
            <a:spLocks noChangeArrowheads="1"/>
          </p:cNvSpPr>
          <p:nvPr userDrawn="1"/>
        </p:nvSpPr>
        <p:spPr bwMode="invGray">
          <a:xfrm>
            <a:off x="0" y="6803"/>
            <a:ext cx="9144000" cy="617311"/>
          </a:xfrm>
          <a:prstGeom prst="rect">
            <a:avLst/>
          </a:prstGeom>
          <a:solidFill>
            <a:srgbClr val="B5D5E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endParaRPr lang="ko-KR" altLang="en-US"/>
          </a:p>
        </p:txBody>
      </p:sp>
      <p:sp>
        <p:nvSpPr>
          <p:cNvPr id="9" name="제목 9"/>
          <p:cNvSpPr>
            <a:spLocks noGrp="1"/>
          </p:cNvSpPr>
          <p:nvPr>
            <p:ph type="title"/>
          </p:nvPr>
        </p:nvSpPr>
        <p:spPr>
          <a:xfrm>
            <a:off x="107042" y="64772"/>
            <a:ext cx="7785100" cy="474662"/>
          </a:xfrm>
          <a:prstGeom prst="rect">
            <a:avLst/>
          </a:prstGeom>
        </p:spPr>
        <p:txBody>
          <a:bodyPr>
            <a:noAutofit/>
          </a:bodyPr>
          <a:lstStyle>
            <a:lvl1pPr algn="l">
              <a:defRPr sz="2800" b="1" spc="-100" baseline="0">
                <a:gradFill flip="none" rotWithShape="1">
                  <a:gsLst>
                    <a:gs pos="0">
                      <a:schemeClr val="tx2">
                        <a:lumMod val="75000"/>
                        <a:shade val="30000"/>
                        <a:satMod val="115000"/>
                      </a:schemeClr>
                    </a:gs>
                    <a:gs pos="50000">
                      <a:schemeClr val="tx2">
                        <a:lumMod val="75000"/>
                        <a:shade val="67500"/>
                        <a:satMod val="115000"/>
                      </a:schemeClr>
                    </a:gs>
                    <a:gs pos="100000">
                      <a:schemeClr val="tx2">
                        <a:lumMod val="75000"/>
                        <a:shade val="100000"/>
                        <a:satMod val="115000"/>
                      </a:schemeClr>
                    </a:gs>
                  </a:gsLst>
                  <a:lin ang="16200000" scaled="1"/>
                  <a:tileRect/>
                </a:gradFill>
                <a:effectLst>
                  <a:glow>
                    <a:schemeClr val="tx1"/>
                  </a:glow>
                </a:effectLst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05422253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40"/>
          <p:cNvSpPr>
            <a:spLocks noChangeArrowheads="1"/>
          </p:cNvSpPr>
          <p:nvPr userDrawn="1"/>
        </p:nvSpPr>
        <p:spPr bwMode="invGray">
          <a:xfrm>
            <a:off x="0" y="647700"/>
            <a:ext cx="9144000" cy="6210300"/>
          </a:xfrm>
          <a:prstGeom prst="rect">
            <a:avLst/>
          </a:prstGeom>
          <a:solidFill>
            <a:srgbClr val="B5D5E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endParaRPr lang="ko-KR" altLang="en-US" dirty="0">
              <a:solidFill>
                <a:schemeClr val="lt1"/>
              </a:solidFill>
              <a:latin typeface="+mn-lt"/>
              <a:ea typeface="+mn-ea"/>
            </a:endParaRPr>
          </a:p>
        </p:txBody>
      </p:sp>
      <p:grpSp>
        <p:nvGrpSpPr>
          <p:cNvPr id="3" name="그룹 7"/>
          <p:cNvGrpSpPr>
            <a:grpSpLocks/>
          </p:cNvGrpSpPr>
          <p:nvPr userDrawn="1"/>
        </p:nvGrpSpPr>
        <p:grpSpPr bwMode="auto">
          <a:xfrm>
            <a:off x="4176400" y="93663"/>
            <a:ext cx="5580176" cy="523220"/>
            <a:chOff x="6752029" y="188640"/>
            <a:chExt cx="5582416" cy="521913"/>
          </a:xfrm>
        </p:grpSpPr>
        <p:sp>
          <p:nvSpPr>
            <p:cNvPr id="4" name="직사각형 3"/>
            <p:cNvSpPr/>
            <p:nvPr/>
          </p:nvSpPr>
          <p:spPr>
            <a:xfrm>
              <a:off x="8336841" y="188640"/>
              <a:ext cx="3997604" cy="521913"/>
            </a:xfrm>
            <a:prstGeom prst="rect">
              <a:avLst/>
            </a:prstGeom>
          </p:spPr>
          <p:txBody>
            <a:bodyPr wrap="square">
              <a:spAutoFit/>
              <a:scene3d>
                <a:camera prst="orthographicFront"/>
                <a:lightRig rig="threePt" dir="t"/>
              </a:scene3d>
              <a:sp3d>
                <a:bevelT w="0"/>
              </a:sp3d>
            </a:bodyPr>
            <a:lstStyle/>
            <a:p>
              <a:pPr algn="l" rtl="0" eaLnBrk="1" fontAlgn="base" latinLnBrk="1" hangingPunct="1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kumimoji="1" lang="ko-KR" altLang="en-US" sz="2800" b="1" kern="1200" spc="-300">
                  <a:solidFill>
                    <a:srgbClr val="393939"/>
                  </a:solidFill>
                  <a:latin typeface="맑은 고딕" pitchFamily="50" charset="-127"/>
                  <a:ea typeface="맑은 고딕" panose="020B0503020000020004" pitchFamily="50" charset="-127"/>
                  <a:cs typeface="+mn-cs"/>
                </a:rPr>
                <a:t>              데이터베이스 </a:t>
              </a:r>
              <a:endParaRPr kumimoji="1" lang="en-US" altLang="ko-KR" sz="2800" b="1" kern="1200" spc="-300" dirty="0">
                <a:solidFill>
                  <a:srgbClr val="393939"/>
                </a:solidFill>
                <a:latin typeface="맑은 고딕" pitchFamily="50" charset="-127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5" name="직사각형 4"/>
            <p:cNvSpPr>
              <a:spLocks noChangeArrowheads="1"/>
            </p:cNvSpPr>
            <p:nvPr/>
          </p:nvSpPr>
          <p:spPr bwMode="auto">
            <a:xfrm>
              <a:off x="6752029" y="188640"/>
              <a:ext cx="184805" cy="5219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  <a:scene3d>
                <a:camera prst="orthographicFront"/>
                <a:lightRig rig="threePt" dir="t"/>
              </a:scene3d>
              <a:sp3d>
                <a:bevelT w="0"/>
              </a:sp3d>
            </a:bodyPr>
            <a:lstStyle>
              <a:lvl1pPr latinLnBrk="1">
                <a:defRPr kumimoji="1">
                  <a:solidFill>
                    <a:schemeClr val="tx1"/>
                  </a:solidFill>
                  <a:latin typeface="맑은 고딕" panose="020B0503020000020004" pitchFamily="50" charset="-127"/>
                  <a:ea typeface="굴림" panose="020B0600000101010101" pitchFamily="50" charset="-127"/>
                </a:defRPr>
              </a:lvl1pPr>
              <a:lvl2pPr marL="742950" indent="-285750" latinLnBrk="1">
                <a:defRPr kumimoji="1">
                  <a:solidFill>
                    <a:schemeClr val="tx1"/>
                  </a:solidFill>
                  <a:latin typeface="맑은 고딕" panose="020B0503020000020004" pitchFamily="50" charset="-127"/>
                  <a:ea typeface="굴림" panose="020B0600000101010101" pitchFamily="50" charset="-127"/>
                </a:defRPr>
              </a:lvl2pPr>
              <a:lvl3pPr marL="1143000" indent="-228600" latinLnBrk="1">
                <a:defRPr kumimoji="1">
                  <a:solidFill>
                    <a:schemeClr val="tx1"/>
                  </a:solidFill>
                  <a:latin typeface="맑은 고딕" panose="020B0503020000020004" pitchFamily="50" charset="-127"/>
                  <a:ea typeface="굴림" panose="020B0600000101010101" pitchFamily="50" charset="-127"/>
                </a:defRPr>
              </a:lvl3pPr>
              <a:lvl4pPr marL="1600200" indent="-228600" latinLnBrk="1">
                <a:defRPr kumimoji="1">
                  <a:solidFill>
                    <a:schemeClr val="tx1"/>
                  </a:solidFill>
                  <a:latin typeface="맑은 고딕" panose="020B0503020000020004" pitchFamily="50" charset="-127"/>
                  <a:ea typeface="굴림" panose="020B0600000101010101" pitchFamily="50" charset="-127"/>
                </a:defRPr>
              </a:lvl4pPr>
              <a:lvl5pPr marL="2057400" indent="-228600" latinLnBrk="1">
                <a:defRPr kumimoji="1">
                  <a:solidFill>
                    <a:schemeClr val="tx1"/>
                  </a:solidFill>
                  <a:latin typeface="맑은 고딕" panose="020B0503020000020004" pitchFamily="50" charset="-127"/>
                  <a:ea typeface="굴림" panose="020B0600000101010101" pitchFamily="50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맑은 고딕" panose="020B0503020000020004" pitchFamily="50" charset="-127"/>
                  <a:ea typeface="굴림" panose="020B0600000101010101" pitchFamily="50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맑은 고딕" panose="020B0503020000020004" pitchFamily="50" charset="-127"/>
                  <a:ea typeface="굴림" panose="020B0600000101010101" pitchFamily="50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맑은 고딕" panose="020B0503020000020004" pitchFamily="50" charset="-127"/>
                  <a:ea typeface="굴림" panose="020B0600000101010101" pitchFamily="50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맑은 고딕" panose="020B0503020000020004" pitchFamily="50" charset="-127"/>
                  <a:ea typeface="굴림" panose="020B0600000101010101" pitchFamily="50" charset="-127"/>
                </a:defRPr>
              </a:lvl9pPr>
            </a:lstStyle>
            <a:p>
              <a:pPr eaLnBrk="1" hangingPunct="1">
                <a:defRPr/>
              </a:pPr>
              <a:endParaRPr lang="ko-KR" altLang="en-US" sz="2800" b="1" dirty="0">
                <a:solidFill>
                  <a:srgbClr val="344F6B"/>
                </a:solidFill>
                <a:ea typeface="맑은 고딕" panose="020B0503020000020004" pitchFamily="50" charset="-127"/>
              </a:endParaRPr>
            </a:p>
          </p:txBody>
        </p:sp>
      </p:grpSp>
      <p:sp>
        <p:nvSpPr>
          <p:cNvPr id="6" name="Rectangle 440"/>
          <p:cNvSpPr>
            <a:spLocks noChangeArrowheads="1"/>
          </p:cNvSpPr>
          <p:nvPr userDrawn="1"/>
        </p:nvSpPr>
        <p:spPr bwMode="invGray">
          <a:xfrm>
            <a:off x="0" y="587375"/>
            <a:ext cx="9144000" cy="107950"/>
          </a:xfrm>
          <a:prstGeom prst="rect">
            <a:avLst/>
          </a:prstGeom>
          <a:solidFill>
            <a:srgbClr val="50ABC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endParaRPr lang="ko-KR" altLang="en-US">
              <a:solidFill>
                <a:schemeClr val="lt1"/>
              </a:solidFill>
              <a:latin typeface="+mn-lt"/>
              <a:ea typeface="+mn-ea"/>
            </a:endParaRPr>
          </a:p>
        </p:txBody>
      </p:sp>
      <p:pic>
        <p:nvPicPr>
          <p:cNvPr id="7" name="그림 11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9492" t="68494" r="5122" b="13763"/>
          <a:stretch>
            <a:fillRect/>
          </a:stretch>
        </p:blipFill>
        <p:spPr bwMode="auto">
          <a:xfrm>
            <a:off x="5521325" y="5372100"/>
            <a:ext cx="3311525" cy="1354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21712149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4_본문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39552" y="201910"/>
            <a:ext cx="7560840" cy="548680"/>
          </a:xfrm>
        </p:spPr>
        <p:txBody>
          <a:bodyPr/>
          <a:lstStyle>
            <a:lvl1pPr algn="l">
              <a:defRPr sz="2400" b="1">
                <a:solidFill>
                  <a:schemeClr val="tx1"/>
                </a:solidFill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39552" y="1085503"/>
            <a:ext cx="8064896" cy="5472608"/>
          </a:xfrm>
        </p:spPr>
        <p:txBody>
          <a:bodyPr/>
          <a:lstStyle>
            <a:lvl1pPr marL="342900" indent="-342900">
              <a:lnSpc>
                <a:spcPct val="150000"/>
              </a:lnSpc>
              <a:spcBef>
                <a:spcPts val="0"/>
              </a:spcBef>
              <a:buClr>
                <a:srgbClr val="50ABCC"/>
              </a:buClr>
              <a:buFont typeface="Wingdings" pitchFamily="2" charset="2"/>
              <a:buChar char="n"/>
              <a:defRPr sz="1600" b="1">
                <a:latin typeface="+mn-ea"/>
                <a:ea typeface="+mn-ea"/>
              </a:defRPr>
            </a:lvl1pPr>
            <a:lvl2pPr marL="447675" indent="-180975">
              <a:spcAft>
                <a:spcPts val="400"/>
              </a:spcAft>
              <a:buClr>
                <a:schemeClr val="bg1">
                  <a:lumMod val="50000"/>
                </a:schemeClr>
              </a:buClr>
              <a:buFont typeface="Wingdings" pitchFamily="2" charset="2"/>
              <a:buChar char="§"/>
              <a:defRPr sz="1200"/>
            </a:lvl2pPr>
            <a:lvl3pPr marL="628650" indent="-180975">
              <a:spcAft>
                <a:spcPts val="300"/>
              </a:spcAft>
              <a:buClr>
                <a:schemeClr val="bg1">
                  <a:lumMod val="50000"/>
                </a:schemeClr>
              </a:buClr>
              <a:buFont typeface="Arial" pitchFamily="34" charset="0"/>
              <a:buChar char="•"/>
              <a:defRPr sz="1200"/>
            </a:lvl3pPr>
            <a:lvl4pPr marL="809625" indent="-180975">
              <a:spcAft>
                <a:spcPts val="300"/>
              </a:spcAft>
              <a:buSzPct val="96000"/>
              <a:defRPr sz="1100"/>
            </a:lvl4pPr>
            <a:lvl5pPr marL="990600" indent="-180975">
              <a:buClr>
                <a:srgbClr val="50ABCC"/>
              </a:buClr>
              <a:buFont typeface="Arial" panose="020B0604020202020204" pitchFamily="34" charset="0"/>
              <a:buChar char="»"/>
              <a:defRPr sz="1100"/>
            </a:lvl5pPr>
          </a:lstStyle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cxnSp>
        <p:nvCxnSpPr>
          <p:cNvPr id="9" name="직선 연결선 8"/>
          <p:cNvCxnSpPr/>
          <p:nvPr userDrawn="1"/>
        </p:nvCxnSpPr>
        <p:spPr>
          <a:xfrm>
            <a:off x="0" y="869479"/>
            <a:ext cx="2339752" cy="0"/>
          </a:xfrm>
          <a:prstGeom prst="line">
            <a:avLst/>
          </a:prstGeom>
          <a:ln w="76200">
            <a:solidFill>
              <a:srgbClr val="50ABCC"/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직선 연결선 70"/>
          <p:cNvCxnSpPr/>
          <p:nvPr userDrawn="1"/>
        </p:nvCxnSpPr>
        <p:spPr>
          <a:xfrm>
            <a:off x="2339752" y="869479"/>
            <a:ext cx="2339752" cy="0"/>
          </a:xfrm>
          <a:prstGeom prst="line">
            <a:avLst/>
          </a:prstGeom>
          <a:ln w="76200">
            <a:solidFill>
              <a:srgbClr val="93CDDD"/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직선 연결선 76"/>
          <p:cNvCxnSpPr/>
          <p:nvPr userDrawn="1"/>
        </p:nvCxnSpPr>
        <p:spPr>
          <a:xfrm>
            <a:off x="4572000" y="869479"/>
            <a:ext cx="2339752" cy="0"/>
          </a:xfrm>
          <a:prstGeom prst="line">
            <a:avLst/>
          </a:prstGeom>
          <a:ln w="76200">
            <a:solidFill>
              <a:srgbClr val="B7DEE8"/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직선 연결선 82"/>
          <p:cNvCxnSpPr/>
          <p:nvPr userDrawn="1"/>
        </p:nvCxnSpPr>
        <p:spPr>
          <a:xfrm>
            <a:off x="6821191" y="869479"/>
            <a:ext cx="2339752" cy="0"/>
          </a:xfrm>
          <a:prstGeom prst="line">
            <a:avLst/>
          </a:prstGeom>
          <a:ln w="76200">
            <a:solidFill>
              <a:srgbClr val="B7DEE8"/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" name="그림 9" descr="그래픽, 폰트, 로고, 그래픽 디자인이(가) 표시된 사진&#10;&#10;자동 생성된 설명">
            <a:extLst>
              <a:ext uri="{FF2B5EF4-FFF2-40B4-BE49-F238E27FC236}">
                <a16:creationId xmlns:a16="http://schemas.microsoft.com/office/drawing/2014/main" id="{3068F83F-E391-49E0-5253-37407A51867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80412" y="201910"/>
            <a:ext cx="648072" cy="438185"/>
          </a:xfrm>
          <a:prstGeom prst="rect">
            <a:avLst/>
          </a:prstGeom>
          <a:effectLst>
            <a:reflection blurRad="6350" stA="52000" endA="300" endPos="35000" dir="5400000" sy="-100000" algn="bl" rotWithShape="0"/>
          </a:effectLst>
        </p:spPr>
      </p:pic>
      <p:cxnSp>
        <p:nvCxnSpPr>
          <p:cNvPr id="12" name="직선 연결선 11">
            <a:extLst>
              <a:ext uri="{FF2B5EF4-FFF2-40B4-BE49-F238E27FC236}">
                <a16:creationId xmlns:a16="http://schemas.microsoft.com/office/drawing/2014/main" id="{BB739B14-04AC-719D-8A1F-249684F53A38}"/>
              </a:ext>
            </a:extLst>
          </p:cNvPr>
          <p:cNvCxnSpPr>
            <a:cxnSpLocks/>
          </p:cNvCxnSpPr>
          <p:nvPr userDrawn="1"/>
        </p:nvCxnSpPr>
        <p:spPr>
          <a:xfrm rot="10800000">
            <a:off x="6804248" y="6824368"/>
            <a:ext cx="2339752" cy="0"/>
          </a:xfrm>
          <a:prstGeom prst="line">
            <a:avLst/>
          </a:prstGeom>
          <a:ln w="76200">
            <a:solidFill>
              <a:srgbClr val="50ABCC"/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716E929E-44F4-F66A-DF05-A65DA3CA4C6B}"/>
              </a:ext>
            </a:extLst>
          </p:cNvPr>
          <p:cNvCxnSpPr>
            <a:cxnSpLocks/>
          </p:cNvCxnSpPr>
          <p:nvPr userDrawn="1"/>
        </p:nvCxnSpPr>
        <p:spPr>
          <a:xfrm rot="10800000">
            <a:off x="4464496" y="6824368"/>
            <a:ext cx="2339752" cy="0"/>
          </a:xfrm>
          <a:prstGeom prst="line">
            <a:avLst/>
          </a:prstGeom>
          <a:ln w="76200">
            <a:solidFill>
              <a:srgbClr val="93CDDD"/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직선 연결선 13">
            <a:extLst>
              <a:ext uri="{FF2B5EF4-FFF2-40B4-BE49-F238E27FC236}">
                <a16:creationId xmlns:a16="http://schemas.microsoft.com/office/drawing/2014/main" id="{C3067380-2C1F-012A-FE06-0CBF32521EA9}"/>
              </a:ext>
            </a:extLst>
          </p:cNvPr>
          <p:cNvCxnSpPr>
            <a:cxnSpLocks/>
          </p:cNvCxnSpPr>
          <p:nvPr userDrawn="1"/>
        </p:nvCxnSpPr>
        <p:spPr>
          <a:xfrm rot="10800000">
            <a:off x="2141686" y="6824368"/>
            <a:ext cx="2339752" cy="0"/>
          </a:xfrm>
          <a:prstGeom prst="line">
            <a:avLst/>
          </a:prstGeom>
          <a:ln w="76200">
            <a:solidFill>
              <a:srgbClr val="B7DEE8"/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직선 연결선 14">
            <a:extLst>
              <a:ext uri="{FF2B5EF4-FFF2-40B4-BE49-F238E27FC236}">
                <a16:creationId xmlns:a16="http://schemas.microsoft.com/office/drawing/2014/main" id="{65DC1752-DB4D-5A74-5F8A-96EF372219A1}"/>
              </a:ext>
            </a:extLst>
          </p:cNvPr>
          <p:cNvCxnSpPr/>
          <p:nvPr userDrawn="1"/>
        </p:nvCxnSpPr>
        <p:spPr>
          <a:xfrm>
            <a:off x="0" y="6824368"/>
            <a:ext cx="2339752" cy="0"/>
          </a:xfrm>
          <a:prstGeom prst="line">
            <a:avLst/>
          </a:prstGeom>
          <a:ln w="76200">
            <a:solidFill>
              <a:srgbClr val="B7DEE8"/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7227897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본문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그림 9" descr="그래픽, 폰트, 로고, 그래픽 디자인이(가) 표시된 사진&#10;&#10;자동 생성된 설명">
            <a:extLst>
              <a:ext uri="{FF2B5EF4-FFF2-40B4-BE49-F238E27FC236}">
                <a16:creationId xmlns:a16="http://schemas.microsoft.com/office/drawing/2014/main" id="{3068F83F-E391-49E0-5253-37407A51867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80412" y="201910"/>
            <a:ext cx="648072" cy="438185"/>
          </a:xfrm>
          <a:prstGeom prst="rect">
            <a:avLst/>
          </a:prstGeom>
          <a:effectLst>
            <a:reflection blurRad="6350" stA="52000" endA="300" endPos="35000" dir="5400000" sy="-100000" algn="bl" rotWithShape="0"/>
          </a:effectLst>
        </p:spPr>
      </p:pic>
      <p:cxnSp>
        <p:nvCxnSpPr>
          <p:cNvPr id="12" name="직선 연결선 11">
            <a:extLst>
              <a:ext uri="{FF2B5EF4-FFF2-40B4-BE49-F238E27FC236}">
                <a16:creationId xmlns:a16="http://schemas.microsoft.com/office/drawing/2014/main" id="{BB739B14-04AC-719D-8A1F-249684F53A38}"/>
              </a:ext>
            </a:extLst>
          </p:cNvPr>
          <p:cNvCxnSpPr>
            <a:cxnSpLocks/>
          </p:cNvCxnSpPr>
          <p:nvPr userDrawn="1"/>
        </p:nvCxnSpPr>
        <p:spPr>
          <a:xfrm rot="10800000">
            <a:off x="6804248" y="6824368"/>
            <a:ext cx="2339752" cy="0"/>
          </a:xfrm>
          <a:prstGeom prst="line">
            <a:avLst/>
          </a:prstGeom>
          <a:ln w="76200">
            <a:solidFill>
              <a:srgbClr val="50ABCC"/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716E929E-44F4-F66A-DF05-A65DA3CA4C6B}"/>
              </a:ext>
            </a:extLst>
          </p:cNvPr>
          <p:cNvCxnSpPr>
            <a:cxnSpLocks/>
          </p:cNvCxnSpPr>
          <p:nvPr userDrawn="1"/>
        </p:nvCxnSpPr>
        <p:spPr>
          <a:xfrm rot="10800000">
            <a:off x="4464496" y="6824368"/>
            <a:ext cx="2339752" cy="0"/>
          </a:xfrm>
          <a:prstGeom prst="line">
            <a:avLst/>
          </a:prstGeom>
          <a:ln w="76200">
            <a:solidFill>
              <a:srgbClr val="93CDDD"/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직선 연결선 13">
            <a:extLst>
              <a:ext uri="{FF2B5EF4-FFF2-40B4-BE49-F238E27FC236}">
                <a16:creationId xmlns:a16="http://schemas.microsoft.com/office/drawing/2014/main" id="{C3067380-2C1F-012A-FE06-0CBF32521EA9}"/>
              </a:ext>
            </a:extLst>
          </p:cNvPr>
          <p:cNvCxnSpPr>
            <a:cxnSpLocks/>
          </p:cNvCxnSpPr>
          <p:nvPr userDrawn="1"/>
        </p:nvCxnSpPr>
        <p:spPr>
          <a:xfrm rot="10800000">
            <a:off x="2141686" y="6824368"/>
            <a:ext cx="2339752" cy="0"/>
          </a:xfrm>
          <a:prstGeom prst="line">
            <a:avLst/>
          </a:prstGeom>
          <a:ln w="76200">
            <a:solidFill>
              <a:srgbClr val="B7DEE8"/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직선 연결선 14">
            <a:extLst>
              <a:ext uri="{FF2B5EF4-FFF2-40B4-BE49-F238E27FC236}">
                <a16:creationId xmlns:a16="http://schemas.microsoft.com/office/drawing/2014/main" id="{65DC1752-DB4D-5A74-5F8A-96EF372219A1}"/>
              </a:ext>
            </a:extLst>
          </p:cNvPr>
          <p:cNvCxnSpPr/>
          <p:nvPr userDrawn="1"/>
        </p:nvCxnSpPr>
        <p:spPr>
          <a:xfrm>
            <a:off x="0" y="6824368"/>
            <a:ext cx="2339752" cy="0"/>
          </a:xfrm>
          <a:prstGeom prst="line">
            <a:avLst/>
          </a:prstGeom>
          <a:ln w="76200">
            <a:solidFill>
              <a:srgbClr val="B7DEE8"/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6847454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제목 슬라이드1">
    <p:bg>
      <p:bgPr>
        <a:pattFill prst="pct5">
          <a:fgClr>
            <a:schemeClr val="accent1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2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16" name="그룹 15"/>
          <p:cNvGrpSpPr/>
          <p:nvPr userDrawn="1"/>
        </p:nvGrpSpPr>
        <p:grpSpPr>
          <a:xfrm>
            <a:off x="276521" y="5990292"/>
            <a:ext cx="3791423" cy="586615"/>
            <a:chOff x="130805" y="5990292"/>
            <a:chExt cx="3791423" cy="586615"/>
          </a:xfrm>
        </p:grpSpPr>
        <p:sp>
          <p:nvSpPr>
            <p:cNvPr id="17" name="TextBox 9"/>
            <p:cNvSpPr txBox="1"/>
            <p:nvPr userDrawn="1"/>
          </p:nvSpPr>
          <p:spPr>
            <a:xfrm>
              <a:off x="130805" y="6269130"/>
              <a:ext cx="3791423" cy="307777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fontAlgn="auto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kumimoji="0" lang="en-US" altLang="ko-KR" sz="1400" b="1" baseline="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</a:rPr>
                <a:t>MySQL</a:t>
              </a:r>
              <a:r>
                <a:rPr kumimoji="0" lang="ko-KR" altLang="en-US" sz="1400" b="1" baseline="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</a:rPr>
                <a:t>로 배우는 데이터베이스 개론과 실습</a:t>
              </a:r>
              <a:endParaRPr kumimoji="0" lang="ko-KR" altLang="en-US" sz="1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</a:endParaRPr>
            </a:p>
          </p:txBody>
        </p:sp>
        <p:sp>
          <p:nvSpPr>
            <p:cNvPr id="18" name="TextBox 17"/>
            <p:cNvSpPr txBox="1"/>
            <p:nvPr userDrawn="1"/>
          </p:nvSpPr>
          <p:spPr>
            <a:xfrm>
              <a:off x="197645" y="5990292"/>
              <a:ext cx="251992" cy="40011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fontAlgn="auto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kumimoji="0" lang="en-US" altLang="ko-KR" sz="2000" b="1" baseline="0" dirty="0">
                  <a:solidFill>
                    <a:schemeClr val="bg1"/>
                  </a:solidFill>
                  <a:latin typeface="+mn-lt"/>
                  <a:ea typeface="+mn-ea"/>
                </a:rPr>
                <a:t>.</a:t>
              </a:r>
              <a:endParaRPr kumimoji="0" lang="ko-KR" altLang="en-US" sz="2000" b="1" dirty="0">
                <a:solidFill>
                  <a:schemeClr val="bg1"/>
                </a:solidFill>
                <a:latin typeface="+mn-lt"/>
                <a:ea typeface="+mn-ea"/>
              </a:endParaRPr>
            </a:p>
          </p:txBody>
        </p:sp>
        <p:sp>
          <p:nvSpPr>
            <p:cNvPr id="19" name="TextBox 18"/>
            <p:cNvSpPr txBox="1"/>
            <p:nvPr userDrawn="1"/>
          </p:nvSpPr>
          <p:spPr>
            <a:xfrm>
              <a:off x="359645" y="5990292"/>
              <a:ext cx="251992" cy="40011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fontAlgn="auto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kumimoji="0" lang="en-US" altLang="ko-KR" sz="2000" b="1" baseline="0" dirty="0">
                  <a:solidFill>
                    <a:schemeClr val="bg1"/>
                  </a:solidFill>
                  <a:latin typeface="+mn-lt"/>
                  <a:ea typeface="+mn-ea"/>
                </a:rPr>
                <a:t>.</a:t>
              </a:r>
              <a:endParaRPr kumimoji="0" lang="ko-KR" altLang="en-US" sz="2000" b="1" dirty="0">
                <a:solidFill>
                  <a:schemeClr val="bg1"/>
                </a:solidFill>
                <a:latin typeface="+mn-lt"/>
                <a:ea typeface="+mn-ea"/>
              </a:endParaRPr>
            </a:p>
          </p:txBody>
        </p:sp>
        <p:sp>
          <p:nvSpPr>
            <p:cNvPr id="20" name="TextBox 19"/>
            <p:cNvSpPr txBox="1"/>
            <p:nvPr userDrawn="1"/>
          </p:nvSpPr>
          <p:spPr>
            <a:xfrm>
              <a:off x="538980" y="5990292"/>
              <a:ext cx="251992" cy="40011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fontAlgn="auto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kumimoji="0" lang="en-US" altLang="ko-KR" sz="2000" b="1" baseline="0" dirty="0">
                  <a:solidFill>
                    <a:schemeClr val="bg1"/>
                  </a:solidFill>
                  <a:latin typeface="+mn-lt"/>
                  <a:ea typeface="+mn-ea"/>
                </a:rPr>
                <a:t>.</a:t>
              </a:r>
              <a:endParaRPr kumimoji="0" lang="ko-KR" altLang="en-US" sz="2000" b="1" dirty="0">
                <a:solidFill>
                  <a:schemeClr val="bg1"/>
                </a:solidFill>
                <a:latin typeface="+mn-lt"/>
                <a:ea typeface="+mn-ea"/>
              </a:endParaRPr>
            </a:p>
          </p:txBody>
        </p:sp>
      </p:grpSp>
      <p:sp>
        <p:nvSpPr>
          <p:cNvPr id="21" name="직사각형 10"/>
          <p:cNvSpPr/>
          <p:nvPr userDrawn="1"/>
        </p:nvSpPr>
        <p:spPr>
          <a:xfrm flipV="1">
            <a:off x="0" y="5743552"/>
            <a:ext cx="9144000" cy="61712"/>
          </a:xfrm>
          <a:prstGeom prst="rect">
            <a:avLst/>
          </a:prstGeom>
          <a:solidFill>
            <a:srgbClr val="50ABC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kumimoji="0" lang="ko-KR" altLang="en-US"/>
          </a:p>
        </p:txBody>
      </p:sp>
    </p:spTree>
    <p:extLst>
      <p:ext uri="{BB962C8B-B14F-4D97-AF65-F5344CB8AC3E}">
        <p14:creationId xmlns:p14="http://schemas.microsoft.com/office/powerpoint/2010/main" val="96242811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목차/학습목표/요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440"/>
          <p:cNvSpPr>
            <a:spLocks noChangeArrowheads="1"/>
          </p:cNvSpPr>
          <p:nvPr userDrawn="1"/>
        </p:nvSpPr>
        <p:spPr bwMode="invGray">
          <a:xfrm>
            <a:off x="0" y="6803"/>
            <a:ext cx="9144000" cy="617311"/>
          </a:xfrm>
          <a:prstGeom prst="rect">
            <a:avLst/>
          </a:prstGeom>
          <a:solidFill>
            <a:srgbClr val="B5D5E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endParaRPr lang="ko-KR" altLang="en-US"/>
          </a:p>
        </p:txBody>
      </p:sp>
      <p:sp>
        <p:nvSpPr>
          <p:cNvPr id="9" name="제목 9"/>
          <p:cNvSpPr>
            <a:spLocks noGrp="1"/>
          </p:cNvSpPr>
          <p:nvPr>
            <p:ph type="title"/>
          </p:nvPr>
        </p:nvSpPr>
        <p:spPr>
          <a:xfrm>
            <a:off x="107042" y="64772"/>
            <a:ext cx="7785100" cy="474662"/>
          </a:xfrm>
          <a:prstGeom prst="rect">
            <a:avLst/>
          </a:prstGeom>
        </p:spPr>
        <p:txBody>
          <a:bodyPr>
            <a:noAutofit/>
          </a:bodyPr>
          <a:lstStyle>
            <a:lvl1pPr algn="l">
              <a:defRPr sz="2800" b="1" spc="-100" baseline="0">
                <a:gradFill flip="none" rotWithShape="1">
                  <a:gsLst>
                    <a:gs pos="0">
                      <a:schemeClr val="tx2">
                        <a:lumMod val="75000"/>
                        <a:shade val="30000"/>
                        <a:satMod val="115000"/>
                      </a:schemeClr>
                    </a:gs>
                    <a:gs pos="50000">
                      <a:schemeClr val="tx2">
                        <a:lumMod val="75000"/>
                        <a:shade val="67500"/>
                        <a:satMod val="115000"/>
                      </a:schemeClr>
                    </a:gs>
                    <a:gs pos="100000">
                      <a:schemeClr val="tx2">
                        <a:lumMod val="75000"/>
                        <a:shade val="100000"/>
                        <a:satMod val="115000"/>
                      </a:schemeClr>
                    </a:gs>
                  </a:gsLst>
                  <a:lin ang="16200000" scaled="1"/>
                  <a:tileRect/>
                </a:gradFill>
                <a:effectLst>
                  <a:glow>
                    <a:schemeClr val="tx1"/>
                  </a:glow>
                </a:effectLst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0720878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40"/>
          <p:cNvSpPr>
            <a:spLocks noChangeArrowheads="1"/>
          </p:cNvSpPr>
          <p:nvPr userDrawn="1"/>
        </p:nvSpPr>
        <p:spPr bwMode="invGray">
          <a:xfrm>
            <a:off x="0" y="647700"/>
            <a:ext cx="9144000" cy="6210300"/>
          </a:xfrm>
          <a:prstGeom prst="rect">
            <a:avLst/>
          </a:prstGeom>
          <a:solidFill>
            <a:srgbClr val="B5D5E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endParaRPr lang="ko-KR" altLang="en-US" dirty="0">
              <a:solidFill>
                <a:schemeClr val="lt1"/>
              </a:solidFill>
              <a:latin typeface="+mn-lt"/>
              <a:ea typeface="+mn-ea"/>
            </a:endParaRPr>
          </a:p>
        </p:txBody>
      </p:sp>
      <p:grpSp>
        <p:nvGrpSpPr>
          <p:cNvPr id="3" name="그룹 7"/>
          <p:cNvGrpSpPr>
            <a:grpSpLocks/>
          </p:cNvGrpSpPr>
          <p:nvPr userDrawn="1"/>
        </p:nvGrpSpPr>
        <p:grpSpPr bwMode="auto">
          <a:xfrm>
            <a:off x="4735199" y="93663"/>
            <a:ext cx="4180200" cy="523220"/>
            <a:chOff x="7311053" y="188640"/>
            <a:chExt cx="4181878" cy="521913"/>
          </a:xfrm>
        </p:grpSpPr>
        <p:sp>
          <p:nvSpPr>
            <p:cNvPr id="4" name="직사각형 3"/>
            <p:cNvSpPr/>
            <p:nvPr/>
          </p:nvSpPr>
          <p:spPr>
            <a:xfrm>
              <a:off x="8875681" y="188640"/>
              <a:ext cx="2617250" cy="521913"/>
            </a:xfrm>
            <a:prstGeom prst="rect">
              <a:avLst/>
            </a:prstGeom>
          </p:spPr>
          <p:txBody>
            <a:bodyPr wrap="square">
              <a:spAutoFit/>
              <a:scene3d>
                <a:camera prst="orthographicFront"/>
                <a:lightRig rig="threePt" dir="t"/>
              </a:scene3d>
              <a:sp3d>
                <a:bevelT w="0"/>
              </a:sp3d>
            </a:bodyPr>
            <a:lstStyle/>
            <a:p>
              <a:pPr algn="r" rtl="0" eaLnBrk="1" fontAlgn="base" latinLnBrk="1" hangingPunct="1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kumimoji="1" lang="ko-KR" altLang="en-US" sz="2800" b="1" kern="1200" spc="-300" dirty="0">
                  <a:solidFill>
                    <a:srgbClr val="393939"/>
                  </a:solidFill>
                  <a:latin typeface="맑은 고딕" pitchFamily="50" charset="-127"/>
                  <a:ea typeface="맑은 고딕" panose="020B0503020000020004" pitchFamily="50" charset="-127"/>
                  <a:cs typeface="+mn-cs"/>
                </a:rPr>
                <a:t>관계 데이터 모델</a:t>
              </a:r>
            </a:p>
          </p:txBody>
        </p:sp>
        <p:sp>
          <p:nvSpPr>
            <p:cNvPr id="5" name="직사각형 4"/>
            <p:cNvSpPr>
              <a:spLocks noChangeArrowheads="1"/>
            </p:cNvSpPr>
            <p:nvPr/>
          </p:nvSpPr>
          <p:spPr bwMode="auto">
            <a:xfrm>
              <a:off x="7311053" y="188640"/>
              <a:ext cx="184805" cy="5219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  <a:scene3d>
                <a:camera prst="orthographicFront"/>
                <a:lightRig rig="threePt" dir="t"/>
              </a:scene3d>
              <a:sp3d>
                <a:bevelT w="0"/>
              </a:sp3d>
            </a:bodyPr>
            <a:lstStyle>
              <a:lvl1pPr latinLnBrk="1">
                <a:defRPr kumimoji="1">
                  <a:solidFill>
                    <a:schemeClr val="tx1"/>
                  </a:solidFill>
                  <a:latin typeface="맑은 고딕" panose="020B0503020000020004" pitchFamily="50" charset="-127"/>
                  <a:ea typeface="굴림" panose="020B0600000101010101" pitchFamily="50" charset="-127"/>
                </a:defRPr>
              </a:lvl1pPr>
              <a:lvl2pPr marL="742950" indent="-285750" latinLnBrk="1">
                <a:defRPr kumimoji="1">
                  <a:solidFill>
                    <a:schemeClr val="tx1"/>
                  </a:solidFill>
                  <a:latin typeface="맑은 고딕" panose="020B0503020000020004" pitchFamily="50" charset="-127"/>
                  <a:ea typeface="굴림" panose="020B0600000101010101" pitchFamily="50" charset="-127"/>
                </a:defRPr>
              </a:lvl2pPr>
              <a:lvl3pPr marL="1143000" indent="-228600" latinLnBrk="1">
                <a:defRPr kumimoji="1">
                  <a:solidFill>
                    <a:schemeClr val="tx1"/>
                  </a:solidFill>
                  <a:latin typeface="맑은 고딕" panose="020B0503020000020004" pitchFamily="50" charset="-127"/>
                  <a:ea typeface="굴림" panose="020B0600000101010101" pitchFamily="50" charset="-127"/>
                </a:defRPr>
              </a:lvl3pPr>
              <a:lvl4pPr marL="1600200" indent="-228600" latinLnBrk="1">
                <a:defRPr kumimoji="1">
                  <a:solidFill>
                    <a:schemeClr val="tx1"/>
                  </a:solidFill>
                  <a:latin typeface="맑은 고딕" panose="020B0503020000020004" pitchFamily="50" charset="-127"/>
                  <a:ea typeface="굴림" panose="020B0600000101010101" pitchFamily="50" charset="-127"/>
                </a:defRPr>
              </a:lvl4pPr>
              <a:lvl5pPr marL="2057400" indent="-228600" latinLnBrk="1">
                <a:defRPr kumimoji="1">
                  <a:solidFill>
                    <a:schemeClr val="tx1"/>
                  </a:solidFill>
                  <a:latin typeface="맑은 고딕" panose="020B0503020000020004" pitchFamily="50" charset="-127"/>
                  <a:ea typeface="굴림" panose="020B0600000101010101" pitchFamily="50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맑은 고딕" panose="020B0503020000020004" pitchFamily="50" charset="-127"/>
                  <a:ea typeface="굴림" panose="020B0600000101010101" pitchFamily="50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맑은 고딕" panose="020B0503020000020004" pitchFamily="50" charset="-127"/>
                  <a:ea typeface="굴림" panose="020B0600000101010101" pitchFamily="50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맑은 고딕" panose="020B0503020000020004" pitchFamily="50" charset="-127"/>
                  <a:ea typeface="굴림" panose="020B0600000101010101" pitchFamily="50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맑은 고딕" panose="020B0503020000020004" pitchFamily="50" charset="-127"/>
                  <a:ea typeface="굴림" panose="020B0600000101010101" pitchFamily="50" charset="-127"/>
                </a:defRPr>
              </a:lvl9pPr>
            </a:lstStyle>
            <a:p>
              <a:pPr eaLnBrk="1" hangingPunct="1">
                <a:defRPr/>
              </a:pPr>
              <a:endParaRPr lang="ko-KR" altLang="en-US" sz="2800" b="1" dirty="0">
                <a:solidFill>
                  <a:srgbClr val="344F6B"/>
                </a:solidFill>
                <a:ea typeface="맑은 고딕" panose="020B0503020000020004" pitchFamily="50" charset="-127"/>
              </a:endParaRPr>
            </a:p>
          </p:txBody>
        </p:sp>
      </p:grpSp>
      <p:sp>
        <p:nvSpPr>
          <p:cNvPr id="6" name="Rectangle 440"/>
          <p:cNvSpPr>
            <a:spLocks noChangeArrowheads="1"/>
          </p:cNvSpPr>
          <p:nvPr userDrawn="1"/>
        </p:nvSpPr>
        <p:spPr bwMode="invGray">
          <a:xfrm>
            <a:off x="0" y="587375"/>
            <a:ext cx="9144000" cy="107950"/>
          </a:xfrm>
          <a:prstGeom prst="rect">
            <a:avLst/>
          </a:prstGeom>
          <a:solidFill>
            <a:srgbClr val="50ABC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endParaRPr lang="ko-KR" altLang="en-US">
              <a:solidFill>
                <a:schemeClr val="lt1"/>
              </a:solidFill>
              <a:latin typeface="+mn-lt"/>
              <a:ea typeface="+mn-ea"/>
            </a:endParaRPr>
          </a:p>
        </p:txBody>
      </p:sp>
      <p:pic>
        <p:nvPicPr>
          <p:cNvPr id="7" name="그림 11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9492" t="68494" r="5122" b="13763"/>
          <a:stretch>
            <a:fillRect/>
          </a:stretch>
        </p:blipFill>
        <p:spPr bwMode="auto">
          <a:xfrm>
            <a:off x="5521325" y="5372100"/>
            <a:ext cx="3311525" cy="1354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3023474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섹션 목차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제목 1"/>
          <p:cNvSpPr>
            <a:spLocks noGrp="1"/>
          </p:cNvSpPr>
          <p:nvPr>
            <p:ph type="title"/>
          </p:nvPr>
        </p:nvSpPr>
        <p:spPr>
          <a:xfrm>
            <a:off x="349052" y="201910"/>
            <a:ext cx="7560840" cy="548680"/>
          </a:xfrm>
        </p:spPr>
        <p:txBody>
          <a:bodyPr/>
          <a:lstStyle>
            <a:lvl1pPr algn="l">
              <a:defRPr sz="2400" b="1">
                <a:solidFill>
                  <a:schemeClr val="tx1"/>
                </a:solidFill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11" name="내용 개체 틀 2"/>
          <p:cNvSpPr>
            <a:spLocks noGrp="1"/>
          </p:cNvSpPr>
          <p:nvPr>
            <p:ph idx="1"/>
          </p:nvPr>
        </p:nvSpPr>
        <p:spPr>
          <a:xfrm>
            <a:off x="539552" y="1085503"/>
            <a:ext cx="8064896" cy="5472608"/>
          </a:xfrm>
        </p:spPr>
        <p:txBody>
          <a:bodyPr/>
          <a:lstStyle>
            <a:lvl1pPr marL="304800" indent="-304800" latinLnBrk="0">
              <a:lnSpc>
                <a:spcPct val="150000"/>
              </a:lnSpc>
              <a:spcBef>
                <a:spcPts val="0"/>
              </a:spcBef>
              <a:buClr>
                <a:srgbClr val="50ABCC"/>
              </a:buClr>
              <a:buFont typeface="Wingdings" pitchFamily="2" charset="2"/>
              <a:buChar char="n"/>
              <a:defRPr sz="1600" b="1">
                <a:latin typeface="+mn-ea"/>
                <a:ea typeface="+mn-ea"/>
              </a:defRPr>
            </a:lvl1pPr>
            <a:lvl2pPr marL="447675" indent="-180975" latinLnBrk="0">
              <a:spcAft>
                <a:spcPts val="400"/>
              </a:spcAft>
              <a:buClr>
                <a:schemeClr val="bg1">
                  <a:lumMod val="50000"/>
                </a:schemeClr>
              </a:buClr>
              <a:buFont typeface="Wingdings" pitchFamily="2" charset="2"/>
              <a:buChar char="§"/>
              <a:defRPr sz="1200"/>
            </a:lvl2pPr>
            <a:lvl3pPr marL="628650" indent="-180975" latinLnBrk="0">
              <a:spcAft>
                <a:spcPts val="300"/>
              </a:spcAft>
              <a:buClr>
                <a:schemeClr val="bg1">
                  <a:lumMod val="50000"/>
                </a:schemeClr>
              </a:buClr>
              <a:buFont typeface="Arial" pitchFamily="34" charset="0"/>
              <a:buChar char="•"/>
              <a:defRPr sz="1200"/>
            </a:lvl3pPr>
            <a:lvl4pPr marL="809625" indent="-180975" latinLnBrk="0">
              <a:spcAft>
                <a:spcPts val="300"/>
              </a:spcAft>
              <a:buSzPct val="96000"/>
              <a:defRPr sz="1100"/>
            </a:lvl4pPr>
            <a:lvl5pPr marL="990600" indent="-180975" latinLnBrk="0">
              <a:buClr>
                <a:srgbClr val="50ABCC"/>
              </a:buClr>
              <a:buFont typeface="Arial" panose="020B0604020202020204" pitchFamily="34" charset="0"/>
              <a:buChar char="»"/>
              <a:defRPr sz="1100"/>
            </a:lvl5pPr>
          </a:lstStyle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cxnSp>
        <p:nvCxnSpPr>
          <p:cNvPr id="12" name="직선 연결선 11"/>
          <p:cNvCxnSpPr/>
          <p:nvPr userDrawn="1"/>
        </p:nvCxnSpPr>
        <p:spPr>
          <a:xfrm>
            <a:off x="0" y="869479"/>
            <a:ext cx="2339752" cy="0"/>
          </a:xfrm>
          <a:prstGeom prst="line">
            <a:avLst/>
          </a:prstGeom>
          <a:ln w="76200">
            <a:solidFill>
              <a:srgbClr val="50ABCC"/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직선 연결선 12"/>
          <p:cNvCxnSpPr/>
          <p:nvPr userDrawn="1"/>
        </p:nvCxnSpPr>
        <p:spPr>
          <a:xfrm>
            <a:off x="2339752" y="869479"/>
            <a:ext cx="2339752" cy="0"/>
          </a:xfrm>
          <a:prstGeom prst="line">
            <a:avLst/>
          </a:prstGeom>
          <a:ln w="76200">
            <a:solidFill>
              <a:srgbClr val="93CDDD"/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직선 연결선 13"/>
          <p:cNvCxnSpPr/>
          <p:nvPr userDrawn="1"/>
        </p:nvCxnSpPr>
        <p:spPr>
          <a:xfrm>
            <a:off x="4572000" y="869479"/>
            <a:ext cx="2339752" cy="0"/>
          </a:xfrm>
          <a:prstGeom prst="line">
            <a:avLst/>
          </a:prstGeom>
          <a:ln w="76200">
            <a:solidFill>
              <a:srgbClr val="B7DEE8"/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직선 연결선 14"/>
          <p:cNvCxnSpPr/>
          <p:nvPr userDrawn="1"/>
        </p:nvCxnSpPr>
        <p:spPr>
          <a:xfrm>
            <a:off x="6821191" y="869479"/>
            <a:ext cx="2339752" cy="0"/>
          </a:xfrm>
          <a:prstGeom prst="line">
            <a:avLst/>
          </a:prstGeom>
          <a:ln w="76200">
            <a:solidFill>
              <a:srgbClr val="B7DEE8"/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606708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목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9"/>
          <p:cNvSpPr txBox="1"/>
          <p:nvPr userDrawn="1"/>
        </p:nvSpPr>
        <p:spPr>
          <a:xfrm>
            <a:off x="755576" y="768921"/>
            <a:ext cx="4085697" cy="769441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4400" spc="-15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ahoma" pitchFamily="34" charset="0"/>
              </a:rPr>
              <a:t>목차</a:t>
            </a:r>
          </a:p>
        </p:txBody>
      </p:sp>
      <p:sp>
        <p:nvSpPr>
          <p:cNvPr id="7" name="텍스트 개체 틀 6"/>
          <p:cNvSpPr>
            <a:spLocks noGrp="1"/>
          </p:cNvSpPr>
          <p:nvPr>
            <p:ph type="body" sz="quarter" idx="13"/>
          </p:nvPr>
        </p:nvSpPr>
        <p:spPr>
          <a:xfrm>
            <a:off x="755576" y="1851323"/>
            <a:ext cx="7615014" cy="4104456"/>
          </a:xfrm>
        </p:spPr>
        <p:txBody>
          <a:bodyPr/>
          <a:lstStyle>
            <a:lvl1pPr marL="457200" indent="-457200"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endParaRPr lang="ko-KR" altLang="en-US" dirty="0"/>
          </a:p>
        </p:txBody>
      </p:sp>
      <p:pic>
        <p:nvPicPr>
          <p:cNvPr id="12" name="그림 29" descr="쿡북로고.jpg"/>
          <p:cNvPicPr>
            <a:picLocks noChangeAspect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7596336" y="476250"/>
            <a:ext cx="1079500" cy="285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모서리가 둥근 직사각형 8"/>
          <p:cNvSpPr/>
          <p:nvPr userDrawn="1"/>
        </p:nvSpPr>
        <p:spPr>
          <a:xfrm>
            <a:off x="323528" y="404813"/>
            <a:ext cx="8497887" cy="6048375"/>
          </a:xfrm>
          <a:prstGeom prst="roundRect">
            <a:avLst>
              <a:gd name="adj" fmla="val 5013"/>
            </a:avLst>
          </a:prstGeom>
          <a:noFill/>
          <a:ln w="53975"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kumimoji="0" lang="ko-KR" altLang="en-US"/>
          </a:p>
        </p:txBody>
      </p:sp>
    </p:spTree>
    <p:extLst>
      <p:ext uri="{BB962C8B-B14F-4D97-AF65-F5344CB8AC3E}">
        <p14:creationId xmlns:p14="http://schemas.microsoft.com/office/powerpoint/2010/main" val="114479380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학습목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9"/>
          <p:cNvSpPr txBox="1"/>
          <p:nvPr userDrawn="1"/>
        </p:nvSpPr>
        <p:spPr>
          <a:xfrm>
            <a:off x="611560" y="762422"/>
            <a:ext cx="4085697" cy="769441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4400" spc="-15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ahoma" pitchFamily="34" charset="0"/>
              </a:rPr>
              <a:t>학습목표</a:t>
            </a:r>
          </a:p>
        </p:txBody>
      </p:sp>
      <p:sp>
        <p:nvSpPr>
          <p:cNvPr id="11" name="텍스트 개체 틀 6"/>
          <p:cNvSpPr>
            <a:spLocks noGrp="1"/>
          </p:cNvSpPr>
          <p:nvPr>
            <p:ph type="body" sz="quarter" idx="13"/>
          </p:nvPr>
        </p:nvSpPr>
        <p:spPr>
          <a:xfrm>
            <a:off x="755576" y="1844824"/>
            <a:ext cx="7704856" cy="4104456"/>
          </a:xfrm>
        </p:spPr>
        <p:txBody>
          <a:bodyPr/>
          <a:lstStyle>
            <a:lvl1pPr marL="457200" indent="-457200">
              <a:lnSpc>
                <a:spcPct val="200000"/>
              </a:lnSpc>
              <a:buFont typeface="Arial" pitchFamily="34" charset="0"/>
              <a:buChar char="•"/>
              <a:defRPr sz="1800"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endParaRPr lang="ko-KR" altLang="en-US" dirty="0"/>
          </a:p>
        </p:txBody>
      </p:sp>
      <p:pic>
        <p:nvPicPr>
          <p:cNvPr id="8" name="그림 29" descr="쿡북로고.jpg"/>
          <p:cNvPicPr>
            <a:picLocks noChangeAspect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7524328" y="476672"/>
            <a:ext cx="1079500" cy="285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모서리가 둥근 직사각형 8"/>
          <p:cNvSpPr/>
          <p:nvPr userDrawn="1"/>
        </p:nvSpPr>
        <p:spPr>
          <a:xfrm>
            <a:off x="323528" y="404813"/>
            <a:ext cx="8497887" cy="6048375"/>
          </a:xfrm>
          <a:prstGeom prst="roundRect">
            <a:avLst>
              <a:gd name="adj" fmla="val 5013"/>
            </a:avLst>
          </a:prstGeom>
          <a:noFill/>
          <a:ln w="53975"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kumimoji="0" lang="ko-KR" altLang="en-US"/>
          </a:p>
        </p:txBody>
      </p:sp>
    </p:spTree>
    <p:extLst>
      <p:ext uri="{BB962C8B-B14F-4D97-AF65-F5344CB8AC3E}">
        <p14:creationId xmlns:p14="http://schemas.microsoft.com/office/powerpoint/2010/main" val="155755329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6866A0-2AE7-4B19-A950-A0FD511D633B}" type="datetimeFigureOut">
              <a:rPr lang="ko-KR" altLang="en-US" smtClean="0"/>
              <a:pPr/>
              <a:t>2026-05-08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5CEC33-216F-4668-8D23-4C3F17784E00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334858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theme" Target="../theme/theme2.xml"/><Relationship Id="rId3" Type="http://schemas.openxmlformats.org/officeDocument/2006/relationships/slideLayout" Target="../slideLayouts/slideLayout8.xml"/><Relationship Id="rId7" Type="http://schemas.openxmlformats.org/officeDocument/2006/relationships/slideLayout" Target="../slideLayouts/slideLayout12.xml"/><Relationship Id="rId2" Type="http://schemas.openxmlformats.org/officeDocument/2006/relationships/slideLayout" Target="../slideLayouts/slideLayout7.xml"/><Relationship Id="rId1" Type="http://schemas.openxmlformats.org/officeDocument/2006/relationships/slideLayout" Target="../slideLayouts/slideLayout6.xml"/><Relationship Id="rId6" Type="http://schemas.openxmlformats.org/officeDocument/2006/relationships/slideLayout" Target="../slideLayouts/slideLayout11.xml"/><Relationship Id="rId5" Type="http://schemas.openxmlformats.org/officeDocument/2006/relationships/slideLayout" Target="../slideLayouts/slideLayout10.xml"/><Relationship Id="rId4" Type="http://schemas.openxmlformats.org/officeDocument/2006/relationships/slideLayout" Target="../slideLayouts/slideLayout9.xml"/><Relationship Id="rId9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제목 개체 틀 1"/>
          <p:cNvSpPr>
            <a:spLocks noGrp="1"/>
          </p:cNvSpPr>
          <p:nvPr>
            <p:ph type="title"/>
          </p:nvPr>
        </p:nvSpPr>
        <p:spPr bwMode="auto">
          <a:xfrm>
            <a:off x="251520" y="274638"/>
            <a:ext cx="8712968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/>
              <a:t>마스터 제목 스타일 편집</a:t>
            </a:r>
          </a:p>
        </p:txBody>
      </p:sp>
      <p:sp>
        <p:nvSpPr>
          <p:cNvPr id="1027" name="텍스트 개체 틀 2"/>
          <p:cNvSpPr>
            <a:spLocks noGrp="1"/>
          </p:cNvSpPr>
          <p:nvPr>
            <p:ph type="body" idx="1"/>
          </p:nvPr>
        </p:nvSpPr>
        <p:spPr bwMode="auto">
          <a:xfrm>
            <a:off x="251520" y="1600200"/>
            <a:ext cx="8712968" cy="485313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sp>
        <p:nvSpPr>
          <p:cNvPr id="7" name="날짜 개체 틀 3"/>
          <p:cNvSpPr>
            <a:spLocks noGrp="1"/>
          </p:cNvSpPr>
          <p:nvPr>
            <p:ph type="dt" sz="half" idx="2"/>
          </p:nvPr>
        </p:nvSpPr>
        <p:spPr>
          <a:xfrm>
            <a:off x="457200" y="6534869"/>
            <a:ext cx="2133600" cy="253281"/>
          </a:xfrm>
          <a:prstGeom prst="rect">
            <a:avLst/>
          </a:prstGeom>
        </p:spPr>
        <p:txBody>
          <a:bodyPr/>
          <a:lstStyle>
            <a:lvl1pPr>
              <a:defRPr sz="1000"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3C4A7B72-6AE8-49C2-8F32-E8A725FD610D}" type="datetimeFigureOut">
              <a:rPr lang="ko-KR" altLang="en-US" smtClean="0"/>
              <a:pPr>
                <a:defRPr/>
              </a:pPr>
              <a:t>2026-05-08</a:t>
            </a:fld>
            <a:endParaRPr lang="ko-KR" altLang="en-US" dirty="0"/>
          </a:p>
        </p:txBody>
      </p:sp>
      <p:sp>
        <p:nvSpPr>
          <p:cNvPr id="8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124200" y="6525344"/>
            <a:ext cx="2895600" cy="253281"/>
          </a:xfrm>
          <a:prstGeom prst="rect">
            <a:avLst/>
          </a:prstGeom>
        </p:spPr>
        <p:txBody>
          <a:bodyPr/>
          <a:lstStyle>
            <a:lvl1pPr>
              <a:defRPr sz="1000"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ko-KR" altLang="en-US" dirty="0"/>
          </a:p>
        </p:txBody>
      </p:sp>
      <p:sp>
        <p:nvSpPr>
          <p:cNvPr id="9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553200" y="6515819"/>
            <a:ext cx="2133600" cy="253281"/>
          </a:xfrm>
          <a:prstGeom prst="rect">
            <a:avLst/>
          </a:prstGeom>
        </p:spPr>
        <p:txBody>
          <a:bodyPr/>
          <a:lstStyle>
            <a:lvl1pPr>
              <a:defRPr sz="1000"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52DD98C4-AD35-4759-9571-E1AA62A00DA9}" type="slidenum">
              <a:rPr lang="ko-KR" altLang="en-US" smtClean="0"/>
              <a:pPr>
                <a:defRPr/>
              </a:pPr>
              <a:t>‹#›</a:t>
            </a:fld>
            <a:endParaRPr lang="ko-KR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8" r:id="rId1"/>
    <p:sldLayoutId id="2147483690" r:id="rId2"/>
    <p:sldLayoutId id="2147483693" r:id="rId3"/>
    <p:sldLayoutId id="2147483692" r:id="rId4"/>
    <p:sldLayoutId id="2147483702" r:id="rId5"/>
  </p:sldLayoutIdLst>
  <p:txStyles>
    <p:titleStyle>
      <a:lvl1pPr algn="ctr" rtl="0" eaLnBrk="0" fontAlgn="base" latinLnBrk="1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latinLnBrk="1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2pPr>
      <a:lvl3pPr algn="ctr" rtl="0" eaLnBrk="0" fontAlgn="base" latinLnBrk="1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3pPr>
      <a:lvl4pPr algn="ctr" rtl="0" eaLnBrk="0" fontAlgn="base" latinLnBrk="1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4pPr>
      <a:lvl5pPr algn="ctr" rtl="0" eaLnBrk="0" fontAlgn="base" latinLnBrk="1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5pPr>
      <a:lvl6pPr marL="457200" algn="ctr" rtl="0" fontAlgn="base" latinLnBrk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6pPr>
      <a:lvl7pPr marL="914400" algn="ctr" rtl="0" fontAlgn="base" latinLnBrk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7pPr>
      <a:lvl8pPr marL="1371600" algn="ctr" rtl="0" fontAlgn="base" latinLnBrk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8pPr>
      <a:lvl9pPr marL="1828800" algn="ctr" rtl="0" fontAlgn="base" latinLnBrk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9pPr>
    </p:titleStyle>
    <p:bodyStyle>
      <a:lvl1pPr marL="342900" indent="-342900" algn="l" rtl="0" eaLnBrk="0" fontAlgn="base" latinLnBrk="1" hangingPunct="0">
        <a:spcBef>
          <a:spcPct val="20000"/>
        </a:spcBef>
        <a:spcAft>
          <a:spcPct val="0"/>
        </a:spcAft>
        <a:buFont typeface="Arial" charset="0"/>
        <a:buBlip>
          <a:blip r:embed="rId7"/>
        </a:buBlip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latinLnBrk="1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latinLnBrk="1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latinLnBrk="1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latinLnBrk="1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제목 개체 틀 1"/>
          <p:cNvSpPr>
            <a:spLocks noGrp="1"/>
          </p:cNvSpPr>
          <p:nvPr>
            <p:ph type="title"/>
          </p:nvPr>
        </p:nvSpPr>
        <p:spPr bwMode="auto">
          <a:xfrm>
            <a:off x="251520" y="274638"/>
            <a:ext cx="8712968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/>
              <a:t>마스터 제목 스타일 편집</a:t>
            </a:r>
          </a:p>
        </p:txBody>
      </p:sp>
      <p:sp>
        <p:nvSpPr>
          <p:cNvPr id="1027" name="텍스트 개체 틀 2"/>
          <p:cNvSpPr>
            <a:spLocks noGrp="1"/>
          </p:cNvSpPr>
          <p:nvPr>
            <p:ph type="body" idx="1"/>
          </p:nvPr>
        </p:nvSpPr>
        <p:spPr bwMode="auto">
          <a:xfrm>
            <a:off x="251520" y="1600200"/>
            <a:ext cx="8712968" cy="485313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3"/>
          <p:cNvSpPr>
            <a:spLocks noGrp="1"/>
          </p:cNvSpPr>
          <p:nvPr>
            <p:ph type="dt" sz="half" idx="2"/>
          </p:nvPr>
        </p:nvSpPr>
        <p:spPr>
          <a:xfrm>
            <a:off x="457200" y="6534869"/>
            <a:ext cx="2133600" cy="253281"/>
          </a:xfrm>
          <a:prstGeom prst="rect">
            <a:avLst/>
          </a:prstGeom>
        </p:spPr>
        <p:txBody>
          <a:bodyPr/>
          <a:lstStyle>
            <a:lvl1pPr>
              <a:defRPr sz="1000"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3C4A7B72-6AE8-49C2-8F32-E8A725FD610D}" type="datetimeFigureOut">
              <a:rPr lang="ko-KR" altLang="en-US" smtClean="0"/>
              <a:pPr>
                <a:defRPr/>
              </a:pPr>
              <a:t>2026-05-08</a:t>
            </a:fld>
            <a:endParaRPr lang="ko-KR" altLang="en-US" dirty="0"/>
          </a:p>
        </p:txBody>
      </p:sp>
      <p:sp>
        <p:nvSpPr>
          <p:cNvPr id="8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124200" y="6525344"/>
            <a:ext cx="2895600" cy="253281"/>
          </a:xfrm>
          <a:prstGeom prst="rect">
            <a:avLst/>
          </a:prstGeom>
        </p:spPr>
        <p:txBody>
          <a:bodyPr/>
          <a:lstStyle>
            <a:lvl1pPr>
              <a:defRPr sz="1000"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ko-KR" altLang="en-US" dirty="0"/>
          </a:p>
        </p:txBody>
      </p:sp>
      <p:sp>
        <p:nvSpPr>
          <p:cNvPr id="9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553200" y="6515819"/>
            <a:ext cx="2133600" cy="253281"/>
          </a:xfrm>
          <a:prstGeom prst="rect">
            <a:avLst/>
          </a:prstGeom>
        </p:spPr>
        <p:txBody>
          <a:bodyPr/>
          <a:lstStyle>
            <a:lvl1pPr>
              <a:defRPr sz="1000"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52DD98C4-AD35-4759-9571-E1AA62A00DA9}" type="slidenum">
              <a:rPr lang="ko-KR" altLang="en-US" smtClean="0"/>
              <a:pPr>
                <a:defRPr/>
              </a:pPr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6412931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5" r:id="rId1"/>
    <p:sldLayoutId id="2147483696" r:id="rId2"/>
    <p:sldLayoutId id="2147483697" r:id="rId3"/>
    <p:sldLayoutId id="2147483698" r:id="rId4"/>
    <p:sldLayoutId id="2147483699" r:id="rId5"/>
    <p:sldLayoutId id="2147483700" r:id="rId6"/>
    <p:sldLayoutId id="2147483701" r:id="rId7"/>
  </p:sldLayoutIdLst>
  <p:txStyles>
    <p:titleStyle>
      <a:lvl1pPr algn="ctr" rtl="0" eaLnBrk="0" fontAlgn="base" latinLnBrk="1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latinLnBrk="1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2pPr>
      <a:lvl3pPr algn="ctr" rtl="0" eaLnBrk="0" fontAlgn="base" latinLnBrk="1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3pPr>
      <a:lvl4pPr algn="ctr" rtl="0" eaLnBrk="0" fontAlgn="base" latinLnBrk="1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4pPr>
      <a:lvl5pPr algn="ctr" rtl="0" eaLnBrk="0" fontAlgn="base" latinLnBrk="1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5pPr>
      <a:lvl6pPr marL="457200" algn="ctr" rtl="0" fontAlgn="base" latinLnBrk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6pPr>
      <a:lvl7pPr marL="914400" algn="ctr" rtl="0" fontAlgn="base" latinLnBrk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7pPr>
      <a:lvl8pPr marL="1371600" algn="ctr" rtl="0" fontAlgn="base" latinLnBrk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8pPr>
      <a:lvl9pPr marL="1828800" algn="ctr" rtl="0" fontAlgn="base" latinLnBrk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9pPr>
    </p:titleStyle>
    <p:bodyStyle>
      <a:lvl1pPr marL="342900" indent="-342900" algn="l" rtl="0" eaLnBrk="0" fontAlgn="base" latinLnBrk="1" hangingPunct="0">
        <a:spcBef>
          <a:spcPct val="20000"/>
        </a:spcBef>
        <a:spcAft>
          <a:spcPct val="0"/>
        </a:spcAft>
        <a:buFont typeface="Arial" charset="0"/>
        <a:buBlip>
          <a:blip r:embed="rId9"/>
        </a:buBlip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latinLnBrk="1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latinLnBrk="1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latinLnBrk="1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latinLnBrk="1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 txBox="1">
            <a:spLocks/>
          </p:cNvSpPr>
          <p:nvPr/>
        </p:nvSpPr>
        <p:spPr bwMode="auto">
          <a:xfrm>
            <a:off x="156810" y="3573016"/>
            <a:ext cx="6143382" cy="190207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2pPr>
            <a:lvl3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3pPr>
            <a:lvl4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4pPr>
            <a:lvl5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5pPr>
            <a:lvl6pPr marL="457200" algn="ctr" rtl="0" fontAlgn="base" latinLnBrk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6pPr>
            <a:lvl7pPr marL="914400" algn="ctr" rtl="0" fontAlgn="base" latinLnBrk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7pPr>
            <a:lvl8pPr marL="1371600" algn="ctr" rtl="0" fontAlgn="base" latinLnBrk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8pPr>
            <a:lvl9pPr marL="1828800" algn="ctr" rtl="0" fontAlgn="base" latinLnBrk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9pPr>
          </a:lstStyle>
          <a:p>
            <a:pPr marL="0" marR="0" lvl="0" indent="0" algn="l" defTabSz="914400" rtl="0" eaLnBrk="0" fontAlgn="base" latinLnBrk="1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44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j-cs"/>
              </a:rPr>
              <a:t/>
            </a:r>
            <a:br>
              <a:rPr kumimoji="0" lang="en-US" altLang="ko-KR" sz="44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j-cs"/>
              </a:rPr>
            </a:br>
            <a:r>
              <a:rPr lang="ko-KR" altLang="en-US" sz="4600" b="1">
                <a:solidFill>
                  <a:prstClr val="black">
                    <a:lumMod val="85000"/>
                    <a:lumOff val="15000"/>
                  </a:prstClr>
                </a:solidFill>
                <a:latin typeface="맑은 고딕"/>
                <a:ea typeface="맑은 고딕" panose="020B0503020000020004" pitchFamily="50" charset="-127"/>
              </a:rPr>
              <a:t>데이터베이스실습</a:t>
            </a:r>
            <a:endParaRPr kumimoji="1" lang="ko-KR" altLang="en-US" sz="4600" b="1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j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01192F4F-56EE-6517-75F7-864E3F2272C9}"/>
              </a:ext>
            </a:extLst>
          </p:cNvPr>
          <p:cNvSpPr/>
          <p:nvPr/>
        </p:nvSpPr>
        <p:spPr>
          <a:xfrm>
            <a:off x="611560" y="1871768"/>
            <a:ext cx="2820003" cy="619080"/>
          </a:xfrm>
          <a:prstGeom prst="rect">
            <a:avLst/>
          </a:prstGeom>
        </p:spPr>
        <p:txBody>
          <a:bodyPr wrap="none">
            <a:spAutoFit/>
            <a:scene3d>
              <a:camera prst="orthographicFront"/>
              <a:lightRig rig="threePt" dir="t"/>
            </a:scene3d>
            <a:sp3d>
              <a:bevelT w="0"/>
            </a:sp3d>
          </a:bodyPr>
          <a:lstStyle/>
          <a:p>
            <a:pPr>
              <a:lnSpc>
                <a:spcPct val="110000"/>
              </a:lnSpc>
              <a:spcAft>
                <a:spcPts val="300"/>
              </a:spcAft>
            </a:pPr>
            <a:r>
              <a:rPr lang="ko-KR" altLang="en-US" sz="3400" b="1" spc="-150">
                <a:solidFill>
                  <a:schemeClr val="accent4">
                    <a:lumMod val="50000"/>
                  </a:schemeClr>
                </a:solidFill>
                <a:ea typeface="맑은 고딕" panose="020B0503020000020004" pitchFamily="50" charset="-127"/>
                <a:cs typeface="+mj-cs"/>
              </a:rPr>
              <a:t>프로그램</a:t>
            </a:r>
            <a:r>
              <a:rPr lang="en-US" altLang="ko-KR" sz="3400" b="1" spc="-150">
                <a:solidFill>
                  <a:schemeClr val="accent4">
                    <a:lumMod val="50000"/>
                  </a:schemeClr>
                </a:solidFill>
                <a:ea typeface="맑은 고딕" panose="020B0503020000020004" pitchFamily="50" charset="-127"/>
                <a:cs typeface="+mj-cs"/>
              </a:rPr>
              <a:t> </a:t>
            </a:r>
            <a:r>
              <a:rPr lang="ko-KR" altLang="en-US" sz="3400" b="1" spc="-150">
                <a:solidFill>
                  <a:schemeClr val="accent4">
                    <a:lumMod val="50000"/>
                  </a:schemeClr>
                </a:solidFill>
                <a:ea typeface="맑은 고딕" panose="020B0503020000020004" pitchFamily="50" charset="-127"/>
                <a:cs typeface="+mj-cs"/>
              </a:rPr>
              <a:t>실습</a:t>
            </a:r>
          </a:p>
        </p:txBody>
      </p:sp>
    </p:spTree>
    <p:extLst>
      <p:ext uri="{BB962C8B-B14F-4D97-AF65-F5344CB8AC3E}">
        <p14:creationId xmlns:p14="http://schemas.microsoft.com/office/powerpoint/2010/main" val="13206875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A359D5B-7367-2C0D-0C00-6633CAF94E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프로그램 실습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E077444-1E1F-528C-F351-86EEA29207A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/>
              <a:t>주문 삭제 기능을 추가하자</a:t>
            </a:r>
            <a:r>
              <a:rPr lang="en-US" altLang="ko-KR"/>
              <a:t>.(orderlist_ver4.php)</a:t>
            </a:r>
            <a:endParaRPr lang="ko-KR" altLang="en-US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39967B08-76EA-1D8F-DF74-F3BA2754053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0945" y="1858821"/>
            <a:ext cx="4071004" cy="2880320"/>
          </a:xfrm>
          <a:prstGeom prst="rect">
            <a:avLst/>
          </a:prstGeom>
          <a:ln>
            <a:solidFill>
              <a:schemeClr val="bg1">
                <a:lumMod val="50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27A7AB99-69A9-B187-4EBC-0244C2B6358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2458" y="1835381"/>
            <a:ext cx="2696343" cy="3155776"/>
          </a:xfrm>
          <a:prstGeom prst="rect">
            <a:avLst/>
          </a:prstGeom>
          <a:ln>
            <a:solidFill>
              <a:schemeClr val="bg1">
                <a:lumMod val="50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ED8DFE0E-7D18-9D4F-1F07-A4DA6CBA19E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75856" y="4581128"/>
            <a:ext cx="2694925" cy="1748673"/>
          </a:xfrm>
          <a:prstGeom prst="rect">
            <a:avLst/>
          </a:prstGeom>
          <a:ln>
            <a:solidFill>
              <a:schemeClr val="accent6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cxnSp>
        <p:nvCxnSpPr>
          <p:cNvPr id="10" name="직선 연결선 9">
            <a:extLst>
              <a:ext uri="{FF2B5EF4-FFF2-40B4-BE49-F238E27FC236}">
                <a16:creationId xmlns:a16="http://schemas.microsoft.com/office/drawing/2014/main" id="{27630042-5A45-F98A-B444-9967851A1BAB}"/>
              </a:ext>
            </a:extLst>
          </p:cNvPr>
          <p:cNvCxnSpPr>
            <a:cxnSpLocks/>
            <a:endCxn id="7" idx="1"/>
          </p:cNvCxnSpPr>
          <p:nvPr/>
        </p:nvCxnSpPr>
        <p:spPr>
          <a:xfrm>
            <a:off x="4769402" y="2613759"/>
            <a:ext cx="893056" cy="799510"/>
          </a:xfrm>
          <a:prstGeom prst="line">
            <a:avLst/>
          </a:prstGeom>
          <a:ln w="46990">
            <a:headEnd type="oval"/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12" name="직선 연결선 11">
            <a:extLst>
              <a:ext uri="{FF2B5EF4-FFF2-40B4-BE49-F238E27FC236}">
                <a16:creationId xmlns:a16="http://schemas.microsoft.com/office/drawing/2014/main" id="{74AF9AB9-9852-5E17-D024-6B1E604A4C51}"/>
              </a:ext>
            </a:extLst>
          </p:cNvPr>
          <p:cNvCxnSpPr>
            <a:cxnSpLocks/>
            <a:endCxn id="9" idx="3"/>
          </p:cNvCxnSpPr>
          <p:nvPr/>
        </p:nvCxnSpPr>
        <p:spPr>
          <a:xfrm flipH="1">
            <a:off x="5970781" y="4581128"/>
            <a:ext cx="1697563" cy="874337"/>
          </a:xfrm>
          <a:prstGeom prst="line">
            <a:avLst/>
          </a:prstGeom>
          <a:ln w="46990">
            <a:headEnd type="oval"/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15" name="직선 연결선 14">
            <a:extLst>
              <a:ext uri="{FF2B5EF4-FFF2-40B4-BE49-F238E27FC236}">
                <a16:creationId xmlns:a16="http://schemas.microsoft.com/office/drawing/2014/main" id="{B9D3F68F-98D2-BCFE-28A6-36AEF1B4DCAE}"/>
              </a:ext>
            </a:extLst>
          </p:cNvPr>
          <p:cNvCxnSpPr>
            <a:cxnSpLocks/>
            <a:endCxn id="5" idx="2"/>
          </p:cNvCxnSpPr>
          <p:nvPr/>
        </p:nvCxnSpPr>
        <p:spPr>
          <a:xfrm flipH="1" flipV="1">
            <a:off x="2796447" y="4739141"/>
            <a:ext cx="623425" cy="1188137"/>
          </a:xfrm>
          <a:prstGeom prst="line">
            <a:avLst/>
          </a:prstGeom>
          <a:ln w="46990">
            <a:headEnd type="oval"/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C0250600-93BE-549A-9D35-DD5F889B7D40}"/>
              </a:ext>
            </a:extLst>
          </p:cNvPr>
          <p:cNvSpPr txBox="1"/>
          <p:nvPr/>
        </p:nvSpPr>
        <p:spPr>
          <a:xfrm>
            <a:off x="760945" y="1547349"/>
            <a:ext cx="1800200" cy="288032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Autofit/>
          </a:bodyPr>
          <a:lstStyle/>
          <a:p>
            <a:r>
              <a:rPr lang="en-US" altLang="ko-KR" sz="1400" b="1" dirty="0" smtClean="0"/>
              <a:t>Orderlist_ver4.php</a:t>
            </a:r>
            <a:endParaRPr lang="ko-KR" altLang="en-US" sz="1400" b="1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6B470337-E32F-7E55-6079-C2335FB6A9DA}"/>
              </a:ext>
            </a:extLst>
          </p:cNvPr>
          <p:cNvSpPr txBox="1"/>
          <p:nvPr/>
        </p:nvSpPr>
        <p:spPr>
          <a:xfrm>
            <a:off x="5662458" y="1552409"/>
            <a:ext cx="1800200" cy="288032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Autofit/>
          </a:bodyPr>
          <a:lstStyle/>
          <a:p>
            <a:r>
              <a:rPr lang="en-US" altLang="ko-KR" sz="1400" b="1"/>
              <a:t>deleteorder.php</a:t>
            </a:r>
            <a:endParaRPr lang="ko-KR" altLang="en-US" sz="1400" b="1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5ED385DF-9F70-6F94-C7E5-7B031B39FDD0}"/>
              </a:ext>
            </a:extLst>
          </p:cNvPr>
          <p:cNvSpPr txBox="1"/>
          <p:nvPr/>
        </p:nvSpPr>
        <p:spPr>
          <a:xfrm>
            <a:off x="3275856" y="4293096"/>
            <a:ext cx="2317727" cy="288032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Autofit/>
          </a:bodyPr>
          <a:lstStyle/>
          <a:p>
            <a:r>
              <a:rPr lang="en-US" altLang="ko-KR" sz="1400" b="1"/>
              <a:t>action_deleteorder.php</a:t>
            </a:r>
            <a:endParaRPr lang="ko-KR" altLang="en-US" sz="1400" b="1"/>
          </a:p>
        </p:txBody>
      </p:sp>
    </p:spTree>
    <p:extLst>
      <p:ext uri="{BB962C8B-B14F-4D97-AF65-F5344CB8AC3E}">
        <p14:creationId xmlns:p14="http://schemas.microsoft.com/office/powerpoint/2010/main" val="31978818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A359D5B-7367-2C0D-0C00-6633CAF94E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프로그램 실습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E077444-1E1F-528C-F351-86EEA29207A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/>
              <a:t>삭제 버튼 추가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C0250600-93BE-549A-9D35-DD5F889B7D40}"/>
              </a:ext>
            </a:extLst>
          </p:cNvPr>
          <p:cNvSpPr txBox="1"/>
          <p:nvPr/>
        </p:nvSpPr>
        <p:spPr>
          <a:xfrm>
            <a:off x="566851" y="1509911"/>
            <a:ext cx="1800200" cy="288032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Autofit/>
          </a:bodyPr>
          <a:lstStyle/>
          <a:p>
            <a:r>
              <a:rPr lang="en-US" altLang="ko-KR" sz="1400" b="1"/>
              <a:t>orderlist4.php</a:t>
            </a:r>
            <a:endParaRPr lang="ko-KR" altLang="en-US" sz="1400" b="1"/>
          </a:p>
        </p:txBody>
      </p:sp>
      <p:pic>
        <p:nvPicPr>
          <p:cNvPr id="13" name="내용 개체 틀 3">
            <a:extLst>
              <a:ext uri="{FF2B5EF4-FFF2-40B4-BE49-F238E27FC236}">
                <a16:creationId xmlns:a16="http://schemas.microsoft.com/office/drawing/2014/main" id="{FE479AC5-AD07-2AD3-3BE2-1A4FD78485D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566851" y="1844824"/>
            <a:ext cx="4320480" cy="3056829"/>
          </a:xfrm>
          <a:prstGeom prst="rect">
            <a:avLst/>
          </a:prstGeom>
          <a:noFill/>
          <a:ln w="9525">
            <a:solidFill>
              <a:schemeClr val="bg1">
                <a:lumMod val="50000"/>
              </a:schemeClr>
            </a:solidFill>
            <a:miter lim="800000"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4" name="직사각형 3"/>
          <p:cNvSpPr/>
          <p:nvPr/>
        </p:nvSpPr>
        <p:spPr>
          <a:xfrm>
            <a:off x="4427984" y="2132856"/>
            <a:ext cx="486646" cy="2768797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6" name="그림 15">
            <a:extLst>
              <a:ext uri="{FF2B5EF4-FFF2-40B4-BE49-F238E27FC236}">
                <a16:creationId xmlns:a16="http://schemas.microsoft.com/office/drawing/2014/main" id="{8F29C085-5992-066E-DD6B-629E526A49B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3608" y="5082091"/>
            <a:ext cx="6258798" cy="1295581"/>
          </a:xfrm>
          <a:prstGeom prst="rect">
            <a:avLst/>
          </a:prstGeom>
          <a:ln>
            <a:solidFill>
              <a:schemeClr val="bg1">
                <a:lumMod val="50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graphicFrame>
        <p:nvGraphicFramePr>
          <p:cNvPr id="17" name="내용 개체 틀 3">
            <a:extLst>
              <a:ext uri="{FF2B5EF4-FFF2-40B4-BE49-F238E27FC236}">
                <a16:creationId xmlns:a16="http://schemas.microsoft.com/office/drawing/2014/main" id="{1586DBF0-7D57-BEC3-BA47-8405899BE7AA}"/>
              </a:ext>
            </a:extLst>
          </p:cNvPr>
          <p:cNvGraphicFramePr>
            <a:graphicFrameLocks/>
          </p:cNvGraphicFramePr>
          <p:nvPr/>
        </p:nvGraphicFramePr>
        <p:xfrm>
          <a:off x="5148064" y="2024561"/>
          <a:ext cx="3744416" cy="16265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4441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68335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힌트</a:t>
                      </a:r>
                    </a:p>
                  </a:txBody>
                  <a:tcPr marL="95717" marR="95717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39560">
                <a:tc>
                  <a:txBody>
                    <a:bodyPr/>
                    <a:lstStyle/>
                    <a:p>
                      <a:pPr marL="0" indent="0" latinLnBrk="1">
                        <a:buNone/>
                      </a:pPr>
                      <a:endParaRPr lang="en-US" altLang="ko-KR" sz="1400" b="0">
                        <a:solidFill>
                          <a:sysClr val="windowText" lastClr="000000"/>
                        </a:solidFill>
                      </a:endParaRPr>
                    </a:p>
                    <a:p>
                      <a:pPr marL="0" indent="0" latinLnBrk="1">
                        <a:buNone/>
                      </a:pPr>
                      <a:r>
                        <a:rPr lang="en-US" altLang="ko-KR" sz="1400" b="0">
                          <a:solidFill>
                            <a:sysClr val="windowText" lastClr="000000"/>
                          </a:solidFill>
                        </a:rPr>
                        <a:t>1. </a:t>
                      </a:r>
                      <a:r>
                        <a:rPr lang="ko-KR" altLang="en-US" sz="1400" b="0">
                          <a:solidFill>
                            <a:sysClr val="windowText" lastClr="000000"/>
                          </a:solidFill>
                        </a:rPr>
                        <a:t>테이블에 삭제 버튼 칸 추가</a:t>
                      </a:r>
                      <a:r>
                        <a:rPr lang="en-US" altLang="ko-KR" sz="1400" b="0">
                          <a:solidFill>
                            <a:sysClr val="windowText" lastClr="000000"/>
                          </a:solidFill>
                        </a:rPr>
                        <a:t>(td)</a:t>
                      </a:r>
                    </a:p>
                    <a:p>
                      <a:pPr marL="342900" indent="-342900" latinLnBrk="1">
                        <a:buAutoNum type="arabicPeriod"/>
                      </a:pPr>
                      <a:endParaRPr lang="en-US" altLang="ko-KR" sz="1400" b="0">
                        <a:solidFill>
                          <a:sysClr val="windowText" lastClr="000000"/>
                        </a:solidFill>
                      </a:endParaRPr>
                    </a:p>
                    <a:p>
                      <a:pPr latinLnBrk="1"/>
                      <a:r>
                        <a:rPr lang="en-US" altLang="ko-KR" sz="1400" b="0">
                          <a:solidFill>
                            <a:sysClr val="windowText" lastClr="000000"/>
                          </a:solidFill>
                        </a:rPr>
                        <a:t>2. </a:t>
                      </a:r>
                      <a:r>
                        <a:rPr lang="ko-KR" altLang="en-US" sz="1400" b="0">
                          <a:solidFill>
                            <a:sysClr val="windowText" lastClr="000000"/>
                          </a:solidFill>
                        </a:rPr>
                        <a:t>삭제 버튼을 </a:t>
                      </a:r>
                      <a:r>
                        <a:rPr lang="en-US" altLang="ko-KR" sz="1400" b="1">
                          <a:solidFill>
                            <a:sysClr val="windowText" lastClr="000000"/>
                          </a:solidFill>
                        </a:rPr>
                        <a:t>deleterorder.php</a:t>
                      </a:r>
                      <a:r>
                        <a:rPr lang="en-US" altLang="ko-KR" sz="1400">
                          <a:solidFill>
                            <a:sysClr val="windowText" lastClr="000000"/>
                          </a:solidFill>
                        </a:rPr>
                        <a:t> </a:t>
                      </a:r>
                      <a:r>
                        <a:rPr lang="ko-KR" altLang="en-US" sz="1400">
                          <a:solidFill>
                            <a:sysClr val="windowText" lastClr="000000"/>
                          </a:solidFill>
                        </a:rPr>
                        <a:t>로 링크시키는 </a:t>
                      </a:r>
                      <a:r>
                        <a:rPr lang="en-US" altLang="ko-KR" sz="1400">
                          <a:solidFill>
                            <a:sysClr val="windowText" lastClr="000000"/>
                          </a:solidFill>
                        </a:rPr>
                        <a:t>a </a:t>
                      </a:r>
                      <a:r>
                        <a:rPr lang="ko-KR" altLang="en-US" sz="1400">
                          <a:solidFill>
                            <a:sysClr val="windowText" lastClr="000000"/>
                          </a:solidFill>
                        </a:rPr>
                        <a:t>태그 만들기</a:t>
                      </a:r>
                      <a:endParaRPr lang="en-US" altLang="ko-KR" sz="140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95717" marR="95717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984080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F6DC9AA-8C58-493D-26F4-9F2D5CC54C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프로그램 실습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E284AE1-F818-1A8D-D163-FF426D4F40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/>
              <a:t>deleteorder.php </a:t>
            </a:r>
            <a:r>
              <a:rPr lang="ko-KR" altLang="en-US"/>
              <a:t>생성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15003BDD-BC0B-9A48-6B6A-7C21739E6CC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3568" y="1700808"/>
            <a:ext cx="2696343" cy="3155776"/>
          </a:xfrm>
          <a:prstGeom prst="rect">
            <a:avLst/>
          </a:prstGeom>
          <a:ln>
            <a:solidFill>
              <a:schemeClr val="bg1">
                <a:lumMod val="50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graphicFrame>
        <p:nvGraphicFramePr>
          <p:cNvPr id="5" name="내용 개체 틀 3">
            <a:extLst>
              <a:ext uri="{FF2B5EF4-FFF2-40B4-BE49-F238E27FC236}">
                <a16:creationId xmlns:a16="http://schemas.microsoft.com/office/drawing/2014/main" id="{04C14A2E-EF86-D999-FCF9-179EC33FC699}"/>
              </a:ext>
            </a:extLst>
          </p:cNvPr>
          <p:cNvGraphicFramePr>
            <a:graphicFrameLocks/>
          </p:cNvGraphicFramePr>
          <p:nvPr/>
        </p:nvGraphicFramePr>
        <p:xfrm>
          <a:off x="3528388" y="1721686"/>
          <a:ext cx="5220076" cy="230237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22007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504056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힌트</a:t>
                      </a:r>
                    </a:p>
                  </a:txBody>
                  <a:tcPr marL="95717" marR="95717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32570">
                <a:tc>
                  <a:txBody>
                    <a:bodyPr/>
                    <a:lstStyle/>
                    <a:p>
                      <a:pPr marL="342900" indent="-342900" latinLnBrk="1">
                        <a:buAutoNum type="arabicPeriod"/>
                      </a:pPr>
                      <a:r>
                        <a:rPr lang="en-US" altLang="ko-KR" sz="1400" b="1">
                          <a:solidFill>
                            <a:sysClr val="windowText" lastClr="000000"/>
                          </a:solidFill>
                        </a:rPr>
                        <a:t>deleteorder.php</a:t>
                      </a:r>
                      <a:r>
                        <a:rPr lang="en-US" altLang="ko-KR" sz="1400">
                          <a:solidFill>
                            <a:sysClr val="windowText" lastClr="000000"/>
                          </a:solidFill>
                        </a:rPr>
                        <a:t> </a:t>
                      </a:r>
                      <a:r>
                        <a:rPr lang="ko-KR" altLang="en-US" sz="1400">
                          <a:solidFill>
                            <a:sysClr val="windowText" lastClr="000000"/>
                          </a:solidFill>
                        </a:rPr>
                        <a:t>파일 생성</a:t>
                      </a:r>
                      <a:endParaRPr lang="en-US" altLang="ko-KR" sz="1400">
                        <a:solidFill>
                          <a:sysClr val="windowText" lastClr="000000"/>
                        </a:solidFill>
                      </a:endParaRPr>
                    </a:p>
                    <a:p>
                      <a:pPr marL="342900" indent="-342900" latinLnBrk="1">
                        <a:buAutoNum type="arabicPeriod"/>
                      </a:pPr>
                      <a:endParaRPr lang="en-US" altLang="ko-KR" sz="1400">
                        <a:solidFill>
                          <a:sysClr val="windowText" lastClr="000000"/>
                        </a:solidFill>
                      </a:endParaRPr>
                    </a:p>
                    <a:p>
                      <a:pPr marL="342900" indent="-342900" latinLnBrk="1">
                        <a:buAutoNum type="arabicPeriod"/>
                      </a:pPr>
                      <a:r>
                        <a:rPr lang="ko-KR" altLang="en-US" sz="1400">
                          <a:solidFill>
                            <a:sysClr val="windowText" lastClr="000000"/>
                          </a:solidFill>
                        </a:rPr>
                        <a:t>삭제할 주문의 정보를 표시</a:t>
                      </a:r>
                      <a:endParaRPr lang="en-US" altLang="ko-KR" sz="1400">
                        <a:solidFill>
                          <a:sysClr val="windowText" lastClr="000000"/>
                        </a:solidFill>
                      </a:endParaRPr>
                    </a:p>
                    <a:p>
                      <a:pPr marL="342900" indent="-342900" latinLnBrk="1">
                        <a:buAutoNum type="arabicPeriod"/>
                      </a:pPr>
                      <a:endParaRPr lang="en-US" altLang="ko-KR" sz="1400">
                        <a:solidFill>
                          <a:sysClr val="windowText" lastClr="000000"/>
                        </a:solidFill>
                      </a:endParaRPr>
                    </a:p>
                    <a:p>
                      <a:pPr marL="342900" indent="-342900" latinLnBrk="1">
                        <a:buAutoNum type="arabicPeriod"/>
                      </a:pPr>
                      <a:r>
                        <a:rPr lang="ko-KR" altLang="en-US" sz="1400">
                          <a:solidFill>
                            <a:sysClr val="windowText" lastClr="000000"/>
                          </a:solidFill>
                        </a:rPr>
                        <a:t>삭제 버튼을 누르면 </a:t>
                      </a:r>
                      <a:r>
                        <a:rPr lang="en-US" altLang="ko-KR" sz="1400" b="1">
                          <a:solidFill>
                            <a:sysClr val="windowText" lastClr="000000"/>
                          </a:solidFill>
                        </a:rPr>
                        <a:t>action_deleteorder.php</a:t>
                      </a:r>
                      <a:r>
                        <a:rPr lang="ko-KR" altLang="en-US" sz="1400">
                          <a:solidFill>
                            <a:sysClr val="windowText" lastClr="000000"/>
                          </a:solidFill>
                        </a:rPr>
                        <a:t>로 링크</a:t>
                      </a:r>
                      <a:endParaRPr lang="en-US" altLang="ko-KR" sz="1400">
                        <a:solidFill>
                          <a:sysClr val="windowText" lastClr="000000"/>
                        </a:solidFill>
                      </a:endParaRPr>
                    </a:p>
                    <a:p>
                      <a:pPr marL="342900" indent="-342900" latinLnBrk="1">
                        <a:buAutoNum type="arabicPeriod"/>
                      </a:pPr>
                      <a:endParaRPr lang="en-US" altLang="ko-KR" sz="1400">
                        <a:solidFill>
                          <a:sysClr val="windowText" lastClr="000000"/>
                        </a:solidFill>
                      </a:endParaRPr>
                    </a:p>
                    <a:p>
                      <a:pPr marL="342900" indent="-342900" latinLnBrk="1">
                        <a:buAutoNum type="arabicPeriod"/>
                      </a:pPr>
                      <a:endParaRPr lang="en-US" altLang="ko-KR" sz="1400">
                        <a:solidFill>
                          <a:sysClr val="windowText" lastClr="000000"/>
                        </a:solidFill>
                      </a:endParaRPr>
                    </a:p>
                    <a:p>
                      <a:pPr marL="342900" indent="-342900" latinLnBrk="1">
                        <a:buAutoNum type="arabicPeriod"/>
                      </a:pPr>
                      <a:endParaRPr lang="en-US" altLang="ko-KR" sz="140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95717" marR="95717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494092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F6DC9AA-8C58-493D-26F4-9F2D5CC54C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프로그램 실습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E284AE1-F818-1A8D-D163-FF426D4F40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/>
              <a:t>action_deleteorder.php </a:t>
            </a:r>
            <a:r>
              <a:rPr lang="ko-KR" altLang="en-US"/>
              <a:t>생성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15003BDD-BC0B-9A48-6B6A-7C21739E6CC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3568" y="1700808"/>
            <a:ext cx="2696343" cy="3155776"/>
          </a:xfrm>
          <a:prstGeom prst="rect">
            <a:avLst/>
          </a:prstGeom>
          <a:ln>
            <a:solidFill>
              <a:schemeClr val="bg1">
                <a:lumMod val="50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graphicFrame>
        <p:nvGraphicFramePr>
          <p:cNvPr id="5" name="내용 개체 틀 3">
            <a:extLst>
              <a:ext uri="{FF2B5EF4-FFF2-40B4-BE49-F238E27FC236}">
                <a16:creationId xmlns:a16="http://schemas.microsoft.com/office/drawing/2014/main" id="{04C14A2E-EF86-D999-FCF9-179EC33FC699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552836651"/>
              </p:ext>
            </p:extLst>
          </p:nvPr>
        </p:nvGraphicFramePr>
        <p:xfrm>
          <a:off x="3528388" y="3645024"/>
          <a:ext cx="5436100" cy="230237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361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504056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힌트</a:t>
                      </a:r>
                    </a:p>
                  </a:txBody>
                  <a:tcPr marL="95717" marR="95717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32570">
                <a:tc>
                  <a:txBody>
                    <a:bodyPr/>
                    <a:lstStyle/>
                    <a:p>
                      <a:pPr marL="342900" indent="-342900" latinLnBrk="1">
                        <a:buAutoNum type="arabicPeriod"/>
                      </a:pPr>
                      <a:r>
                        <a:rPr lang="en-US" altLang="ko-KR" sz="1400">
                          <a:solidFill>
                            <a:sysClr val="windowText" lastClr="000000"/>
                          </a:solidFill>
                        </a:rPr>
                        <a:t>action_updateorder.php</a:t>
                      </a:r>
                      <a:r>
                        <a:rPr lang="ko-KR" altLang="en-US" sz="1400">
                          <a:solidFill>
                            <a:sysClr val="windowText" lastClr="000000"/>
                          </a:solidFill>
                        </a:rPr>
                        <a:t> 를 복사해서 </a:t>
                      </a:r>
                      <a:r>
                        <a:rPr lang="en-US" altLang="ko-KR" sz="1400">
                          <a:solidFill>
                            <a:sysClr val="windowText" lastClr="000000"/>
                          </a:solidFill>
                        </a:rPr>
                        <a:t>action_deleteorder.php </a:t>
                      </a:r>
                      <a:r>
                        <a:rPr lang="ko-KR" altLang="en-US" sz="1400">
                          <a:solidFill>
                            <a:sysClr val="windowText" lastClr="000000"/>
                          </a:solidFill>
                        </a:rPr>
                        <a:t>생성</a:t>
                      </a:r>
                      <a:endParaRPr lang="en-US" altLang="ko-KR" sz="1400">
                        <a:solidFill>
                          <a:sysClr val="windowText" lastClr="000000"/>
                        </a:solidFill>
                      </a:endParaRPr>
                    </a:p>
                    <a:p>
                      <a:pPr marL="342900" indent="-342900" latinLnBrk="1">
                        <a:buAutoNum type="arabicPeriod"/>
                      </a:pPr>
                      <a:endParaRPr lang="en-US" altLang="ko-KR" sz="1400">
                        <a:solidFill>
                          <a:sysClr val="windowText" lastClr="000000"/>
                        </a:solidFill>
                      </a:endParaRPr>
                    </a:p>
                    <a:p>
                      <a:pPr marL="342900" indent="-342900" latinLnBrk="1">
                        <a:buAutoNum type="arabicPeriod"/>
                      </a:pPr>
                      <a:r>
                        <a:rPr lang="en-US" altLang="ko-KR" sz="1400">
                          <a:solidFill>
                            <a:sysClr val="windowText" lastClr="000000"/>
                          </a:solidFill>
                        </a:rPr>
                        <a:t>$sql</a:t>
                      </a:r>
                      <a:r>
                        <a:rPr lang="ko-KR" altLang="en-US" sz="1400">
                          <a:solidFill>
                            <a:sysClr val="windowText" lastClr="000000"/>
                          </a:solidFill>
                        </a:rPr>
                        <a:t> 를 </a:t>
                      </a:r>
                      <a:r>
                        <a:rPr lang="en-US" altLang="ko-KR" sz="1400">
                          <a:solidFill>
                            <a:sysClr val="windowText" lastClr="000000"/>
                          </a:solidFill>
                        </a:rPr>
                        <a:t>delete </a:t>
                      </a:r>
                      <a:r>
                        <a:rPr lang="ko-KR" altLang="en-US" sz="1400">
                          <a:solidFill>
                            <a:sysClr val="windowText" lastClr="000000"/>
                          </a:solidFill>
                        </a:rPr>
                        <a:t>쿼리로 변경</a:t>
                      </a:r>
                      <a:endParaRPr lang="en-US" altLang="ko-KR" sz="1400">
                        <a:solidFill>
                          <a:sysClr val="windowText" lastClr="000000"/>
                        </a:solidFill>
                      </a:endParaRPr>
                    </a:p>
                    <a:p>
                      <a:pPr marL="342900" indent="-342900" latinLnBrk="1">
                        <a:buAutoNum type="arabicPeriod"/>
                      </a:pPr>
                      <a:endParaRPr lang="en-US" altLang="ko-KR" sz="1400">
                        <a:solidFill>
                          <a:sysClr val="windowText" lastClr="000000"/>
                        </a:solidFill>
                      </a:endParaRPr>
                    </a:p>
                    <a:p>
                      <a:pPr marL="342900" indent="-342900" latinLnBrk="1">
                        <a:buAutoNum type="arabicPeriod"/>
                      </a:pPr>
                      <a:r>
                        <a:rPr lang="en-US" altLang="ko-KR" sz="1400">
                          <a:solidFill>
                            <a:sysClr val="windowText" lastClr="000000"/>
                          </a:solidFill>
                        </a:rPr>
                        <a:t>DELETE FROM ~</a:t>
                      </a:r>
                    </a:p>
                    <a:p>
                      <a:pPr marL="342900" indent="-342900" latinLnBrk="1">
                        <a:buAutoNum type="arabicPeriod"/>
                      </a:pPr>
                      <a:endParaRPr lang="en-US" altLang="ko-KR" sz="1400">
                        <a:solidFill>
                          <a:sysClr val="windowText" lastClr="000000"/>
                        </a:solidFill>
                      </a:endParaRPr>
                    </a:p>
                    <a:p>
                      <a:pPr marL="342900" indent="-342900" latinLnBrk="1">
                        <a:buAutoNum type="arabicPeriod"/>
                      </a:pPr>
                      <a:r>
                        <a:rPr lang="ko-KR" altLang="en-US" sz="1400">
                          <a:solidFill>
                            <a:sysClr val="windowText" lastClr="000000"/>
                          </a:solidFill>
                        </a:rPr>
                        <a:t>메시지 내용 및 뒤로 가기 버튼 </a:t>
                      </a:r>
                      <a:r>
                        <a:rPr lang="en-US" altLang="ko-KR" sz="1400">
                          <a:solidFill>
                            <a:sysClr val="windowText" lastClr="000000"/>
                          </a:solidFill>
                        </a:rPr>
                        <a:t>url </a:t>
                      </a:r>
                      <a:r>
                        <a:rPr lang="ko-KR" altLang="en-US" sz="1400">
                          <a:solidFill>
                            <a:sysClr val="windowText" lastClr="000000"/>
                          </a:solidFill>
                        </a:rPr>
                        <a:t>변경</a:t>
                      </a:r>
                      <a:endParaRPr lang="en-US" altLang="ko-KR" sz="140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95717" marR="95717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pic>
        <p:nvPicPr>
          <p:cNvPr id="6" name="그림 5">
            <a:extLst>
              <a:ext uri="{FF2B5EF4-FFF2-40B4-BE49-F238E27FC236}">
                <a16:creationId xmlns:a16="http://schemas.microsoft.com/office/drawing/2014/main" id="{0FE52825-457F-E501-21FF-B1209DD0463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83968" y="1700808"/>
            <a:ext cx="2694925" cy="1748673"/>
          </a:xfrm>
          <a:prstGeom prst="rect">
            <a:avLst/>
          </a:prstGeom>
          <a:ln>
            <a:solidFill>
              <a:schemeClr val="bg1">
                <a:lumMod val="50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cxnSp>
        <p:nvCxnSpPr>
          <p:cNvPr id="7" name="직선 연결선 6">
            <a:extLst>
              <a:ext uri="{FF2B5EF4-FFF2-40B4-BE49-F238E27FC236}">
                <a16:creationId xmlns:a16="http://schemas.microsoft.com/office/drawing/2014/main" id="{8959F134-7DD2-F301-23BD-823F30AAD786}"/>
              </a:ext>
            </a:extLst>
          </p:cNvPr>
          <p:cNvCxnSpPr>
            <a:cxnSpLocks/>
            <a:endCxn id="6" idx="1"/>
          </p:cNvCxnSpPr>
          <p:nvPr/>
        </p:nvCxnSpPr>
        <p:spPr>
          <a:xfrm flipV="1">
            <a:off x="3203848" y="2575145"/>
            <a:ext cx="1080120" cy="1861967"/>
          </a:xfrm>
          <a:prstGeom prst="line">
            <a:avLst/>
          </a:prstGeom>
          <a:ln w="46990">
            <a:headEnd type="oval"/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014491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01192F4F-56EE-6517-75F7-864E3F2272C9}"/>
              </a:ext>
            </a:extLst>
          </p:cNvPr>
          <p:cNvSpPr/>
          <p:nvPr/>
        </p:nvSpPr>
        <p:spPr>
          <a:xfrm>
            <a:off x="611560" y="1871768"/>
            <a:ext cx="4402167" cy="667875"/>
          </a:xfrm>
          <a:prstGeom prst="rect">
            <a:avLst/>
          </a:prstGeom>
        </p:spPr>
        <p:txBody>
          <a:bodyPr wrap="none">
            <a:spAutoFit/>
            <a:scene3d>
              <a:camera prst="orthographicFront"/>
              <a:lightRig rig="threePt" dir="t"/>
            </a:scene3d>
            <a:sp3d>
              <a:bevelT w="0"/>
            </a:sp3d>
          </a:bodyPr>
          <a:lstStyle/>
          <a:p>
            <a:pPr>
              <a:lnSpc>
                <a:spcPct val="110000"/>
              </a:lnSpc>
              <a:spcAft>
                <a:spcPts val="300"/>
              </a:spcAft>
            </a:pPr>
            <a:r>
              <a:rPr lang="ko-KR" altLang="en-US" sz="3400" b="1" spc="-150">
                <a:solidFill>
                  <a:schemeClr val="accent4">
                    <a:lumMod val="50000"/>
                  </a:schemeClr>
                </a:solidFill>
                <a:ea typeface="맑은 고딕" panose="020B0503020000020004" pitchFamily="50" charset="-127"/>
                <a:cs typeface="+mj-cs"/>
              </a:rPr>
              <a:t>프로그램</a:t>
            </a:r>
            <a:r>
              <a:rPr lang="en-US" altLang="ko-KR" sz="3400" b="1" spc="-150">
                <a:solidFill>
                  <a:schemeClr val="accent4">
                    <a:lumMod val="50000"/>
                  </a:schemeClr>
                </a:solidFill>
                <a:ea typeface="맑은 고딕" panose="020B0503020000020004" pitchFamily="50" charset="-127"/>
                <a:cs typeface="+mj-cs"/>
              </a:rPr>
              <a:t> </a:t>
            </a:r>
            <a:r>
              <a:rPr lang="ko-KR" altLang="en-US" sz="3400" b="1" spc="-150">
                <a:solidFill>
                  <a:schemeClr val="accent4">
                    <a:lumMod val="50000"/>
                  </a:schemeClr>
                </a:solidFill>
                <a:ea typeface="맑은 고딕" panose="020B0503020000020004" pitchFamily="50" charset="-127"/>
                <a:cs typeface="+mj-cs"/>
              </a:rPr>
              <a:t>실습 문제 </a:t>
            </a:r>
            <a:r>
              <a:rPr lang="en-US" altLang="ko-KR" sz="3400" b="1" spc="-150">
                <a:solidFill>
                  <a:schemeClr val="accent4">
                    <a:lumMod val="50000"/>
                  </a:schemeClr>
                </a:solidFill>
                <a:ea typeface="맑은 고딕" panose="020B0503020000020004" pitchFamily="50" charset="-127"/>
                <a:cs typeface="+mj-cs"/>
              </a:rPr>
              <a:t>#1</a:t>
            </a:r>
            <a:endParaRPr lang="ko-KR" altLang="en-US" sz="3400" b="1" spc="-150">
              <a:solidFill>
                <a:schemeClr val="accent4">
                  <a:lumMod val="50000"/>
                </a:schemeClr>
              </a:solidFill>
              <a:ea typeface="맑은 고딕" panose="020B0503020000020004" pitchFamily="50" charset="-127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39781975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34A835A-87A3-C872-619B-9521BAC153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프로그램 실습 문제 </a:t>
            </a:r>
            <a:r>
              <a:rPr lang="en-US" altLang="ko-KR"/>
              <a:t>#1</a:t>
            </a:r>
            <a:endParaRPr lang="ko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F240BEC-5C50-9D76-B093-BCA234FCB7D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/>
              <a:t>새로운 도서 목록 페이지를 생성해보자</a:t>
            </a:r>
            <a:r>
              <a:rPr lang="en-US" altLang="ko-KR"/>
              <a:t>.(booklist.php)</a:t>
            </a:r>
          </a:p>
          <a:p>
            <a:r>
              <a:rPr lang="en-US" altLang="ko-KR"/>
              <a:t>orderlist4.php</a:t>
            </a:r>
            <a:r>
              <a:rPr lang="ko-KR" altLang="en-US"/>
              <a:t>와 </a:t>
            </a:r>
            <a:r>
              <a:rPr lang="en-US" altLang="ko-KR"/>
              <a:t>insertbook.php</a:t>
            </a:r>
            <a:r>
              <a:rPr lang="ko-KR" altLang="en-US"/>
              <a:t>를 참조해서 작성하시오</a:t>
            </a:r>
            <a:r>
              <a:rPr lang="en-US" altLang="ko-KR"/>
              <a:t>.</a:t>
            </a:r>
          </a:p>
          <a:p>
            <a:endParaRPr lang="ko-KR" altLang="en-US"/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37113" y="1988840"/>
            <a:ext cx="3526897" cy="4629902"/>
          </a:xfrm>
          <a:prstGeom prst="rect">
            <a:avLst/>
          </a:prstGeom>
          <a:ln>
            <a:solidFill>
              <a:schemeClr val="bg1">
                <a:lumMod val="50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B9677AC1-C23A-60DD-9AB3-F281FF860DE7}"/>
              </a:ext>
            </a:extLst>
          </p:cNvPr>
          <p:cNvSpPr txBox="1"/>
          <p:nvPr/>
        </p:nvSpPr>
        <p:spPr>
          <a:xfrm>
            <a:off x="4776873" y="2006040"/>
            <a:ext cx="1721497" cy="333973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Autofit/>
          </a:bodyPr>
          <a:lstStyle/>
          <a:p>
            <a:r>
              <a:rPr lang="en-US" altLang="ko-KR" sz="1600" b="1"/>
              <a:t>booklist.php</a:t>
            </a:r>
          </a:p>
        </p:txBody>
      </p:sp>
    </p:spTree>
    <p:extLst>
      <p:ext uri="{BB962C8B-B14F-4D97-AF65-F5344CB8AC3E}">
        <p14:creationId xmlns:p14="http://schemas.microsoft.com/office/powerpoint/2010/main" val="285642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76056" y="2364117"/>
            <a:ext cx="3334215" cy="3029373"/>
          </a:xfrm>
          <a:prstGeom prst="rect">
            <a:avLst/>
          </a:prstGeom>
          <a:ln>
            <a:solidFill>
              <a:schemeClr val="bg1">
                <a:lumMod val="50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034A835A-87A3-C872-619B-9521BAC153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프로그램 실습 문제 </a:t>
            </a:r>
            <a:r>
              <a:rPr lang="en-US" altLang="ko-KR"/>
              <a:t>#1</a:t>
            </a:r>
            <a:endParaRPr lang="ko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F240BEC-5C50-9D76-B093-BCA234FCB7D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/>
              <a:t>도서 등록 기능을 추가하자</a:t>
            </a:r>
            <a:r>
              <a:rPr lang="en-US" altLang="ko-KR"/>
              <a:t>(insertbook.php, action_insertbook.php)</a:t>
            </a:r>
            <a:endParaRPr lang="ko-KR" alt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B091F93-46DE-E278-77E3-801115DFC0B0}"/>
              </a:ext>
            </a:extLst>
          </p:cNvPr>
          <p:cNvSpPr txBox="1"/>
          <p:nvPr/>
        </p:nvSpPr>
        <p:spPr>
          <a:xfrm>
            <a:off x="5058959" y="2028886"/>
            <a:ext cx="1656704" cy="333973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Autofit/>
          </a:bodyPr>
          <a:lstStyle/>
          <a:p>
            <a:r>
              <a:rPr lang="en-US" altLang="ko-KR" sz="1400" b="1"/>
              <a:t>insertbook.php</a:t>
            </a:r>
          </a:p>
        </p:txBody>
      </p:sp>
      <p:pic>
        <p:nvPicPr>
          <p:cNvPr id="9" name="그림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5083" y="1854935"/>
            <a:ext cx="3526897" cy="4629902"/>
          </a:xfrm>
          <a:prstGeom prst="rect">
            <a:avLst/>
          </a:prstGeom>
          <a:ln>
            <a:solidFill>
              <a:schemeClr val="bg1">
                <a:lumMod val="50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B9677AC1-C23A-60DD-9AB3-F281FF860DE7}"/>
              </a:ext>
            </a:extLst>
          </p:cNvPr>
          <p:cNvSpPr txBox="1"/>
          <p:nvPr/>
        </p:nvSpPr>
        <p:spPr>
          <a:xfrm>
            <a:off x="858681" y="1478064"/>
            <a:ext cx="1577481" cy="333973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Autofit/>
          </a:bodyPr>
          <a:lstStyle/>
          <a:p>
            <a:r>
              <a:rPr lang="en-US" altLang="ko-KR" sz="1400" b="1"/>
              <a:t>booklist.php</a:t>
            </a:r>
          </a:p>
        </p:txBody>
      </p:sp>
      <p:cxnSp>
        <p:nvCxnSpPr>
          <p:cNvPr id="8" name="직선 연결선 7">
            <a:extLst>
              <a:ext uri="{FF2B5EF4-FFF2-40B4-BE49-F238E27FC236}">
                <a16:creationId xmlns:a16="http://schemas.microsoft.com/office/drawing/2014/main" id="{CE7441BA-55F9-125F-8A34-56036E1324A2}"/>
              </a:ext>
            </a:extLst>
          </p:cNvPr>
          <p:cNvCxnSpPr>
            <a:cxnSpLocks/>
          </p:cNvCxnSpPr>
          <p:nvPr/>
        </p:nvCxnSpPr>
        <p:spPr>
          <a:xfrm flipV="1">
            <a:off x="1835696" y="4054102"/>
            <a:ext cx="3600400" cy="2183210"/>
          </a:xfrm>
          <a:prstGeom prst="line">
            <a:avLst/>
          </a:prstGeom>
          <a:ln w="46990">
            <a:headEnd type="oval"/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370508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6900" y="1982140"/>
            <a:ext cx="3334215" cy="3029373"/>
          </a:xfrm>
          <a:prstGeom prst="rect">
            <a:avLst/>
          </a:prstGeom>
          <a:ln>
            <a:solidFill>
              <a:schemeClr val="bg1">
                <a:lumMod val="50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034A835A-87A3-C872-619B-9521BAC153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프로그램 실습 문제 </a:t>
            </a:r>
            <a:r>
              <a:rPr lang="en-US" altLang="ko-KR"/>
              <a:t>#1</a:t>
            </a:r>
            <a:endParaRPr lang="ko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F240BEC-5C50-9D76-B093-BCA234FCB7D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/>
              <a:t>도서 등록 기능을 추가하자</a:t>
            </a:r>
            <a:r>
              <a:rPr lang="en-US" altLang="ko-KR"/>
              <a:t>(insertbook.php, action_insertbook.php)</a:t>
            </a:r>
            <a:endParaRPr lang="ko-KR" alt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B091F93-46DE-E278-77E3-801115DFC0B0}"/>
              </a:ext>
            </a:extLst>
          </p:cNvPr>
          <p:cNvSpPr txBox="1"/>
          <p:nvPr/>
        </p:nvSpPr>
        <p:spPr>
          <a:xfrm>
            <a:off x="610694" y="1648167"/>
            <a:ext cx="1656704" cy="333973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Autofit/>
          </a:bodyPr>
          <a:lstStyle/>
          <a:p>
            <a:r>
              <a:rPr lang="en-US" altLang="ko-KR" sz="1400" b="1"/>
              <a:t>insertbook.php</a:t>
            </a:r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15621" y="2420888"/>
            <a:ext cx="4486175" cy="1394579"/>
          </a:xfrm>
          <a:prstGeom prst="rect">
            <a:avLst/>
          </a:prstGeom>
          <a:ln>
            <a:solidFill>
              <a:schemeClr val="bg1">
                <a:lumMod val="50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7B091F93-46DE-E278-77E3-801115DFC0B0}"/>
              </a:ext>
            </a:extLst>
          </p:cNvPr>
          <p:cNvSpPr txBox="1"/>
          <p:nvPr/>
        </p:nvSpPr>
        <p:spPr>
          <a:xfrm>
            <a:off x="4215620" y="2085975"/>
            <a:ext cx="2228587" cy="333973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Autofit/>
          </a:bodyPr>
          <a:lstStyle/>
          <a:p>
            <a:r>
              <a:rPr lang="en-US" altLang="ko-KR" sz="1400" b="1"/>
              <a:t>action_insertbook.php</a:t>
            </a:r>
          </a:p>
        </p:txBody>
      </p:sp>
      <p:cxnSp>
        <p:nvCxnSpPr>
          <p:cNvPr id="8" name="직선 연결선 7">
            <a:extLst>
              <a:ext uri="{FF2B5EF4-FFF2-40B4-BE49-F238E27FC236}">
                <a16:creationId xmlns:a16="http://schemas.microsoft.com/office/drawing/2014/main" id="{CE7441BA-55F9-125F-8A34-56036E1324A2}"/>
              </a:ext>
            </a:extLst>
          </p:cNvPr>
          <p:cNvCxnSpPr>
            <a:cxnSpLocks/>
            <a:endCxn id="4" idx="1"/>
          </p:cNvCxnSpPr>
          <p:nvPr/>
        </p:nvCxnSpPr>
        <p:spPr>
          <a:xfrm flipV="1">
            <a:off x="3779912" y="3118178"/>
            <a:ext cx="435709" cy="1318934"/>
          </a:xfrm>
          <a:prstGeom prst="line">
            <a:avLst/>
          </a:prstGeom>
          <a:ln w="46990">
            <a:headEnd type="oval"/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708447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그림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6585" y="1806268"/>
            <a:ext cx="3526897" cy="4629902"/>
          </a:xfrm>
          <a:prstGeom prst="rect">
            <a:avLst/>
          </a:prstGeom>
          <a:ln>
            <a:solidFill>
              <a:schemeClr val="bg1">
                <a:lumMod val="50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034A835A-87A3-C872-619B-9521BAC153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프로그램 실습 문제 </a:t>
            </a:r>
            <a:r>
              <a:rPr lang="en-US" altLang="ko-KR"/>
              <a:t>#1</a:t>
            </a:r>
            <a:endParaRPr lang="ko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F240BEC-5C50-9D76-B093-BCA234FCB7D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9552" y="1085503"/>
            <a:ext cx="8424936" cy="5472608"/>
          </a:xfrm>
        </p:spPr>
        <p:txBody>
          <a:bodyPr/>
          <a:lstStyle/>
          <a:p>
            <a:r>
              <a:rPr lang="ko-KR" altLang="en-US"/>
              <a:t>도서 재고 수정 기능을 추가하자</a:t>
            </a:r>
            <a:r>
              <a:rPr lang="en-US" altLang="ko-KR"/>
              <a:t>(updatebook.php,action_updatebook.php)</a:t>
            </a:r>
            <a:endParaRPr lang="ko-KR" altLang="en-US"/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3DF57F8C-CAC9-C9AD-89FD-75D4C6F7CCE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32040" y="2258365"/>
            <a:ext cx="3353268" cy="3534268"/>
          </a:xfrm>
          <a:prstGeom prst="rect">
            <a:avLst/>
          </a:prstGeom>
          <a:ln>
            <a:solidFill>
              <a:schemeClr val="bg1">
                <a:lumMod val="50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cxnSp>
        <p:nvCxnSpPr>
          <p:cNvPr id="8" name="직선 연결선 7">
            <a:extLst>
              <a:ext uri="{FF2B5EF4-FFF2-40B4-BE49-F238E27FC236}">
                <a16:creationId xmlns:a16="http://schemas.microsoft.com/office/drawing/2014/main" id="{CE7441BA-55F9-125F-8A34-56036E1324A2}"/>
              </a:ext>
            </a:extLst>
          </p:cNvPr>
          <p:cNvCxnSpPr>
            <a:cxnSpLocks/>
            <a:endCxn id="10" idx="1"/>
          </p:cNvCxnSpPr>
          <p:nvPr/>
        </p:nvCxnSpPr>
        <p:spPr>
          <a:xfrm>
            <a:off x="3419872" y="4025499"/>
            <a:ext cx="1512168" cy="0"/>
          </a:xfrm>
          <a:prstGeom prst="line">
            <a:avLst/>
          </a:prstGeom>
          <a:ln w="46990">
            <a:headEnd type="oval"/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B9677AC1-C23A-60DD-9AB3-F281FF860DE7}"/>
              </a:ext>
            </a:extLst>
          </p:cNvPr>
          <p:cNvSpPr txBox="1"/>
          <p:nvPr/>
        </p:nvSpPr>
        <p:spPr>
          <a:xfrm>
            <a:off x="646585" y="1472295"/>
            <a:ext cx="1433465" cy="333973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Autofit/>
          </a:bodyPr>
          <a:lstStyle/>
          <a:p>
            <a:r>
              <a:rPr lang="en-US" altLang="ko-KR" sz="1400" b="1"/>
              <a:t>booklist.php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B091F93-46DE-E278-77E3-801115DFC0B0}"/>
              </a:ext>
            </a:extLst>
          </p:cNvPr>
          <p:cNvSpPr txBox="1"/>
          <p:nvPr/>
        </p:nvSpPr>
        <p:spPr>
          <a:xfrm>
            <a:off x="4852662" y="1923452"/>
            <a:ext cx="1656704" cy="333973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Autofit/>
          </a:bodyPr>
          <a:lstStyle/>
          <a:p>
            <a:r>
              <a:rPr lang="en-US" altLang="ko-KR" sz="1400" b="1"/>
              <a:t>updatebook.php</a:t>
            </a:r>
          </a:p>
        </p:txBody>
      </p:sp>
    </p:spTree>
    <p:extLst>
      <p:ext uri="{BB962C8B-B14F-4D97-AF65-F5344CB8AC3E}">
        <p14:creationId xmlns:p14="http://schemas.microsoft.com/office/powerpoint/2010/main" val="9546621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66372" y="2564904"/>
            <a:ext cx="3810532" cy="2152950"/>
          </a:xfrm>
          <a:prstGeom prst="rect">
            <a:avLst/>
          </a:prstGeom>
          <a:ln>
            <a:solidFill>
              <a:schemeClr val="bg1">
                <a:lumMod val="50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034A835A-87A3-C872-619B-9521BAC153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프로그램 실습 문제 </a:t>
            </a:r>
            <a:r>
              <a:rPr lang="en-US" altLang="ko-KR"/>
              <a:t>#1</a:t>
            </a:r>
            <a:endParaRPr lang="ko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F240BEC-5C50-9D76-B093-BCA234FCB7D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9552" y="1085503"/>
            <a:ext cx="8424936" cy="5472608"/>
          </a:xfrm>
        </p:spPr>
        <p:txBody>
          <a:bodyPr/>
          <a:lstStyle/>
          <a:p>
            <a:r>
              <a:rPr lang="ko-KR" altLang="en-US"/>
              <a:t>도서 재고 수정 기능을 추가하자</a:t>
            </a:r>
            <a:r>
              <a:rPr lang="en-US" altLang="ko-KR"/>
              <a:t>(updatebook.php,action_updatebook.php)</a:t>
            </a:r>
            <a:endParaRPr lang="ko-KR" altLang="en-US"/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3DF57F8C-CAC9-C9AD-89FD-75D4C6F7CCE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5576" y="2054673"/>
            <a:ext cx="3353268" cy="3534268"/>
          </a:xfrm>
          <a:prstGeom prst="rect">
            <a:avLst/>
          </a:prstGeom>
          <a:ln>
            <a:solidFill>
              <a:schemeClr val="bg1">
                <a:lumMod val="50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cxnSp>
        <p:nvCxnSpPr>
          <p:cNvPr id="8" name="직선 연결선 7">
            <a:extLst>
              <a:ext uri="{FF2B5EF4-FFF2-40B4-BE49-F238E27FC236}">
                <a16:creationId xmlns:a16="http://schemas.microsoft.com/office/drawing/2014/main" id="{CE7441BA-55F9-125F-8A34-56036E1324A2}"/>
              </a:ext>
            </a:extLst>
          </p:cNvPr>
          <p:cNvCxnSpPr>
            <a:cxnSpLocks/>
            <a:endCxn id="4" idx="1"/>
          </p:cNvCxnSpPr>
          <p:nvPr/>
        </p:nvCxnSpPr>
        <p:spPr>
          <a:xfrm flipV="1">
            <a:off x="3921562" y="3641379"/>
            <a:ext cx="844810" cy="1394415"/>
          </a:xfrm>
          <a:prstGeom prst="line">
            <a:avLst/>
          </a:prstGeom>
          <a:ln w="46990">
            <a:headEnd type="oval"/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7B091F93-46DE-E278-77E3-801115DFC0B0}"/>
              </a:ext>
            </a:extLst>
          </p:cNvPr>
          <p:cNvSpPr txBox="1"/>
          <p:nvPr/>
        </p:nvSpPr>
        <p:spPr>
          <a:xfrm>
            <a:off x="755576" y="1719760"/>
            <a:ext cx="1656704" cy="333973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Autofit/>
          </a:bodyPr>
          <a:lstStyle/>
          <a:p>
            <a:r>
              <a:rPr lang="en-US" altLang="ko-KR" sz="1400" b="1"/>
              <a:t>updatebook.php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B091F93-46DE-E278-77E3-801115DFC0B0}"/>
              </a:ext>
            </a:extLst>
          </p:cNvPr>
          <p:cNvSpPr txBox="1"/>
          <p:nvPr/>
        </p:nvSpPr>
        <p:spPr>
          <a:xfrm>
            <a:off x="4728662" y="2215680"/>
            <a:ext cx="2363617" cy="333973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Autofit/>
          </a:bodyPr>
          <a:lstStyle/>
          <a:p>
            <a:r>
              <a:rPr lang="en-US" altLang="ko-KR" sz="1400" b="1"/>
              <a:t>action_updatebook.php</a:t>
            </a:r>
          </a:p>
        </p:txBody>
      </p:sp>
    </p:spTree>
    <p:extLst>
      <p:ext uri="{BB962C8B-B14F-4D97-AF65-F5344CB8AC3E}">
        <p14:creationId xmlns:p14="http://schemas.microsoft.com/office/powerpoint/2010/main" val="12788750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그림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7711" y="1763377"/>
            <a:ext cx="3526897" cy="4629902"/>
          </a:xfrm>
          <a:prstGeom prst="rect">
            <a:avLst/>
          </a:prstGeom>
          <a:ln>
            <a:solidFill>
              <a:schemeClr val="bg1">
                <a:lumMod val="50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034A835A-87A3-C872-619B-9521BAC153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프로그램 실습 문제 </a:t>
            </a:r>
            <a:r>
              <a:rPr lang="en-US" altLang="ko-KR"/>
              <a:t>#1</a:t>
            </a:r>
            <a:endParaRPr lang="ko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F240BEC-5C50-9D76-B093-BCA234FCB7D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/>
              <a:t>도서 삭제 기능을 추가하자</a:t>
            </a:r>
            <a:r>
              <a:rPr lang="en-US" altLang="ko-KR"/>
              <a:t>(deletebook.php,action_deletebook.php)</a:t>
            </a:r>
            <a:endParaRPr lang="ko-KR" altLang="en-US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5FF977B6-EAE2-4BB1-75B5-36FEBB45E0D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62610" y="2348881"/>
            <a:ext cx="3160269" cy="3312368"/>
          </a:xfrm>
          <a:prstGeom prst="rect">
            <a:avLst/>
          </a:prstGeom>
          <a:ln>
            <a:solidFill>
              <a:schemeClr val="bg1">
                <a:lumMod val="50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cxnSp>
        <p:nvCxnSpPr>
          <p:cNvPr id="8" name="직선 연결선 7">
            <a:extLst>
              <a:ext uri="{FF2B5EF4-FFF2-40B4-BE49-F238E27FC236}">
                <a16:creationId xmlns:a16="http://schemas.microsoft.com/office/drawing/2014/main" id="{CE7441BA-55F9-125F-8A34-56036E1324A2}"/>
              </a:ext>
            </a:extLst>
          </p:cNvPr>
          <p:cNvCxnSpPr>
            <a:cxnSpLocks/>
            <a:endCxn id="7" idx="1"/>
          </p:cNvCxnSpPr>
          <p:nvPr/>
        </p:nvCxnSpPr>
        <p:spPr>
          <a:xfrm>
            <a:off x="4035234" y="3933056"/>
            <a:ext cx="1227376" cy="72009"/>
          </a:xfrm>
          <a:prstGeom prst="line">
            <a:avLst/>
          </a:prstGeom>
          <a:ln w="46990">
            <a:headEnd type="oval"/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C8DCCCE4-A654-849C-ABDF-58B588FF7231}"/>
              </a:ext>
            </a:extLst>
          </p:cNvPr>
          <p:cNvSpPr txBox="1"/>
          <p:nvPr/>
        </p:nvSpPr>
        <p:spPr>
          <a:xfrm>
            <a:off x="586261" y="1429404"/>
            <a:ext cx="1433465" cy="333973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Autofit/>
          </a:bodyPr>
          <a:lstStyle/>
          <a:p>
            <a:r>
              <a:rPr lang="en-US" altLang="ko-KR" sz="1400" b="1"/>
              <a:t>booklist.php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C2C8E81-4A48-286B-D52D-33CE81BB067A}"/>
              </a:ext>
            </a:extLst>
          </p:cNvPr>
          <p:cNvSpPr txBox="1"/>
          <p:nvPr/>
        </p:nvSpPr>
        <p:spPr>
          <a:xfrm>
            <a:off x="5262610" y="2014908"/>
            <a:ext cx="1656704" cy="333973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Autofit/>
          </a:bodyPr>
          <a:lstStyle/>
          <a:p>
            <a:r>
              <a:rPr lang="en-US" altLang="ko-KR" sz="1400" b="1"/>
              <a:t>deletebook.php</a:t>
            </a:r>
          </a:p>
        </p:txBody>
      </p:sp>
    </p:spTree>
    <p:extLst>
      <p:ext uri="{BB962C8B-B14F-4D97-AF65-F5344CB8AC3E}">
        <p14:creationId xmlns:p14="http://schemas.microsoft.com/office/powerpoint/2010/main" val="39560560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34A835A-87A3-C872-619B-9521BAC153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프로그램 실습 문제 </a:t>
            </a:r>
            <a:r>
              <a:rPr lang="en-US" altLang="ko-KR"/>
              <a:t>#1</a:t>
            </a:r>
            <a:endParaRPr lang="ko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F240BEC-5C50-9D76-B093-BCA234FCB7D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/>
              <a:t>도서 삭제 기능을 추가하자</a:t>
            </a:r>
            <a:r>
              <a:rPr lang="en-US" altLang="ko-KR"/>
              <a:t>(deletebook.php,action_deletebook.php)</a:t>
            </a:r>
            <a:endParaRPr lang="ko-KR" altLang="en-US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5FF977B6-EAE2-4BB1-75B5-36FEBB45E0D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1651" y="2207939"/>
            <a:ext cx="3160269" cy="3312368"/>
          </a:xfrm>
          <a:prstGeom prst="rect">
            <a:avLst/>
          </a:prstGeom>
          <a:ln>
            <a:solidFill>
              <a:schemeClr val="bg1">
                <a:lumMod val="50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cxnSp>
        <p:nvCxnSpPr>
          <p:cNvPr id="8" name="직선 연결선 7">
            <a:extLst>
              <a:ext uri="{FF2B5EF4-FFF2-40B4-BE49-F238E27FC236}">
                <a16:creationId xmlns:a16="http://schemas.microsoft.com/office/drawing/2014/main" id="{CE7441BA-55F9-125F-8A34-56036E1324A2}"/>
              </a:ext>
            </a:extLst>
          </p:cNvPr>
          <p:cNvCxnSpPr>
            <a:cxnSpLocks/>
            <a:endCxn id="4" idx="1"/>
          </p:cNvCxnSpPr>
          <p:nvPr/>
        </p:nvCxnSpPr>
        <p:spPr>
          <a:xfrm flipV="1">
            <a:off x="3650097" y="3828077"/>
            <a:ext cx="1497967" cy="1114580"/>
          </a:xfrm>
          <a:prstGeom prst="line">
            <a:avLst/>
          </a:prstGeom>
          <a:ln w="46990">
            <a:headEnd type="oval"/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8C2C8E81-4A48-286B-D52D-33CE81BB067A}"/>
              </a:ext>
            </a:extLst>
          </p:cNvPr>
          <p:cNvSpPr txBox="1"/>
          <p:nvPr/>
        </p:nvSpPr>
        <p:spPr>
          <a:xfrm>
            <a:off x="683568" y="1873966"/>
            <a:ext cx="1656704" cy="333973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Autofit/>
          </a:bodyPr>
          <a:lstStyle/>
          <a:p>
            <a:r>
              <a:rPr lang="en-US" altLang="ko-KR" sz="1400" b="1"/>
              <a:t>deletebook.php</a:t>
            </a:r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48064" y="2713496"/>
            <a:ext cx="3191320" cy="2229161"/>
          </a:xfrm>
          <a:prstGeom prst="rect">
            <a:avLst/>
          </a:prstGeom>
          <a:ln>
            <a:solidFill>
              <a:schemeClr val="bg1">
                <a:lumMod val="50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8C2C8E81-4A48-286B-D52D-33CE81BB067A}"/>
              </a:ext>
            </a:extLst>
          </p:cNvPr>
          <p:cNvSpPr txBox="1"/>
          <p:nvPr/>
        </p:nvSpPr>
        <p:spPr>
          <a:xfrm>
            <a:off x="5159028" y="2379523"/>
            <a:ext cx="2221284" cy="333973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Autofit/>
          </a:bodyPr>
          <a:lstStyle/>
          <a:p>
            <a:r>
              <a:rPr lang="en-US" altLang="ko-KR" sz="1400" b="1"/>
              <a:t>action_deletebook.php</a:t>
            </a:r>
          </a:p>
        </p:txBody>
      </p:sp>
    </p:spTree>
    <p:extLst>
      <p:ext uri="{BB962C8B-B14F-4D97-AF65-F5344CB8AC3E}">
        <p14:creationId xmlns:p14="http://schemas.microsoft.com/office/powerpoint/2010/main" val="39040473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프로그램 실습 </a:t>
            </a:r>
            <a:r>
              <a:rPr lang="en-US" altLang="ko-KR"/>
              <a:t>#1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/>
              <a:t>도서 등록을 수행하는 </a:t>
            </a:r>
            <a:r>
              <a:rPr lang="en-US" altLang="ko-KR"/>
              <a:t>action_insertbook.php </a:t>
            </a:r>
            <a:r>
              <a:rPr lang="ko-KR" altLang="en-US"/>
              <a:t>생성</a:t>
            </a:r>
            <a:endParaRPr lang="en-US" altLang="ko-KR"/>
          </a:p>
          <a:p>
            <a:pPr lvl="1"/>
            <a:r>
              <a:rPr lang="en-US" altLang="ko-KR" sz="1400"/>
              <a:t>DB</a:t>
            </a:r>
            <a:r>
              <a:rPr lang="ko-KR" altLang="en-US" sz="1400"/>
              <a:t>와 연동되어서 수행되도록 </a:t>
            </a:r>
            <a:r>
              <a:rPr lang="en-US" altLang="ko-KR" sz="1400"/>
              <a:t>INSERT </a:t>
            </a:r>
            <a:r>
              <a:rPr lang="ko-KR" altLang="en-US" sz="1400"/>
              <a:t>쿼리 생성하기</a:t>
            </a:r>
            <a:endParaRPr lang="en-US" altLang="ko-KR" sz="1400"/>
          </a:p>
          <a:p>
            <a:pPr lvl="1"/>
            <a:r>
              <a:rPr lang="ko-KR" altLang="en-US" sz="1400"/>
              <a:t>테이블 이름은 </a:t>
            </a:r>
            <a:r>
              <a:rPr lang="en-US" altLang="ko-KR" sz="1400"/>
              <a:t>Book </a:t>
            </a:r>
            <a:r>
              <a:rPr lang="ko-KR" altLang="en-US" sz="1400"/>
              <a:t>이고 </a:t>
            </a:r>
            <a:r>
              <a:rPr lang="en-US" altLang="ko-KR" sz="1400"/>
              <a:t>id(primarykey) </a:t>
            </a:r>
            <a:r>
              <a:rPr lang="ko-KR" altLang="en-US" sz="1400"/>
              <a:t>는 </a:t>
            </a:r>
            <a:r>
              <a:rPr lang="en-US" altLang="ko-KR" sz="1400"/>
              <a:t>bookid </a:t>
            </a:r>
            <a:r>
              <a:rPr lang="ko-KR" altLang="en-US" sz="1400"/>
              <a:t>이다</a:t>
            </a:r>
            <a:r>
              <a:rPr lang="en-US" altLang="ko-KR" sz="1400"/>
              <a:t>.</a:t>
            </a:r>
          </a:p>
          <a:p>
            <a:endParaRPr lang="en-US" altLang="ko-KR"/>
          </a:p>
          <a:p>
            <a:r>
              <a:rPr lang="ko-KR" altLang="en-US"/>
              <a:t>도서 수정을 수행하는 </a:t>
            </a:r>
            <a:r>
              <a:rPr lang="en-US" altLang="ko-KR"/>
              <a:t>action_updatebook.php </a:t>
            </a:r>
            <a:r>
              <a:rPr lang="ko-KR" altLang="en-US"/>
              <a:t>생성</a:t>
            </a:r>
            <a:endParaRPr lang="en-US" altLang="ko-KR"/>
          </a:p>
          <a:p>
            <a:pPr lvl="1"/>
            <a:r>
              <a:rPr lang="en-US" altLang="ko-KR" sz="1400"/>
              <a:t>DB</a:t>
            </a:r>
            <a:r>
              <a:rPr lang="ko-KR" altLang="en-US" sz="1400"/>
              <a:t>와 연동되어서 수행되도록 </a:t>
            </a:r>
            <a:r>
              <a:rPr lang="en-US" altLang="ko-KR" sz="1400"/>
              <a:t>UPDATE </a:t>
            </a:r>
            <a:r>
              <a:rPr lang="ko-KR" altLang="en-US" sz="1400"/>
              <a:t>쿼리 생성하기</a:t>
            </a:r>
            <a:endParaRPr lang="en-US" altLang="ko-KR" sz="1400"/>
          </a:p>
          <a:p>
            <a:pPr lvl="1"/>
            <a:r>
              <a:rPr lang="ko-KR" altLang="en-US" sz="1400"/>
              <a:t>재고값만 수정하도록 한다</a:t>
            </a:r>
            <a:endParaRPr lang="en-US" altLang="ko-KR" sz="1400"/>
          </a:p>
          <a:p>
            <a:endParaRPr lang="en-US" altLang="ko-KR"/>
          </a:p>
          <a:p>
            <a:r>
              <a:rPr lang="ko-KR" altLang="en-US"/>
              <a:t>도서 삭제를 수행하는 </a:t>
            </a:r>
            <a:r>
              <a:rPr lang="en-US" altLang="ko-KR"/>
              <a:t>action_deletebook.php </a:t>
            </a:r>
            <a:r>
              <a:rPr lang="ko-KR" altLang="en-US"/>
              <a:t>생성</a:t>
            </a:r>
            <a:endParaRPr lang="en-US" altLang="ko-KR"/>
          </a:p>
          <a:p>
            <a:pPr lvl="1"/>
            <a:r>
              <a:rPr lang="en-US" altLang="ko-KR"/>
              <a:t>DB</a:t>
            </a:r>
            <a:r>
              <a:rPr lang="ko-KR" altLang="en-US"/>
              <a:t>와 연동되어서 수행되도록 </a:t>
            </a:r>
            <a:r>
              <a:rPr lang="en-US" altLang="ko-KR"/>
              <a:t>DELETE </a:t>
            </a:r>
            <a:r>
              <a:rPr lang="ko-KR" altLang="en-US"/>
              <a:t>쿼리 생성하기</a:t>
            </a:r>
            <a:endParaRPr lang="en-US" altLang="ko-KR"/>
          </a:p>
          <a:p>
            <a:pPr lvl="1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904761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01192F4F-56EE-6517-75F7-864E3F2272C9}"/>
              </a:ext>
            </a:extLst>
          </p:cNvPr>
          <p:cNvSpPr/>
          <p:nvPr/>
        </p:nvSpPr>
        <p:spPr>
          <a:xfrm>
            <a:off x="611560" y="1871768"/>
            <a:ext cx="4402167" cy="667875"/>
          </a:xfrm>
          <a:prstGeom prst="rect">
            <a:avLst/>
          </a:prstGeom>
        </p:spPr>
        <p:txBody>
          <a:bodyPr wrap="none">
            <a:spAutoFit/>
            <a:scene3d>
              <a:camera prst="orthographicFront"/>
              <a:lightRig rig="threePt" dir="t"/>
            </a:scene3d>
            <a:sp3d>
              <a:bevelT w="0"/>
            </a:sp3d>
          </a:bodyPr>
          <a:lstStyle/>
          <a:p>
            <a:pPr>
              <a:lnSpc>
                <a:spcPct val="110000"/>
              </a:lnSpc>
              <a:spcAft>
                <a:spcPts val="300"/>
              </a:spcAft>
            </a:pPr>
            <a:r>
              <a:rPr lang="ko-KR" altLang="en-US" sz="3400" b="1" spc="-150">
                <a:solidFill>
                  <a:schemeClr val="accent4">
                    <a:lumMod val="50000"/>
                  </a:schemeClr>
                </a:solidFill>
                <a:ea typeface="맑은 고딕" panose="020B0503020000020004" pitchFamily="50" charset="-127"/>
                <a:cs typeface="+mj-cs"/>
              </a:rPr>
              <a:t>프로그램</a:t>
            </a:r>
            <a:r>
              <a:rPr lang="en-US" altLang="ko-KR" sz="3400" b="1" spc="-150">
                <a:solidFill>
                  <a:schemeClr val="accent4">
                    <a:lumMod val="50000"/>
                  </a:schemeClr>
                </a:solidFill>
                <a:ea typeface="맑은 고딕" panose="020B0503020000020004" pitchFamily="50" charset="-127"/>
                <a:cs typeface="+mj-cs"/>
              </a:rPr>
              <a:t> </a:t>
            </a:r>
            <a:r>
              <a:rPr lang="ko-KR" altLang="en-US" sz="3400" b="1" spc="-150">
                <a:solidFill>
                  <a:schemeClr val="accent4">
                    <a:lumMod val="50000"/>
                  </a:schemeClr>
                </a:solidFill>
                <a:ea typeface="맑은 고딕" panose="020B0503020000020004" pitchFamily="50" charset="-127"/>
                <a:cs typeface="+mj-cs"/>
              </a:rPr>
              <a:t>실습 문제 </a:t>
            </a:r>
            <a:r>
              <a:rPr lang="en-US" altLang="ko-KR" sz="3400" b="1" spc="-150">
                <a:solidFill>
                  <a:schemeClr val="accent4">
                    <a:lumMod val="50000"/>
                  </a:schemeClr>
                </a:solidFill>
                <a:ea typeface="맑은 고딕" panose="020B0503020000020004" pitchFamily="50" charset="-127"/>
                <a:cs typeface="+mj-cs"/>
              </a:rPr>
              <a:t>#2</a:t>
            </a:r>
            <a:endParaRPr lang="ko-KR" altLang="en-US" sz="3400" b="1" spc="-150">
              <a:solidFill>
                <a:schemeClr val="accent4">
                  <a:lumMod val="50000"/>
                </a:schemeClr>
              </a:solidFill>
              <a:ea typeface="맑은 고딕" panose="020B0503020000020004" pitchFamily="50" charset="-127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11552219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제목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프로그램 실습 문제 </a:t>
            </a:r>
            <a:r>
              <a:rPr lang="en-US" altLang="ko-KR"/>
              <a:t>#2</a:t>
            </a:r>
            <a:endParaRPr lang="ko-KR" altLang="en-US"/>
          </a:p>
        </p:txBody>
      </p:sp>
      <p:sp>
        <p:nvSpPr>
          <p:cNvPr id="7" name="내용 개체 틀 6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/>
              <a:t>새로운 회원 목록 페이지를 생성하자</a:t>
            </a:r>
            <a:r>
              <a:rPr lang="en-US" altLang="ko-KR"/>
              <a:t>(customerlist.php)</a:t>
            </a:r>
          </a:p>
          <a:p>
            <a:r>
              <a:rPr lang="en-US" altLang="ko-KR"/>
              <a:t>booklist.php </a:t>
            </a:r>
            <a:r>
              <a:rPr lang="ko-KR" altLang="en-US"/>
              <a:t>참조</a:t>
            </a:r>
          </a:p>
        </p:txBody>
      </p:sp>
      <p:pic>
        <p:nvPicPr>
          <p:cNvPr id="9" name="그림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71206" y="1916832"/>
            <a:ext cx="6001588" cy="4020111"/>
          </a:xfrm>
          <a:prstGeom prst="rect">
            <a:avLst/>
          </a:prstGeom>
          <a:ln>
            <a:solidFill>
              <a:schemeClr val="accent6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23786456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그림 1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343" y="2098410"/>
            <a:ext cx="4656978" cy="3119436"/>
          </a:xfrm>
          <a:prstGeom prst="rect">
            <a:avLst/>
          </a:prstGeom>
          <a:ln>
            <a:solidFill>
              <a:schemeClr val="bg1">
                <a:lumMod val="50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034A835A-87A3-C872-619B-9521BAC153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프로그램 실습 문제 </a:t>
            </a:r>
            <a:r>
              <a:rPr lang="en-US" altLang="ko-KR"/>
              <a:t>#2</a:t>
            </a:r>
            <a:endParaRPr lang="ko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F240BEC-5C50-9D76-B093-BCA234FCB7D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/>
              <a:t>회원 등록 기능을 추가하자</a:t>
            </a:r>
            <a:r>
              <a:rPr lang="en-US" altLang="ko-KR"/>
              <a:t>(insertcustomer.php, action_insertcustomer.php)</a:t>
            </a:r>
          </a:p>
          <a:p>
            <a:r>
              <a:rPr lang="en-US" altLang="ko-KR"/>
              <a:t>insertbook.php </a:t>
            </a:r>
            <a:r>
              <a:rPr lang="ko-KR" altLang="en-US"/>
              <a:t>참조</a:t>
            </a:r>
            <a:endParaRPr lang="en-US" altLang="ko-KR"/>
          </a:p>
          <a:p>
            <a:endParaRPr lang="ko-KR" altLang="en-US"/>
          </a:p>
        </p:txBody>
      </p:sp>
      <p:cxnSp>
        <p:nvCxnSpPr>
          <p:cNvPr id="8" name="직선 연결선 7">
            <a:extLst>
              <a:ext uri="{FF2B5EF4-FFF2-40B4-BE49-F238E27FC236}">
                <a16:creationId xmlns:a16="http://schemas.microsoft.com/office/drawing/2014/main" id="{CE7441BA-55F9-125F-8A34-56036E1324A2}"/>
              </a:ext>
            </a:extLst>
          </p:cNvPr>
          <p:cNvCxnSpPr>
            <a:cxnSpLocks/>
            <a:endCxn id="4" idx="1"/>
          </p:cNvCxnSpPr>
          <p:nvPr/>
        </p:nvCxnSpPr>
        <p:spPr>
          <a:xfrm flipV="1">
            <a:off x="1691680" y="3552684"/>
            <a:ext cx="3888432" cy="1460492"/>
          </a:xfrm>
          <a:prstGeom prst="line">
            <a:avLst/>
          </a:prstGeom>
          <a:ln w="46990">
            <a:headEnd type="oval"/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pic>
        <p:nvPicPr>
          <p:cNvPr id="4" name="그림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80112" y="2204864"/>
            <a:ext cx="2664296" cy="2695640"/>
          </a:xfrm>
          <a:prstGeom prst="rect">
            <a:avLst/>
          </a:prstGeom>
          <a:ln>
            <a:solidFill>
              <a:schemeClr val="bg1">
                <a:lumMod val="50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7604627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그림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343" y="2098410"/>
            <a:ext cx="4656978" cy="3119436"/>
          </a:xfrm>
          <a:prstGeom prst="rect">
            <a:avLst/>
          </a:prstGeom>
          <a:ln>
            <a:solidFill>
              <a:schemeClr val="bg1">
                <a:lumMod val="50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6" name="그림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78288" y="2087382"/>
            <a:ext cx="2826160" cy="2952328"/>
          </a:xfrm>
          <a:prstGeom prst="rect">
            <a:avLst/>
          </a:prstGeom>
          <a:ln>
            <a:solidFill>
              <a:schemeClr val="bg1">
                <a:lumMod val="50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034A835A-87A3-C872-619B-9521BAC153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프로그램 실습 문제 </a:t>
            </a:r>
            <a:r>
              <a:rPr lang="en-US" altLang="ko-KR"/>
              <a:t>#2</a:t>
            </a:r>
            <a:endParaRPr lang="ko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F240BEC-5C50-9D76-B093-BCA234FCB7D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/>
              <a:t>회원 수정 기능을 추가하자</a:t>
            </a:r>
            <a:r>
              <a:rPr lang="en-US" altLang="ko-KR"/>
              <a:t>(updatecustomer.php, action_updatecustomer.php)</a:t>
            </a:r>
          </a:p>
          <a:p>
            <a:r>
              <a:rPr lang="en-US" altLang="ko-KR"/>
              <a:t>updatebook.php </a:t>
            </a:r>
            <a:r>
              <a:rPr lang="ko-KR" altLang="en-US"/>
              <a:t>참조</a:t>
            </a:r>
            <a:endParaRPr lang="en-US" altLang="ko-KR"/>
          </a:p>
          <a:p>
            <a:endParaRPr lang="ko-KR" altLang="en-US"/>
          </a:p>
        </p:txBody>
      </p:sp>
      <p:cxnSp>
        <p:nvCxnSpPr>
          <p:cNvPr id="8" name="직선 연결선 7">
            <a:extLst>
              <a:ext uri="{FF2B5EF4-FFF2-40B4-BE49-F238E27FC236}">
                <a16:creationId xmlns:a16="http://schemas.microsoft.com/office/drawing/2014/main" id="{CE7441BA-55F9-125F-8A34-56036E1324A2}"/>
              </a:ext>
            </a:extLst>
          </p:cNvPr>
          <p:cNvCxnSpPr>
            <a:cxnSpLocks/>
            <a:endCxn id="6" idx="1"/>
          </p:cNvCxnSpPr>
          <p:nvPr/>
        </p:nvCxnSpPr>
        <p:spPr>
          <a:xfrm>
            <a:off x="1403648" y="3429000"/>
            <a:ext cx="4374640" cy="134546"/>
          </a:xfrm>
          <a:prstGeom prst="line">
            <a:avLst/>
          </a:prstGeom>
          <a:ln w="46990">
            <a:headEnd type="oval"/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764904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그림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343" y="2098410"/>
            <a:ext cx="4656978" cy="3119436"/>
          </a:xfrm>
          <a:prstGeom prst="rect">
            <a:avLst/>
          </a:prstGeom>
          <a:ln>
            <a:solidFill>
              <a:schemeClr val="bg1">
                <a:lumMod val="50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034A835A-87A3-C872-619B-9521BAC153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프로그램 실습 문제 </a:t>
            </a:r>
            <a:r>
              <a:rPr lang="en-US" altLang="ko-KR"/>
              <a:t>#2</a:t>
            </a:r>
            <a:endParaRPr lang="ko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F240BEC-5C50-9D76-B093-BCA234FCB7D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/>
              <a:t>회원 삭제 기능을 추가하자</a:t>
            </a:r>
            <a:r>
              <a:rPr lang="en-US" altLang="ko-KR"/>
              <a:t>(deletecustomer.php, action_deletecustomer.php)</a:t>
            </a:r>
          </a:p>
          <a:p>
            <a:r>
              <a:rPr lang="en-US" altLang="ko-KR"/>
              <a:t>deletebook.php </a:t>
            </a:r>
            <a:r>
              <a:rPr lang="ko-KR" altLang="en-US"/>
              <a:t>참조</a:t>
            </a:r>
            <a:endParaRPr lang="en-US" altLang="ko-KR"/>
          </a:p>
          <a:p>
            <a:endParaRPr lang="ko-KR" altLang="en-US"/>
          </a:p>
        </p:txBody>
      </p:sp>
      <p:cxnSp>
        <p:nvCxnSpPr>
          <p:cNvPr id="8" name="직선 연결선 7">
            <a:extLst>
              <a:ext uri="{FF2B5EF4-FFF2-40B4-BE49-F238E27FC236}">
                <a16:creationId xmlns:a16="http://schemas.microsoft.com/office/drawing/2014/main" id="{CE7441BA-55F9-125F-8A34-56036E1324A2}"/>
              </a:ext>
            </a:extLst>
          </p:cNvPr>
          <p:cNvCxnSpPr>
            <a:cxnSpLocks/>
            <a:endCxn id="6" idx="1"/>
          </p:cNvCxnSpPr>
          <p:nvPr/>
        </p:nvCxnSpPr>
        <p:spPr>
          <a:xfrm flipV="1">
            <a:off x="5148064" y="3658128"/>
            <a:ext cx="442354" cy="58904"/>
          </a:xfrm>
          <a:prstGeom prst="line">
            <a:avLst/>
          </a:prstGeom>
          <a:ln w="46990">
            <a:headEnd type="oval"/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pic>
        <p:nvPicPr>
          <p:cNvPr id="6" name="그림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90418" y="1995783"/>
            <a:ext cx="3191320" cy="3324689"/>
          </a:xfrm>
          <a:prstGeom prst="rect">
            <a:avLst/>
          </a:prstGeom>
          <a:ln>
            <a:solidFill>
              <a:schemeClr val="bg1">
                <a:lumMod val="50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4819563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txDef>
      <a:spPr/>
      <a:bodyPr vert="horz" lIns="91440" tIns="45720" rIns="91440" bIns="45720" rtlCol="0" anchor="ctr">
        <a:normAutofit/>
      </a:bodyPr>
      <a:lstStyle>
        <a:defPPr>
          <a:defRPr sz="3600" dirty="0" smtClean="0"/>
        </a:defPPr>
      </a:lstStyle>
    </a:txDef>
  </a:objectDefaults>
  <a:extraClrSchemeLst/>
</a:theme>
</file>

<file path=ppt/theme/theme2.xml><?xml version="1.0" encoding="utf-8"?>
<a:theme xmlns:a="http://schemas.openxmlformats.org/drawingml/2006/main" name="2_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txDef>
      <a:spPr/>
      <a:bodyPr vert="horz" lIns="91440" tIns="45720" rIns="91440" bIns="45720" rtlCol="0" anchor="ctr">
        <a:normAutofit/>
      </a:bodyPr>
      <a:lstStyle>
        <a:defPPr>
          <a:defRPr sz="3600" dirty="0" smtClean="0"/>
        </a:defPPr>
      </a:lstStyle>
    </a:txDef>
  </a:objectDefaults>
  <a:extraClrSchemeLst/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8779</TotalTime>
  <Words>323</Words>
  <Application>Microsoft Office PowerPoint</Application>
  <PresentationFormat>화면 슬라이드 쇼(4:3)</PresentationFormat>
  <Paragraphs>87</Paragraphs>
  <Slides>20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2</vt:i4>
      </vt:variant>
      <vt:variant>
        <vt:lpstr>슬라이드 제목</vt:lpstr>
      </vt:variant>
      <vt:variant>
        <vt:i4>20</vt:i4>
      </vt:variant>
    </vt:vector>
  </HeadingPairs>
  <TitlesOfParts>
    <vt:vector size="27" baseType="lpstr">
      <vt:lpstr>굴림</vt:lpstr>
      <vt:lpstr>맑은 고딕</vt:lpstr>
      <vt:lpstr>Arial</vt:lpstr>
      <vt:lpstr>Tahoma</vt:lpstr>
      <vt:lpstr>Wingdings</vt:lpstr>
      <vt:lpstr>Office 테마</vt:lpstr>
      <vt:lpstr>2_Office 테마</vt:lpstr>
      <vt:lpstr>PowerPoint 프레젠테이션</vt:lpstr>
      <vt:lpstr>PowerPoint 프레젠테이션</vt:lpstr>
      <vt:lpstr>프로그램 실습</vt:lpstr>
      <vt:lpstr>프로그램 실습</vt:lpstr>
      <vt:lpstr>프로그램 실습</vt:lpstr>
      <vt:lpstr>프로그램 실습</vt:lpstr>
      <vt:lpstr>PowerPoint 프레젠테이션</vt:lpstr>
      <vt:lpstr>프로그램 실습 문제 #1</vt:lpstr>
      <vt:lpstr>프로그램 실습 문제 #1</vt:lpstr>
      <vt:lpstr>프로그램 실습 문제 #1</vt:lpstr>
      <vt:lpstr>프로그램 실습 문제 #1</vt:lpstr>
      <vt:lpstr>프로그램 실습 문제 #1</vt:lpstr>
      <vt:lpstr>프로그램 실습 문제 #1</vt:lpstr>
      <vt:lpstr>프로그램 실습 문제 #1</vt:lpstr>
      <vt:lpstr>프로그램 실습 #1</vt:lpstr>
      <vt:lpstr>PowerPoint 프레젠테이션</vt:lpstr>
      <vt:lpstr>프로그램 실습 문제 #2</vt:lpstr>
      <vt:lpstr>프로그램 실습 문제 #2</vt:lpstr>
      <vt:lpstr>프로그램 실습 문제 #2</vt:lpstr>
      <vt:lpstr>프로그램 실습 문제 #2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김이화</dc:creator>
  <cp:lastModifiedBy>AI-00</cp:lastModifiedBy>
  <cp:revision>632</cp:revision>
  <cp:lastPrinted>2023-02-19T06:43:06Z</cp:lastPrinted>
  <dcterms:created xsi:type="dcterms:W3CDTF">2012-07-11T10:23:22Z</dcterms:created>
  <dcterms:modified xsi:type="dcterms:W3CDTF">2026-05-08T03:29:50Z</dcterms:modified>
</cp:coreProperties>
</file>