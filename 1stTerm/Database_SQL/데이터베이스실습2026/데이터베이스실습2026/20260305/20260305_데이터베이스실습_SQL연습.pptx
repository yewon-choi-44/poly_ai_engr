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revisionInfo.xml" ContentType="application/vnd.ms-powerpoint.revisioninfo+xml"/>
  <Override PartName="/ppt/changesInfos/changesInfo1.xml" ContentType="application/vnd.ms-powerpoint.changes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7"/>
  </p:notesMasterIdLst>
  <p:handoutMasterIdLst>
    <p:handoutMasterId r:id="rId18"/>
  </p:handoutMasterIdLst>
  <p:sldIdLst>
    <p:sldId id="465" r:id="rId2"/>
    <p:sldId id="448" r:id="rId3"/>
    <p:sldId id="490" r:id="rId4"/>
    <p:sldId id="491" r:id="rId5"/>
    <p:sldId id="466" r:id="rId6"/>
    <p:sldId id="480" r:id="rId7"/>
    <p:sldId id="467" r:id="rId8"/>
    <p:sldId id="481" r:id="rId9"/>
    <p:sldId id="482" r:id="rId10"/>
    <p:sldId id="483" r:id="rId11"/>
    <p:sldId id="471" r:id="rId12"/>
    <p:sldId id="484" r:id="rId13"/>
    <p:sldId id="488" r:id="rId14"/>
    <p:sldId id="472" r:id="rId15"/>
    <p:sldId id="489" r:id="rId16"/>
  </p:sldIdLst>
  <p:sldSz cx="9144000" cy="6858000" type="screen4x3"/>
  <p:notesSz cx="6888163" cy="10018713"/>
  <p:defaultTextStyle>
    <a:defPPr>
      <a:defRPr lang="ko-KR"/>
    </a:defPPr>
    <a:lvl1pPr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맑은 고딕" pitchFamily="50" charset="-127"/>
        <a:ea typeface="굴림" charset="-127"/>
        <a:cs typeface="+mn-cs"/>
      </a:defRPr>
    </a:lvl1pPr>
    <a:lvl2pPr marL="4572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맑은 고딕" pitchFamily="50" charset="-127"/>
        <a:ea typeface="굴림" charset="-127"/>
        <a:cs typeface="+mn-cs"/>
      </a:defRPr>
    </a:lvl2pPr>
    <a:lvl3pPr marL="9144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맑은 고딕" pitchFamily="50" charset="-127"/>
        <a:ea typeface="굴림" charset="-127"/>
        <a:cs typeface="+mn-cs"/>
      </a:defRPr>
    </a:lvl3pPr>
    <a:lvl4pPr marL="13716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맑은 고딕" pitchFamily="50" charset="-127"/>
        <a:ea typeface="굴림" charset="-127"/>
        <a:cs typeface="+mn-cs"/>
      </a:defRPr>
    </a:lvl4pPr>
    <a:lvl5pPr marL="18288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맑은 고딕" pitchFamily="50" charset="-127"/>
        <a:ea typeface="굴림" charset="-127"/>
        <a:cs typeface="+mn-cs"/>
      </a:defRPr>
    </a:lvl5pPr>
    <a:lvl6pPr marL="2286000" algn="l" defTabSz="914400" rtl="0" eaLnBrk="1" latinLnBrk="1" hangingPunct="1">
      <a:defRPr kumimoji="1" kern="1200">
        <a:solidFill>
          <a:schemeClr val="tx1"/>
        </a:solidFill>
        <a:latin typeface="맑은 고딕" pitchFamily="50" charset="-127"/>
        <a:ea typeface="굴림" charset="-127"/>
        <a:cs typeface="+mn-cs"/>
      </a:defRPr>
    </a:lvl6pPr>
    <a:lvl7pPr marL="2743200" algn="l" defTabSz="914400" rtl="0" eaLnBrk="1" latinLnBrk="1" hangingPunct="1">
      <a:defRPr kumimoji="1" kern="1200">
        <a:solidFill>
          <a:schemeClr val="tx1"/>
        </a:solidFill>
        <a:latin typeface="맑은 고딕" pitchFamily="50" charset="-127"/>
        <a:ea typeface="굴림" charset="-127"/>
        <a:cs typeface="+mn-cs"/>
      </a:defRPr>
    </a:lvl7pPr>
    <a:lvl8pPr marL="3200400" algn="l" defTabSz="914400" rtl="0" eaLnBrk="1" latinLnBrk="1" hangingPunct="1">
      <a:defRPr kumimoji="1" kern="1200">
        <a:solidFill>
          <a:schemeClr val="tx1"/>
        </a:solidFill>
        <a:latin typeface="맑은 고딕" pitchFamily="50" charset="-127"/>
        <a:ea typeface="굴림" charset="-127"/>
        <a:cs typeface="+mn-cs"/>
      </a:defRPr>
    </a:lvl8pPr>
    <a:lvl9pPr marL="3657600" algn="l" defTabSz="914400" rtl="0" eaLnBrk="1" latinLnBrk="1" hangingPunct="1">
      <a:defRPr kumimoji="1" kern="1200">
        <a:solidFill>
          <a:schemeClr val="tx1"/>
        </a:solidFill>
        <a:latin typeface="맑은 고딕" pitchFamily="50" charset="-127"/>
        <a:ea typeface="굴림" charset="-127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19">
          <p15:clr>
            <a:srgbClr val="A4A3A4"/>
          </p15:clr>
        </p15:guide>
        <p15:guide id="2" pos="158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56" userDrawn="1">
          <p15:clr>
            <a:srgbClr val="A4A3A4"/>
          </p15:clr>
        </p15:guide>
        <p15:guide id="2" pos="2170" userDrawn="1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변소현" initials="변" lastIdx="3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C77C3"/>
    <a:srgbClr val="65A9D9"/>
    <a:srgbClr val="F8F8F8"/>
    <a:srgbClr val="7F7F7F"/>
    <a:srgbClr val="50ABCC"/>
    <a:srgbClr val="3E699D"/>
    <a:srgbClr val="393939"/>
    <a:srgbClr val="344F6B"/>
    <a:srgbClr val="B5D5E4"/>
    <a:srgbClr val="62ADC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13875C0-5BC9-471D-A950-435F3F5DF368}" v="1" dt="2024-03-10T12:27:50.11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보통 스타일 2 - 강조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246" autoAdjust="0"/>
    <p:restoredTop sz="99281" autoAdjust="0"/>
  </p:normalViewPr>
  <p:slideViewPr>
    <p:cSldViewPr>
      <p:cViewPr varScale="1">
        <p:scale>
          <a:sx n="60" d="100"/>
          <a:sy n="60" d="100"/>
        </p:scale>
        <p:origin x="2130" y="66"/>
      </p:cViewPr>
      <p:guideLst>
        <p:guide orient="horz" pos="119"/>
        <p:guide pos="158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30" d="100"/>
        <a:sy n="30" d="100"/>
      </p:scale>
      <p:origin x="0" y="0"/>
    </p:cViewPr>
  </p:sorterViewPr>
  <p:notesViewPr>
    <p:cSldViewPr>
      <p:cViewPr varScale="1">
        <p:scale>
          <a:sx n="83" d="100"/>
          <a:sy n="83" d="100"/>
        </p:scale>
        <p:origin x="2872" y="64"/>
      </p:cViewPr>
      <p:guideLst>
        <p:guide orient="horz" pos="3156"/>
        <p:guide pos="217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5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commentAuthors" Target="commentAuthor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준영 장" userId="0c9b8532fd537bfe" providerId="LiveId" clId="{113875C0-5BC9-471D-A950-435F3F5DF368}"/>
    <pc:docChg chg="undo custSel addSld delSld modSld">
      <pc:chgData name="준영 장" userId="0c9b8532fd537bfe" providerId="LiveId" clId="{113875C0-5BC9-471D-A950-435F3F5DF368}" dt="2024-03-10T12:57:13.863" v="624" actId="692"/>
      <pc:docMkLst>
        <pc:docMk/>
      </pc:docMkLst>
      <pc:sldChg chg="del">
        <pc:chgData name="준영 장" userId="0c9b8532fd537bfe" providerId="LiveId" clId="{113875C0-5BC9-471D-A950-435F3F5DF368}" dt="2024-03-10T12:28:30.099" v="6" actId="47"/>
        <pc:sldMkLst>
          <pc:docMk/>
          <pc:sldMk cId="2789321763" sldId="384"/>
        </pc:sldMkLst>
      </pc:sldChg>
      <pc:sldChg chg="del">
        <pc:chgData name="준영 장" userId="0c9b8532fd537bfe" providerId="LiveId" clId="{113875C0-5BC9-471D-A950-435F3F5DF368}" dt="2024-03-10T12:28:30.099" v="6" actId="47"/>
        <pc:sldMkLst>
          <pc:docMk/>
          <pc:sldMk cId="4212015663" sldId="385"/>
        </pc:sldMkLst>
      </pc:sldChg>
      <pc:sldChg chg="del">
        <pc:chgData name="준영 장" userId="0c9b8532fd537bfe" providerId="LiveId" clId="{113875C0-5BC9-471D-A950-435F3F5DF368}" dt="2024-03-10T12:28:30.099" v="6" actId="47"/>
        <pc:sldMkLst>
          <pc:docMk/>
          <pc:sldMk cId="2172296476" sldId="386"/>
        </pc:sldMkLst>
      </pc:sldChg>
      <pc:sldChg chg="del">
        <pc:chgData name="준영 장" userId="0c9b8532fd537bfe" providerId="LiveId" clId="{113875C0-5BC9-471D-A950-435F3F5DF368}" dt="2024-03-10T12:28:30.099" v="6" actId="47"/>
        <pc:sldMkLst>
          <pc:docMk/>
          <pc:sldMk cId="1777240908" sldId="387"/>
        </pc:sldMkLst>
      </pc:sldChg>
      <pc:sldChg chg="del">
        <pc:chgData name="준영 장" userId="0c9b8532fd537bfe" providerId="LiveId" clId="{113875C0-5BC9-471D-A950-435F3F5DF368}" dt="2024-03-10T12:28:30.099" v="6" actId="47"/>
        <pc:sldMkLst>
          <pc:docMk/>
          <pc:sldMk cId="3914093828" sldId="388"/>
        </pc:sldMkLst>
      </pc:sldChg>
      <pc:sldChg chg="del">
        <pc:chgData name="준영 장" userId="0c9b8532fd537bfe" providerId="LiveId" clId="{113875C0-5BC9-471D-A950-435F3F5DF368}" dt="2024-03-10T12:28:30.099" v="6" actId="47"/>
        <pc:sldMkLst>
          <pc:docMk/>
          <pc:sldMk cId="1795100531" sldId="391"/>
        </pc:sldMkLst>
      </pc:sldChg>
      <pc:sldChg chg="del">
        <pc:chgData name="준영 장" userId="0c9b8532fd537bfe" providerId="LiveId" clId="{113875C0-5BC9-471D-A950-435F3F5DF368}" dt="2024-03-10T12:28:30.099" v="6" actId="47"/>
        <pc:sldMkLst>
          <pc:docMk/>
          <pc:sldMk cId="0" sldId="393"/>
        </pc:sldMkLst>
      </pc:sldChg>
      <pc:sldChg chg="del">
        <pc:chgData name="준영 장" userId="0c9b8532fd537bfe" providerId="LiveId" clId="{113875C0-5BC9-471D-A950-435F3F5DF368}" dt="2024-03-10T12:28:30.099" v="6" actId="47"/>
        <pc:sldMkLst>
          <pc:docMk/>
          <pc:sldMk cId="0" sldId="394"/>
        </pc:sldMkLst>
      </pc:sldChg>
      <pc:sldChg chg="del">
        <pc:chgData name="준영 장" userId="0c9b8532fd537bfe" providerId="LiveId" clId="{113875C0-5BC9-471D-A950-435F3F5DF368}" dt="2024-03-10T12:28:30.099" v="6" actId="47"/>
        <pc:sldMkLst>
          <pc:docMk/>
          <pc:sldMk cId="0" sldId="395"/>
        </pc:sldMkLst>
      </pc:sldChg>
      <pc:sldChg chg="del">
        <pc:chgData name="준영 장" userId="0c9b8532fd537bfe" providerId="LiveId" clId="{113875C0-5BC9-471D-A950-435F3F5DF368}" dt="2024-03-10T12:28:30.099" v="6" actId="47"/>
        <pc:sldMkLst>
          <pc:docMk/>
          <pc:sldMk cId="0" sldId="396"/>
        </pc:sldMkLst>
      </pc:sldChg>
      <pc:sldChg chg="del">
        <pc:chgData name="준영 장" userId="0c9b8532fd537bfe" providerId="LiveId" clId="{113875C0-5BC9-471D-A950-435F3F5DF368}" dt="2024-03-10T12:28:30.099" v="6" actId="47"/>
        <pc:sldMkLst>
          <pc:docMk/>
          <pc:sldMk cId="0" sldId="397"/>
        </pc:sldMkLst>
      </pc:sldChg>
      <pc:sldChg chg="del">
        <pc:chgData name="준영 장" userId="0c9b8532fd537bfe" providerId="LiveId" clId="{113875C0-5BC9-471D-A950-435F3F5DF368}" dt="2024-03-10T12:28:30.099" v="6" actId="47"/>
        <pc:sldMkLst>
          <pc:docMk/>
          <pc:sldMk cId="0" sldId="398"/>
        </pc:sldMkLst>
      </pc:sldChg>
      <pc:sldChg chg="del">
        <pc:chgData name="준영 장" userId="0c9b8532fd537bfe" providerId="LiveId" clId="{113875C0-5BC9-471D-A950-435F3F5DF368}" dt="2024-03-10T12:28:30.099" v="6" actId="47"/>
        <pc:sldMkLst>
          <pc:docMk/>
          <pc:sldMk cId="0" sldId="399"/>
        </pc:sldMkLst>
      </pc:sldChg>
      <pc:sldChg chg="del">
        <pc:chgData name="준영 장" userId="0c9b8532fd537bfe" providerId="LiveId" clId="{113875C0-5BC9-471D-A950-435F3F5DF368}" dt="2024-03-10T12:28:30.099" v="6" actId="47"/>
        <pc:sldMkLst>
          <pc:docMk/>
          <pc:sldMk cId="0" sldId="400"/>
        </pc:sldMkLst>
      </pc:sldChg>
      <pc:sldChg chg="del">
        <pc:chgData name="준영 장" userId="0c9b8532fd537bfe" providerId="LiveId" clId="{113875C0-5BC9-471D-A950-435F3F5DF368}" dt="2024-03-10T12:28:30.099" v="6" actId="47"/>
        <pc:sldMkLst>
          <pc:docMk/>
          <pc:sldMk cId="0" sldId="401"/>
        </pc:sldMkLst>
      </pc:sldChg>
      <pc:sldChg chg="del">
        <pc:chgData name="준영 장" userId="0c9b8532fd537bfe" providerId="LiveId" clId="{113875C0-5BC9-471D-A950-435F3F5DF368}" dt="2024-03-10T12:28:30.099" v="6" actId="47"/>
        <pc:sldMkLst>
          <pc:docMk/>
          <pc:sldMk cId="1777240908" sldId="402"/>
        </pc:sldMkLst>
      </pc:sldChg>
      <pc:sldChg chg="del">
        <pc:chgData name="준영 장" userId="0c9b8532fd537bfe" providerId="LiveId" clId="{113875C0-5BC9-471D-A950-435F3F5DF368}" dt="2024-03-10T12:28:30.099" v="6" actId="47"/>
        <pc:sldMkLst>
          <pc:docMk/>
          <pc:sldMk cId="0" sldId="403"/>
        </pc:sldMkLst>
      </pc:sldChg>
      <pc:sldChg chg="del">
        <pc:chgData name="준영 장" userId="0c9b8532fd537bfe" providerId="LiveId" clId="{113875C0-5BC9-471D-A950-435F3F5DF368}" dt="2024-03-10T12:28:30.099" v="6" actId="47"/>
        <pc:sldMkLst>
          <pc:docMk/>
          <pc:sldMk cId="0" sldId="404"/>
        </pc:sldMkLst>
      </pc:sldChg>
      <pc:sldChg chg="del">
        <pc:chgData name="준영 장" userId="0c9b8532fd537bfe" providerId="LiveId" clId="{113875C0-5BC9-471D-A950-435F3F5DF368}" dt="2024-03-10T12:28:30.099" v="6" actId="47"/>
        <pc:sldMkLst>
          <pc:docMk/>
          <pc:sldMk cId="0" sldId="405"/>
        </pc:sldMkLst>
      </pc:sldChg>
      <pc:sldChg chg="del">
        <pc:chgData name="준영 장" userId="0c9b8532fd537bfe" providerId="LiveId" clId="{113875C0-5BC9-471D-A950-435F3F5DF368}" dt="2024-03-10T12:28:30.099" v="6" actId="47"/>
        <pc:sldMkLst>
          <pc:docMk/>
          <pc:sldMk cId="0" sldId="406"/>
        </pc:sldMkLst>
      </pc:sldChg>
      <pc:sldChg chg="del">
        <pc:chgData name="준영 장" userId="0c9b8532fd537bfe" providerId="LiveId" clId="{113875C0-5BC9-471D-A950-435F3F5DF368}" dt="2024-03-10T12:28:30.099" v="6" actId="47"/>
        <pc:sldMkLst>
          <pc:docMk/>
          <pc:sldMk cId="0" sldId="407"/>
        </pc:sldMkLst>
      </pc:sldChg>
      <pc:sldChg chg="del">
        <pc:chgData name="준영 장" userId="0c9b8532fd537bfe" providerId="LiveId" clId="{113875C0-5BC9-471D-A950-435F3F5DF368}" dt="2024-03-10T12:28:30.099" v="6" actId="47"/>
        <pc:sldMkLst>
          <pc:docMk/>
          <pc:sldMk cId="0" sldId="408"/>
        </pc:sldMkLst>
      </pc:sldChg>
      <pc:sldChg chg="add del">
        <pc:chgData name="준영 장" userId="0c9b8532fd537bfe" providerId="LiveId" clId="{113875C0-5BC9-471D-A950-435F3F5DF368}" dt="2024-03-10T12:55:26.544" v="603" actId="47"/>
        <pc:sldMkLst>
          <pc:docMk/>
          <pc:sldMk cId="0" sldId="409"/>
        </pc:sldMkLst>
      </pc:sldChg>
      <pc:sldChg chg="del">
        <pc:chgData name="준영 장" userId="0c9b8532fd537bfe" providerId="LiveId" clId="{113875C0-5BC9-471D-A950-435F3F5DF368}" dt="2024-03-10T12:28:30.099" v="6" actId="47"/>
        <pc:sldMkLst>
          <pc:docMk/>
          <pc:sldMk cId="0" sldId="410"/>
        </pc:sldMkLst>
      </pc:sldChg>
      <pc:sldChg chg="del">
        <pc:chgData name="준영 장" userId="0c9b8532fd537bfe" providerId="LiveId" clId="{113875C0-5BC9-471D-A950-435F3F5DF368}" dt="2024-03-10T12:28:30.099" v="6" actId="47"/>
        <pc:sldMkLst>
          <pc:docMk/>
          <pc:sldMk cId="0" sldId="411"/>
        </pc:sldMkLst>
      </pc:sldChg>
      <pc:sldChg chg="del">
        <pc:chgData name="준영 장" userId="0c9b8532fd537bfe" providerId="LiveId" clId="{113875C0-5BC9-471D-A950-435F3F5DF368}" dt="2024-03-10T12:28:30.099" v="6" actId="47"/>
        <pc:sldMkLst>
          <pc:docMk/>
          <pc:sldMk cId="0" sldId="412"/>
        </pc:sldMkLst>
      </pc:sldChg>
      <pc:sldChg chg="del">
        <pc:chgData name="준영 장" userId="0c9b8532fd537bfe" providerId="LiveId" clId="{113875C0-5BC9-471D-A950-435F3F5DF368}" dt="2024-03-10T12:28:30.099" v="6" actId="47"/>
        <pc:sldMkLst>
          <pc:docMk/>
          <pc:sldMk cId="0" sldId="413"/>
        </pc:sldMkLst>
      </pc:sldChg>
      <pc:sldChg chg="del">
        <pc:chgData name="준영 장" userId="0c9b8532fd537bfe" providerId="LiveId" clId="{113875C0-5BC9-471D-A950-435F3F5DF368}" dt="2024-03-10T12:28:30.099" v="6" actId="47"/>
        <pc:sldMkLst>
          <pc:docMk/>
          <pc:sldMk cId="0" sldId="414"/>
        </pc:sldMkLst>
      </pc:sldChg>
      <pc:sldChg chg="del">
        <pc:chgData name="준영 장" userId="0c9b8532fd537bfe" providerId="LiveId" clId="{113875C0-5BC9-471D-A950-435F3F5DF368}" dt="2024-03-10T12:28:30.099" v="6" actId="47"/>
        <pc:sldMkLst>
          <pc:docMk/>
          <pc:sldMk cId="0" sldId="415"/>
        </pc:sldMkLst>
      </pc:sldChg>
      <pc:sldChg chg="del">
        <pc:chgData name="준영 장" userId="0c9b8532fd537bfe" providerId="LiveId" clId="{113875C0-5BC9-471D-A950-435F3F5DF368}" dt="2024-03-10T12:28:30.099" v="6" actId="47"/>
        <pc:sldMkLst>
          <pc:docMk/>
          <pc:sldMk cId="0" sldId="416"/>
        </pc:sldMkLst>
      </pc:sldChg>
      <pc:sldChg chg="del">
        <pc:chgData name="준영 장" userId="0c9b8532fd537bfe" providerId="LiveId" clId="{113875C0-5BC9-471D-A950-435F3F5DF368}" dt="2024-03-10T12:28:30.099" v="6" actId="47"/>
        <pc:sldMkLst>
          <pc:docMk/>
          <pc:sldMk cId="0" sldId="417"/>
        </pc:sldMkLst>
      </pc:sldChg>
      <pc:sldChg chg="del">
        <pc:chgData name="준영 장" userId="0c9b8532fd537bfe" providerId="LiveId" clId="{113875C0-5BC9-471D-A950-435F3F5DF368}" dt="2024-03-10T12:28:30.099" v="6" actId="47"/>
        <pc:sldMkLst>
          <pc:docMk/>
          <pc:sldMk cId="0" sldId="418"/>
        </pc:sldMkLst>
      </pc:sldChg>
      <pc:sldChg chg="del">
        <pc:chgData name="준영 장" userId="0c9b8532fd537bfe" providerId="LiveId" clId="{113875C0-5BC9-471D-A950-435F3F5DF368}" dt="2024-03-10T12:28:30.099" v="6" actId="47"/>
        <pc:sldMkLst>
          <pc:docMk/>
          <pc:sldMk cId="1777240908" sldId="419"/>
        </pc:sldMkLst>
      </pc:sldChg>
      <pc:sldChg chg="del">
        <pc:chgData name="준영 장" userId="0c9b8532fd537bfe" providerId="LiveId" clId="{113875C0-5BC9-471D-A950-435F3F5DF368}" dt="2024-03-10T12:28:30.099" v="6" actId="47"/>
        <pc:sldMkLst>
          <pc:docMk/>
          <pc:sldMk cId="1777240908" sldId="420"/>
        </pc:sldMkLst>
      </pc:sldChg>
      <pc:sldChg chg="del">
        <pc:chgData name="준영 장" userId="0c9b8532fd537bfe" providerId="LiveId" clId="{113875C0-5BC9-471D-A950-435F3F5DF368}" dt="2024-03-10T12:28:30.099" v="6" actId="47"/>
        <pc:sldMkLst>
          <pc:docMk/>
          <pc:sldMk cId="1777240908" sldId="421"/>
        </pc:sldMkLst>
      </pc:sldChg>
      <pc:sldChg chg="add del">
        <pc:chgData name="준영 장" userId="0c9b8532fd537bfe" providerId="LiveId" clId="{113875C0-5BC9-471D-A950-435F3F5DF368}" dt="2024-03-10T12:28:30.099" v="6" actId="47"/>
        <pc:sldMkLst>
          <pc:docMk/>
          <pc:sldMk cId="0" sldId="422"/>
        </pc:sldMkLst>
      </pc:sldChg>
      <pc:sldChg chg="del">
        <pc:chgData name="준영 장" userId="0c9b8532fd537bfe" providerId="LiveId" clId="{113875C0-5BC9-471D-A950-435F3F5DF368}" dt="2024-03-10T12:28:30.099" v="6" actId="47"/>
        <pc:sldMkLst>
          <pc:docMk/>
          <pc:sldMk cId="0" sldId="423"/>
        </pc:sldMkLst>
      </pc:sldChg>
      <pc:sldChg chg="del">
        <pc:chgData name="준영 장" userId="0c9b8532fd537bfe" providerId="LiveId" clId="{113875C0-5BC9-471D-A950-435F3F5DF368}" dt="2024-03-10T12:28:30.099" v="6" actId="47"/>
        <pc:sldMkLst>
          <pc:docMk/>
          <pc:sldMk cId="0" sldId="424"/>
        </pc:sldMkLst>
      </pc:sldChg>
      <pc:sldChg chg="del">
        <pc:chgData name="준영 장" userId="0c9b8532fd537bfe" providerId="LiveId" clId="{113875C0-5BC9-471D-A950-435F3F5DF368}" dt="2024-03-10T12:28:30.099" v="6" actId="47"/>
        <pc:sldMkLst>
          <pc:docMk/>
          <pc:sldMk cId="1795100531" sldId="425"/>
        </pc:sldMkLst>
      </pc:sldChg>
      <pc:sldChg chg="del">
        <pc:chgData name="준영 장" userId="0c9b8532fd537bfe" providerId="LiveId" clId="{113875C0-5BC9-471D-A950-435F3F5DF368}" dt="2024-03-10T12:28:30.099" v="6" actId="47"/>
        <pc:sldMkLst>
          <pc:docMk/>
          <pc:sldMk cId="1777240908" sldId="426"/>
        </pc:sldMkLst>
      </pc:sldChg>
      <pc:sldChg chg="del">
        <pc:chgData name="준영 장" userId="0c9b8532fd537bfe" providerId="LiveId" clId="{113875C0-5BC9-471D-A950-435F3F5DF368}" dt="2024-03-10T12:28:30.099" v="6" actId="47"/>
        <pc:sldMkLst>
          <pc:docMk/>
          <pc:sldMk cId="1777240908" sldId="427"/>
        </pc:sldMkLst>
      </pc:sldChg>
      <pc:sldChg chg="del">
        <pc:chgData name="준영 장" userId="0c9b8532fd537bfe" providerId="LiveId" clId="{113875C0-5BC9-471D-A950-435F3F5DF368}" dt="2024-03-10T12:28:30.099" v="6" actId="47"/>
        <pc:sldMkLst>
          <pc:docMk/>
          <pc:sldMk cId="1795100531" sldId="428"/>
        </pc:sldMkLst>
      </pc:sldChg>
      <pc:sldChg chg="del">
        <pc:chgData name="준영 장" userId="0c9b8532fd537bfe" providerId="LiveId" clId="{113875C0-5BC9-471D-A950-435F3F5DF368}" dt="2024-03-10T12:28:30.099" v="6" actId="47"/>
        <pc:sldMkLst>
          <pc:docMk/>
          <pc:sldMk cId="1795100531" sldId="429"/>
        </pc:sldMkLst>
      </pc:sldChg>
      <pc:sldChg chg="del">
        <pc:chgData name="준영 장" userId="0c9b8532fd537bfe" providerId="LiveId" clId="{113875C0-5BC9-471D-A950-435F3F5DF368}" dt="2024-03-10T12:28:30.099" v="6" actId="47"/>
        <pc:sldMkLst>
          <pc:docMk/>
          <pc:sldMk cId="1795100531" sldId="430"/>
        </pc:sldMkLst>
      </pc:sldChg>
      <pc:sldChg chg="del">
        <pc:chgData name="준영 장" userId="0c9b8532fd537bfe" providerId="LiveId" clId="{113875C0-5BC9-471D-A950-435F3F5DF368}" dt="2024-03-10T12:28:30.099" v="6" actId="47"/>
        <pc:sldMkLst>
          <pc:docMk/>
          <pc:sldMk cId="1795100531" sldId="431"/>
        </pc:sldMkLst>
      </pc:sldChg>
      <pc:sldChg chg="del">
        <pc:chgData name="준영 장" userId="0c9b8532fd537bfe" providerId="LiveId" clId="{113875C0-5BC9-471D-A950-435F3F5DF368}" dt="2024-03-10T12:28:30.099" v="6" actId="47"/>
        <pc:sldMkLst>
          <pc:docMk/>
          <pc:sldMk cId="1777240908" sldId="432"/>
        </pc:sldMkLst>
      </pc:sldChg>
      <pc:sldChg chg="del">
        <pc:chgData name="준영 장" userId="0c9b8532fd537bfe" providerId="LiveId" clId="{113875C0-5BC9-471D-A950-435F3F5DF368}" dt="2024-03-10T12:28:30.099" v="6" actId="47"/>
        <pc:sldMkLst>
          <pc:docMk/>
          <pc:sldMk cId="1777240908" sldId="433"/>
        </pc:sldMkLst>
      </pc:sldChg>
      <pc:sldChg chg="del">
        <pc:chgData name="준영 장" userId="0c9b8532fd537bfe" providerId="LiveId" clId="{113875C0-5BC9-471D-A950-435F3F5DF368}" dt="2024-03-10T12:28:30.099" v="6" actId="47"/>
        <pc:sldMkLst>
          <pc:docMk/>
          <pc:sldMk cId="1777240908" sldId="434"/>
        </pc:sldMkLst>
      </pc:sldChg>
      <pc:sldChg chg="del">
        <pc:chgData name="준영 장" userId="0c9b8532fd537bfe" providerId="LiveId" clId="{113875C0-5BC9-471D-A950-435F3F5DF368}" dt="2024-03-10T12:28:30.099" v="6" actId="47"/>
        <pc:sldMkLst>
          <pc:docMk/>
          <pc:sldMk cId="0" sldId="435"/>
        </pc:sldMkLst>
      </pc:sldChg>
      <pc:sldChg chg="del">
        <pc:chgData name="준영 장" userId="0c9b8532fd537bfe" providerId="LiveId" clId="{113875C0-5BC9-471D-A950-435F3F5DF368}" dt="2024-03-10T12:28:30.099" v="6" actId="47"/>
        <pc:sldMkLst>
          <pc:docMk/>
          <pc:sldMk cId="0" sldId="436"/>
        </pc:sldMkLst>
      </pc:sldChg>
      <pc:sldChg chg="del">
        <pc:chgData name="준영 장" userId="0c9b8532fd537bfe" providerId="LiveId" clId="{113875C0-5BC9-471D-A950-435F3F5DF368}" dt="2024-03-10T12:28:30.099" v="6" actId="47"/>
        <pc:sldMkLst>
          <pc:docMk/>
          <pc:sldMk cId="0" sldId="437"/>
        </pc:sldMkLst>
      </pc:sldChg>
      <pc:sldChg chg="del">
        <pc:chgData name="준영 장" userId="0c9b8532fd537bfe" providerId="LiveId" clId="{113875C0-5BC9-471D-A950-435F3F5DF368}" dt="2024-03-10T12:28:30.099" v="6" actId="47"/>
        <pc:sldMkLst>
          <pc:docMk/>
          <pc:sldMk cId="0" sldId="438"/>
        </pc:sldMkLst>
      </pc:sldChg>
      <pc:sldChg chg="del">
        <pc:chgData name="준영 장" userId="0c9b8532fd537bfe" providerId="LiveId" clId="{113875C0-5BC9-471D-A950-435F3F5DF368}" dt="2024-03-10T12:28:30.099" v="6" actId="47"/>
        <pc:sldMkLst>
          <pc:docMk/>
          <pc:sldMk cId="0" sldId="439"/>
        </pc:sldMkLst>
      </pc:sldChg>
      <pc:sldChg chg="del">
        <pc:chgData name="준영 장" userId="0c9b8532fd537bfe" providerId="LiveId" clId="{113875C0-5BC9-471D-A950-435F3F5DF368}" dt="2024-03-10T12:28:30.099" v="6" actId="47"/>
        <pc:sldMkLst>
          <pc:docMk/>
          <pc:sldMk cId="0" sldId="440"/>
        </pc:sldMkLst>
      </pc:sldChg>
      <pc:sldChg chg="del">
        <pc:chgData name="준영 장" userId="0c9b8532fd537bfe" providerId="LiveId" clId="{113875C0-5BC9-471D-A950-435F3F5DF368}" dt="2024-03-10T12:28:30.099" v="6" actId="47"/>
        <pc:sldMkLst>
          <pc:docMk/>
          <pc:sldMk cId="0" sldId="444"/>
        </pc:sldMkLst>
      </pc:sldChg>
      <pc:sldChg chg="del">
        <pc:chgData name="준영 장" userId="0c9b8532fd537bfe" providerId="LiveId" clId="{113875C0-5BC9-471D-A950-435F3F5DF368}" dt="2024-03-10T12:28:30.099" v="6" actId="47"/>
        <pc:sldMkLst>
          <pc:docMk/>
          <pc:sldMk cId="4055139403" sldId="446"/>
        </pc:sldMkLst>
      </pc:sldChg>
      <pc:sldChg chg="del">
        <pc:chgData name="준영 장" userId="0c9b8532fd537bfe" providerId="LiveId" clId="{113875C0-5BC9-471D-A950-435F3F5DF368}" dt="2024-03-10T12:28:30.099" v="6" actId="47"/>
        <pc:sldMkLst>
          <pc:docMk/>
          <pc:sldMk cId="3702358898" sldId="447"/>
        </pc:sldMkLst>
      </pc:sldChg>
      <pc:sldChg chg="del">
        <pc:chgData name="준영 장" userId="0c9b8532fd537bfe" providerId="LiveId" clId="{113875C0-5BC9-471D-A950-435F3F5DF368}" dt="2024-03-10T12:26:07.681" v="0" actId="47"/>
        <pc:sldMkLst>
          <pc:docMk/>
          <pc:sldMk cId="3507391434" sldId="453"/>
        </pc:sldMkLst>
      </pc:sldChg>
      <pc:sldChg chg="del">
        <pc:chgData name="준영 장" userId="0c9b8532fd537bfe" providerId="LiveId" clId="{113875C0-5BC9-471D-A950-435F3F5DF368}" dt="2024-03-10T12:28:30.099" v="6" actId="47"/>
        <pc:sldMkLst>
          <pc:docMk/>
          <pc:sldMk cId="1912990262" sldId="454"/>
        </pc:sldMkLst>
      </pc:sldChg>
      <pc:sldChg chg="del">
        <pc:chgData name="준영 장" userId="0c9b8532fd537bfe" providerId="LiveId" clId="{113875C0-5BC9-471D-A950-435F3F5DF368}" dt="2024-03-10T12:28:30.099" v="6" actId="47"/>
        <pc:sldMkLst>
          <pc:docMk/>
          <pc:sldMk cId="458841069" sldId="455"/>
        </pc:sldMkLst>
      </pc:sldChg>
      <pc:sldChg chg="del">
        <pc:chgData name="준영 장" userId="0c9b8532fd537bfe" providerId="LiveId" clId="{113875C0-5BC9-471D-A950-435F3F5DF368}" dt="2024-03-10T12:28:30.099" v="6" actId="47"/>
        <pc:sldMkLst>
          <pc:docMk/>
          <pc:sldMk cId="3524662385" sldId="456"/>
        </pc:sldMkLst>
      </pc:sldChg>
      <pc:sldChg chg="del">
        <pc:chgData name="준영 장" userId="0c9b8532fd537bfe" providerId="LiveId" clId="{113875C0-5BC9-471D-A950-435F3F5DF368}" dt="2024-03-10T12:28:30.099" v="6" actId="47"/>
        <pc:sldMkLst>
          <pc:docMk/>
          <pc:sldMk cId="2652382871" sldId="457"/>
        </pc:sldMkLst>
      </pc:sldChg>
      <pc:sldChg chg="del">
        <pc:chgData name="준영 장" userId="0c9b8532fd537bfe" providerId="LiveId" clId="{113875C0-5BC9-471D-A950-435F3F5DF368}" dt="2024-03-10T12:28:30.099" v="6" actId="47"/>
        <pc:sldMkLst>
          <pc:docMk/>
          <pc:sldMk cId="477395993" sldId="458"/>
        </pc:sldMkLst>
      </pc:sldChg>
      <pc:sldChg chg="del">
        <pc:chgData name="준영 장" userId="0c9b8532fd537bfe" providerId="LiveId" clId="{113875C0-5BC9-471D-A950-435F3F5DF368}" dt="2024-03-10T12:28:30.099" v="6" actId="47"/>
        <pc:sldMkLst>
          <pc:docMk/>
          <pc:sldMk cId="2052748190" sldId="459"/>
        </pc:sldMkLst>
      </pc:sldChg>
      <pc:sldChg chg="del">
        <pc:chgData name="준영 장" userId="0c9b8532fd537bfe" providerId="LiveId" clId="{113875C0-5BC9-471D-A950-435F3F5DF368}" dt="2024-03-10T12:28:30.099" v="6" actId="47"/>
        <pc:sldMkLst>
          <pc:docMk/>
          <pc:sldMk cId="1994969506" sldId="460"/>
        </pc:sldMkLst>
      </pc:sldChg>
      <pc:sldChg chg="del">
        <pc:chgData name="준영 장" userId="0c9b8532fd537bfe" providerId="LiveId" clId="{113875C0-5BC9-471D-A950-435F3F5DF368}" dt="2024-03-10T12:28:30.099" v="6" actId="47"/>
        <pc:sldMkLst>
          <pc:docMk/>
          <pc:sldMk cId="2524916242" sldId="461"/>
        </pc:sldMkLst>
      </pc:sldChg>
      <pc:sldChg chg="del">
        <pc:chgData name="준영 장" userId="0c9b8532fd537bfe" providerId="LiveId" clId="{113875C0-5BC9-471D-A950-435F3F5DF368}" dt="2024-03-10T12:28:30.099" v="6" actId="47"/>
        <pc:sldMkLst>
          <pc:docMk/>
          <pc:sldMk cId="1533436599" sldId="463"/>
        </pc:sldMkLst>
      </pc:sldChg>
      <pc:sldChg chg="del">
        <pc:chgData name="준영 장" userId="0c9b8532fd537bfe" providerId="LiveId" clId="{113875C0-5BC9-471D-A950-435F3F5DF368}" dt="2024-03-10T12:28:30.099" v="6" actId="47"/>
        <pc:sldMkLst>
          <pc:docMk/>
          <pc:sldMk cId="3759765460" sldId="464"/>
        </pc:sldMkLst>
      </pc:sldChg>
      <pc:sldChg chg="add">
        <pc:chgData name="준영 장" userId="0c9b8532fd537bfe" providerId="LiveId" clId="{113875C0-5BC9-471D-A950-435F3F5DF368}" dt="2024-03-10T12:27:50.098" v="1"/>
        <pc:sldMkLst>
          <pc:docMk/>
          <pc:sldMk cId="1776594236" sldId="466"/>
        </pc:sldMkLst>
      </pc:sldChg>
      <pc:sldChg chg="addSp delSp modSp add mod">
        <pc:chgData name="준영 장" userId="0c9b8532fd537bfe" providerId="LiveId" clId="{113875C0-5BC9-471D-A950-435F3F5DF368}" dt="2024-03-10T12:52:16.103" v="581" actId="14861"/>
        <pc:sldMkLst>
          <pc:docMk/>
          <pc:sldMk cId="2524981150" sldId="467"/>
        </pc:sldMkLst>
        <pc:grpChg chg="del">
          <ac:chgData name="준영 장" userId="0c9b8532fd537bfe" providerId="LiveId" clId="{113875C0-5BC9-471D-A950-435F3F5DF368}" dt="2024-03-10T12:46:32.644" v="547" actId="478"/>
          <ac:grpSpMkLst>
            <pc:docMk/>
            <pc:sldMk cId="2524981150" sldId="467"/>
            <ac:grpSpMk id="7" creationId="{00000000-0000-0000-0000-000000000000}"/>
          </ac:grpSpMkLst>
        </pc:grpChg>
        <pc:graphicFrameChg chg="topLvl">
          <ac:chgData name="준영 장" userId="0c9b8532fd537bfe" providerId="LiveId" clId="{113875C0-5BC9-471D-A950-435F3F5DF368}" dt="2024-03-10T12:46:32.644" v="547" actId="478"/>
          <ac:graphicFrameMkLst>
            <pc:docMk/>
            <pc:sldMk cId="2524981150" sldId="467"/>
            <ac:graphicFrameMk id="24" creationId="{00000000-0000-0000-0000-000000000000}"/>
          </ac:graphicFrameMkLst>
        </pc:graphicFrameChg>
        <pc:picChg chg="del topLvl">
          <ac:chgData name="준영 장" userId="0c9b8532fd537bfe" providerId="LiveId" clId="{113875C0-5BC9-471D-A950-435F3F5DF368}" dt="2024-03-10T12:46:32.644" v="547" actId="478"/>
          <ac:picMkLst>
            <pc:docMk/>
            <pc:sldMk cId="2524981150" sldId="467"/>
            <ac:picMk id="2" creationId="{00000000-0000-0000-0000-000000000000}"/>
          </ac:picMkLst>
        </pc:picChg>
        <pc:picChg chg="del">
          <ac:chgData name="준영 장" userId="0c9b8532fd537bfe" providerId="LiveId" clId="{113875C0-5BC9-471D-A950-435F3F5DF368}" dt="2024-03-10T12:47:02.322" v="553" actId="478"/>
          <ac:picMkLst>
            <pc:docMk/>
            <pc:sldMk cId="2524981150" sldId="467"/>
            <ac:picMk id="3" creationId="{00000000-0000-0000-0000-000000000000}"/>
          </ac:picMkLst>
        </pc:picChg>
        <pc:picChg chg="add mod">
          <ac:chgData name="준영 장" userId="0c9b8532fd537bfe" providerId="LiveId" clId="{113875C0-5BC9-471D-A950-435F3F5DF368}" dt="2024-03-10T12:52:11.556" v="579" actId="692"/>
          <ac:picMkLst>
            <pc:docMk/>
            <pc:sldMk cId="2524981150" sldId="467"/>
            <ac:picMk id="8" creationId="{4DE6F891-5463-273C-C887-A19102F06B86}"/>
          </ac:picMkLst>
        </pc:picChg>
        <pc:picChg chg="add mod">
          <ac:chgData name="준영 장" userId="0c9b8532fd537bfe" providerId="LiveId" clId="{113875C0-5BC9-471D-A950-435F3F5DF368}" dt="2024-03-10T12:52:16.103" v="581" actId="14861"/>
          <ac:picMkLst>
            <pc:docMk/>
            <pc:sldMk cId="2524981150" sldId="467"/>
            <ac:picMk id="10" creationId="{A732B932-4CA0-ED5D-A7DB-4BCBFCE0A4AF}"/>
          </ac:picMkLst>
        </pc:picChg>
      </pc:sldChg>
      <pc:sldChg chg="addSp delSp modSp add mod">
        <pc:chgData name="준영 장" userId="0c9b8532fd537bfe" providerId="LiveId" clId="{113875C0-5BC9-471D-A950-435F3F5DF368}" dt="2024-03-10T12:51:13.798" v="577" actId="14861"/>
        <pc:sldMkLst>
          <pc:docMk/>
          <pc:sldMk cId="2536793589" sldId="471"/>
        </pc:sldMkLst>
        <pc:picChg chg="add mod">
          <ac:chgData name="준영 장" userId="0c9b8532fd537bfe" providerId="LiveId" clId="{113875C0-5BC9-471D-A950-435F3F5DF368}" dt="2024-03-10T12:51:13.798" v="577" actId="14861"/>
          <ac:picMkLst>
            <pc:docMk/>
            <pc:sldMk cId="2536793589" sldId="471"/>
            <ac:picMk id="4" creationId="{6809F87D-767A-18B9-E2FF-09DDEA4AB4DA}"/>
          </ac:picMkLst>
        </pc:picChg>
        <pc:picChg chg="del">
          <ac:chgData name="준영 장" userId="0c9b8532fd537bfe" providerId="LiveId" clId="{113875C0-5BC9-471D-A950-435F3F5DF368}" dt="2024-03-10T12:50:46.198" v="570" actId="478"/>
          <ac:picMkLst>
            <pc:docMk/>
            <pc:sldMk cId="2536793589" sldId="471"/>
            <ac:picMk id="11" creationId="{00000000-0000-0000-0000-000000000000}"/>
          </ac:picMkLst>
        </pc:picChg>
      </pc:sldChg>
      <pc:sldChg chg="addSp delSp modSp add mod">
        <pc:chgData name="준영 장" userId="0c9b8532fd537bfe" providerId="LiveId" clId="{113875C0-5BC9-471D-A950-435F3F5DF368}" dt="2024-03-10T12:56:35.578" v="617" actId="692"/>
        <pc:sldMkLst>
          <pc:docMk/>
          <pc:sldMk cId="2609521160" sldId="472"/>
        </pc:sldMkLst>
        <pc:picChg chg="del">
          <ac:chgData name="준영 장" userId="0c9b8532fd537bfe" providerId="LiveId" clId="{113875C0-5BC9-471D-A950-435F3F5DF368}" dt="2024-03-10T12:56:18.669" v="611" actId="478"/>
          <ac:picMkLst>
            <pc:docMk/>
            <pc:sldMk cId="2609521160" sldId="472"/>
            <ac:picMk id="3" creationId="{00000000-0000-0000-0000-000000000000}"/>
          </ac:picMkLst>
        </pc:picChg>
        <pc:picChg chg="add mod">
          <ac:chgData name="준영 장" userId="0c9b8532fd537bfe" providerId="LiveId" clId="{113875C0-5BC9-471D-A950-435F3F5DF368}" dt="2024-03-10T12:56:35.578" v="617" actId="692"/>
          <ac:picMkLst>
            <pc:docMk/>
            <pc:sldMk cId="2609521160" sldId="472"/>
            <ac:picMk id="5" creationId="{9D7840BC-5AD7-ED08-61CF-36317F70D27A}"/>
          </ac:picMkLst>
        </pc:picChg>
      </pc:sldChg>
      <pc:sldChg chg="add del">
        <pc:chgData name="준영 장" userId="0c9b8532fd537bfe" providerId="LiveId" clId="{113875C0-5BC9-471D-A950-435F3F5DF368}" dt="2024-03-10T12:28:30.099" v="6" actId="47"/>
        <pc:sldMkLst>
          <pc:docMk/>
          <pc:sldMk cId="3589343870" sldId="473"/>
        </pc:sldMkLst>
      </pc:sldChg>
      <pc:sldChg chg="add del">
        <pc:chgData name="준영 장" userId="0c9b8532fd537bfe" providerId="LiveId" clId="{113875C0-5BC9-471D-A950-435F3F5DF368}" dt="2024-03-10T12:28:30.099" v="6" actId="47"/>
        <pc:sldMkLst>
          <pc:docMk/>
          <pc:sldMk cId="1494504553" sldId="474"/>
        </pc:sldMkLst>
      </pc:sldChg>
      <pc:sldChg chg="add">
        <pc:chgData name="준영 장" userId="0c9b8532fd537bfe" providerId="LiveId" clId="{113875C0-5BC9-471D-A950-435F3F5DF368}" dt="2024-03-10T12:27:50.098" v="1"/>
        <pc:sldMkLst>
          <pc:docMk/>
          <pc:sldMk cId="1215038383" sldId="480"/>
        </pc:sldMkLst>
      </pc:sldChg>
      <pc:sldChg chg="addSp delSp modSp add mod">
        <pc:chgData name="준영 장" userId="0c9b8532fd537bfe" providerId="LiveId" clId="{113875C0-5BC9-471D-A950-435F3F5DF368}" dt="2024-03-10T12:52:28.502" v="585" actId="14861"/>
        <pc:sldMkLst>
          <pc:docMk/>
          <pc:sldMk cId="639669927" sldId="481"/>
        </pc:sldMkLst>
        <pc:picChg chg="add del">
          <ac:chgData name="준영 장" userId="0c9b8532fd537bfe" providerId="LiveId" clId="{113875C0-5BC9-471D-A950-435F3F5DF368}" dt="2024-03-10T12:48:24.740" v="558" actId="478"/>
          <ac:picMkLst>
            <pc:docMk/>
            <pc:sldMk cId="639669927" sldId="481"/>
            <ac:picMk id="3" creationId="{00000000-0000-0000-0000-000000000000}"/>
          </ac:picMkLst>
        </pc:picChg>
        <pc:picChg chg="add del">
          <ac:chgData name="준영 장" userId="0c9b8532fd537bfe" providerId="LiveId" clId="{113875C0-5BC9-471D-A950-435F3F5DF368}" dt="2024-03-10T12:48:27.969" v="559" actId="478"/>
          <ac:picMkLst>
            <pc:docMk/>
            <pc:sldMk cId="639669927" sldId="481"/>
            <ac:picMk id="4" creationId="{00000000-0000-0000-0000-000000000000}"/>
          </ac:picMkLst>
        </pc:picChg>
        <pc:picChg chg="add mod">
          <ac:chgData name="준영 장" userId="0c9b8532fd537bfe" providerId="LiveId" clId="{113875C0-5BC9-471D-A950-435F3F5DF368}" dt="2024-03-10T12:52:24.576" v="583" actId="692"/>
          <ac:picMkLst>
            <pc:docMk/>
            <pc:sldMk cId="639669927" sldId="481"/>
            <ac:picMk id="7" creationId="{ADD09D86-F5A9-F8E6-7265-9DABE2428BD4}"/>
          </ac:picMkLst>
        </pc:picChg>
        <pc:picChg chg="add mod">
          <ac:chgData name="준영 장" userId="0c9b8532fd537bfe" providerId="LiveId" clId="{113875C0-5BC9-471D-A950-435F3F5DF368}" dt="2024-03-10T12:52:28.502" v="585" actId="14861"/>
          <ac:picMkLst>
            <pc:docMk/>
            <pc:sldMk cId="639669927" sldId="481"/>
            <ac:picMk id="12" creationId="{FE8DCE59-79B4-1666-D8AD-F7EBB5EC7524}"/>
          </ac:picMkLst>
        </pc:picChg>
      </pc:sldChg>
      <pc:sldChg chg="modSp add mod">
        <pc:chgData name="준영 장" userId="0c9b8532fd537bfe" providerId="LiveId" clId="{113875C0-5BC9-471D-A950-435F3F5DF368}" dt="2024-03-10T12:52:42.690" v="589" actId="692"/>
        <pc:sldMkLst>
          <pc:docMk/>
          <pc:sldMk cId="3522795069" sldId="482"/>
        </pc:sldMkLst>
        <pc:picChg chg="mod">
          <ac:chgData name="준영 장" userId="0c9b8532fd537bfe" providerId="LiveId" clId="{113875C0-5BC9-471D-A950-435F3F5DF368}" dt="2024-03-10T12:52:42.690" v="589" actId="692"/>
          <ac:picMkLst>
            <pc:docMk/>
            <pc:sldMk cId="3522795069" sldId="482"/>
            <ac:picMk id="13" creationId="{00000000-0000-0000-0000-000000000000}"/>
          </ac:picMkLst>
        </pc:picChg>
        <pc:picChg chg="mod">
          <ac:chgData name="준영 장" userId="0c9b8532fd537bfe" providerId="LiveId" clId="{113875C0-5BC9-471D-A950-435F3F5DF368}" dt="2024-03-10T12:52:41.052" v="588" actId="692"/>
          <ac:picMkLst>
            <pc:docMk/>
            <pc:sldMk cId="3522795069" sldId="482"/>
            <ac:picMk id="14" creationId="{00000000-0000-0000-0000-000000000000}"/>
          </ac:picMkLst>
        </pc:picChg>
      </pc:sldChg>
      <pc:sldChg chg="add">
        <pc:chgData name="준영 장" userId="0c9b8532fd537bfe" providerId="LiveId" clId="{113875C0-5BC9-471D-A950-435F3F5DF368}" dt="2024-03-10T12:27:50.098" v="1"/>
        <pc:sldMkLst>
          <pc:docMk/>
          <pc:sldMk cId="0" sldId="483"/>
        </pc:sldMkLst>
      </pc:sldChg>
      <pc:sldChg chg="addSp delSp modSp add mod">
        <pc:chgData name="준영 장" userId="0c9b8532fd537bfe" providerId="LiveId" clId="{113875C0-5BC9-471D-A950-435F3F5DF368}" dt="2024-03-10T12:54:11.209" v="599" actId="1076"/>
        <pc:sldMkLst>
          <pc:docMk/>
          <pc:sldMk cId="0" sldId="484"/>
        </pc:sldMkLst>
        <pc:picChg chg="add mod">
          <ac:chgData name="준영 장" userId="0c9b8532fd537bfe" providerId="LiveId" clId="{113875C0-5BC9-471D-A950-435F3F5DF368}" dt="2024-03-10T12:53:39.316" v="596" actId="692"/>
          <ac:picMkLst>
            <pc:docMk/>
            <pc:sldMk cId="0" sldId="484"/>
            <ac:picMk id="6" creationId="{F7225AD9-F63A-CB2F-9D4A-7FBD1594D3BE}"/>
          </ac:picMkLst>
        </pc:picChg>
        <pc:picChg chg="del">
          <ac:chgData name="준영 장" userId="0c9b8532fd537bfe" providerId="LiveId" clId="{113875C0-5BC9-471D-A950-435F3F5DF368}" dt="2024-03-10T12:53:17.576" v="590" actId="478"/>
          <ac:picMkLst>
            <pc:docMk/>
            <pc:sldMk cId="0" sldId="484"/>
            <ac:picMk id="7" creationId="{00000000-0000-0000-0000-000000000000}"/>
          </ac:picMkLst>
        </pc:picChg>
        <pc:picChg chg="add mod">
          <ac:chgData name="준영 장" userId="0c9b8532fd537bfe" providerId="LiveId" clId="{113875C0-5BC9-471D-A950-435F3F5DF368}" dt="2024-03-10T12:54:11.209" v="599" actId="1076"/>
          <ac:picMkLst>
            <pc:docMk/>
            <pc:sldMk cId="0" sldId="484"/>
            <ac:picMk id="10" creationId="{CD0310C6-0543-2F40-2980-32730A0918DE}"/>
          </ac:picMkLst>
        </pc:picChg>
        <pc:picChg chg="del">
          <ac:chgData name="준영 장" userId="0c9b8532fd537bfe" providerId="LiveId" clId="{113875C0-5BC9-471D-A950-435F3F5DF368}" dt="2024-03-10T12:54:05.684" v="597" actId="478"/>
          <ac:picMkLst>
            <pc:docMk/>
            <pc:sldMk cId="0" sldId="484"/>
            <ac:picMk id="11" creationId="{00000000-0000-0000-0000-000000000000}"/>
          </ac:picMkLst>
        </pc:picChg>
      </pc:sldChg>
      <pc:sldChg chg="add del">
        <pc:chgData name="준영 장" userId="0c9b8532fd537bfe" providerId="LiveId" clId="{113875C0-5BC9-471D-A950-435F3F5DF368}" dt="2024-03-10T12:55:23.795" v="602" actId="47"/>
        <pc:sldMkLst>
          <pc:docMk/>
          <pc:sldMk cId="0" sldId="485"/>
        </pc:sldMkLst>
      </pc:sldChg>
      <pc:sldChg chg="add del">
        <pc:chgData name="준영 장" userId="0c9b8532fd537bfe" providerId="LiveId" clId="{113875C0-5BC9-471D-A950-435F3F5DF368}" dt="2024-03-10T12:55:21.420" v="601" actId="47"/>
        <pc:sldMkLst>
          <pc:docMk/>
          <pc:sldMk cId="1483120004" sldId="486"/>
        </pc:sldMkLst>
      </pc:sldChg>
      <pc:sldChg chg="add del">
        <pc:chgData name="준영 장" userId="0c9b8532fd537bfe" providerId="LiveId" clId="{113875C0-5BC9-471D-A950-435F3F5DF368}" dt="2024-03-10T12:55:19.286" v="600" actId="47"/>
        <pc:sldMkLst>
          <pc:docMk/>
          <pc:sldMk cId="0" sldId="487"/>
        </pc:sldMkLst>
      </pc:sldChg>
      <pc:sldChg chg="addSp delSp modSp add mod">
        <pc:chgData name="준영 장" userId="0c9b8532fd537bfe" providerId="LiveId" clId="{113875C0-5BC9-471D-A950-435F3F5DF368}" dt="2024-03-10T12:56:04.554" v="610" actId="692"/>
        <pc:sldMkLst>
          <pc:docMk/>
          <pc:sldMk cId="0" sldId="488"/>
        </pc:sldMkLst>
        <pc:picChg chg="del">
          <ac:chgData name="준영 장" userId="0c9b8532fd537bfe" providerId="LiveId" clId="{113875C0-5BC9-471D-A950-435F3F5DF368}" dt="2024-03-10T12:55:48.032" v="604" actId="478"/>
          <ac:picMkLst>
            <pc:docMk/>
            <pc:sldMk cId="0" sldId="488"/>
            <ac:picMk id="4" creationId="{00000000-0000-0000-0000-000000000000}"/>
          </ac:picMkLst>
        </pc:picChg>
        <pc:picChg chg="add mod">
          <ac:chgData name="준영 장" userId="0c9b8532fd537bfe" providerId="LiveId" clId="{113875C0-5BC9-471D-A950-435F3F5DF368}" dt="2024-03-10T12:56:04.554" v="610" actId="692"/>
          <ac:picMkLst>
            <pc:docMk/>
            <pc:sldMk cId="0" sldId="488"/>
            <ac:picMk id="5" creationId="{61DFBE9A-B31F-B263-467D-AA04D74F7E98}"/>
          </ac:picMkLst>
        </pc:picChg>
      </pc:sldChg>
      <pc:sldChg chg="addSp delSp modSp add mod">
        <pc:chgData name="준영 장" userId="0c9b8532fd537bfe" providerId="LiveId" clId="{113875C0-5BC9-471D-A950-435F3F5DF368}" dt="2024-03-10T12:57:13.863" v="624" actId="692"/>
        <pc:sldMkLst>
          <pc:docMk/>
          <pc:sldMk cId="0" sldId="489"/>
        </pc:sldMkLst>
        <pc:picChg chg="del">
          <ac:chgData name="준영 장" userId="0c9b8532fd537bfe" providerId="LiveId" clId="{113875C0-5BC9-471D-A950-435F3F5DF368}" dt="2024-03-10T12:56:53.428" v="618" actId="478"/>
          <ac:picMkLst>
            <pc:docMk/>
            <pc:sldMk cId="0" sldId="489"/>
            <ac:picMk id="4" creationId="{00000000-0000-0000-0000-000000000000}"/>
          </ac:picMkLst>
        </pc:picChg>
        <pc:picChg chg="add mod">
          <ac:chgData name="준영 장" userId="0c9b8532fd537bfe" providerId="LiveId" clId="{113875C0-5BC9-471D-A950-435F3F5DF368}" dt="2024-03-10T12:57:13.863" v="624" actId="692"/>
          <ac:picMkLst>
            <pc:docMk/>
            <pc:sldMk cId="0" sldId="489"/>
            <ac:picMk id="5" creationId="{C75F4C11-F93B-E677-B466-97959277826D}"/>
          </ac:picMkLst>
        </pc:picChg>
      </pc:sldChg>
      <pc:sldChg chg="add del">
        <pc:chgData name="준영 장" userId="0c9b8532fd537bfe" providerId="LiveId" clId="{113875C0-5BC9-471D-A950-435F3F5DF368}" dt="2024-03-10T12:28:30.099" v="6" actId="47"/>
        <pc:sldMkLst>
          <pc:docMk/>
          <pc:sldMk cId="0" sldId="490"/>
        </pc:sldMkLst>
      </pc:sldChg>
      <pc:sldChg chg="addSp delSp modSp add mod">
        <pc:chgData name="준영 장" userId="0c9b8532fd537bfe" providerId="LiveId" clId="{113875C0-5BC9-471D-A950-435F3F5DF368}" dt="2024-03-10T12:38:58.497" v="231" actId="1076"/>
        <pc:sldMkLst>
          <pc:docMk/>
          <pc:sldMk cId="1802801171" sldId="490"/>
        </pc:sldMkLst>
        <pc:spChg chg="mod">
          <ac:chgData name="준영 장" userId="0c9b8532fd537bfe" providerId="LiveId" clId="{113875C0-5BC9-471D-A950-435F3F5DF368}" dt="2024-03-10T12:31:03.146" v="41" actId="20577"/>
          <ac:spMkLst>
            <pc:docMk/>
            <pc:sldMk cId="1802801171" sldId="490"/>
            <ac:spMk id="2" creationId="{8F243843-9AA5-E992-346D-69C86DED1829}"/>
          </ac:spMkLst>
        </pc:spChg>
        <pc:spChg chg="mod">
          <ac:chgData name="준영 장" userId="0c9b8532fd537bfe" providerId="LiveId" clId="{113875C0-5BC9-471D-A950-435F3F5DF368}" dt="2024-03-10T12:38:54.260" v="230" actId="255"/>
          <ac:spMkLst>
            <pc:docMk/>
            <pc:sldMk cId="1802801171" sldId="490"/>
            <ac:spMk id="3" creationId="{8F0A7F6C-E69F-8590-9DEA-35B9D830ADAB}"/>
          </ac:spMkLst>
        </pc:spChg>
        <pc:spChg chg="del">
          <ac:chgData name="준영 장" userId="0c9b8532fd537bfe" providerId="LiveId" clId="{113875C0-5BC9-471D-A950-435F3F5DF368}" dt="2024-03-10T12:31:07.691" v="42" actId="478"/>
          <ac:spMkLst>
            <pc:docMk/>
            <pc:sldMk cId="1802801171" sldId="490"/>
            <ac:spMk id="5" creationId="{311C4406-409F-FF7F-3568-896E9EFEDF07}"/>
          </ac:spMkLst>
        </pc:spChg>
        <pc:spChg chg="del">
          <ac:chgData name="준영 장" userId="0c9b8532fd537bfe" providerId="LiveId" clId="{113875C0-5BC9-471D-A950-435F3F5DF368}" dt="2024-03-10T12:31:12.738" v="44" actId="478"/>
          <ac:spMkLst>
            <pc:docMk/>
            <pc:sldMk cId="1802801171" sldId="490"/>
            <ac:spMk id="6" creationId="{E3A98F2A-606C-9C6C-E293-FB403A3C0661}"/>
          </ac:spMkLst>
        </pc:spChg>
        <pc:spChg chg="del">
          <ac:chgData name="준영 장" userId="0c9b8532fd537bfe" providerId="LiveId" clId="{113875C0-5BC9-471D-A950-435F3F5DF368}" dt="2024-03-10T12:31:20.301" v="48" actId="478"/>
          <ac:spMkLst>
            <pc:docMk/>
            <pc:sldMk cId="1802801171" sldId="490"/>
            <ac:spMk id="7" creationId="{F1AB48D1-0F70-9362-DAEF-CC3E2A457ED6}"/>
          </ac:spMkLst>
        </pc:spChg>
        <pc:spChg chg="del">
          <ac:chgData name="준영 장" userId="0c9b8532fd537bfe" providerId="LiveId" clId="{113875C0-5BC9-471D-A950-435F3F5DF368}" dt="2024-03-10T12:31:20.301" v="48" actId="478"/>
          <ac:spMkLst>
            <pc:docMk/>
            <pc:sldMk cId="1802801171" sldId="490"/>
            <ac:spMk id="30" creationId="{BBC002EE-C20A-873F-E44F-1215940EC4E0}"/>
          </ac:spMkLst>
        </pc:spChg>
        <pc:spChg chg="del">
          <ac:chgData name="준영 장" userId="0c9b8532fd537bfe" providerId="LiveId" clId="{113875C0-5BC9-471D-A950-435F3F5DF368}" dt="2024-03-10T12:31:20.301" v="48" actId="478"/>
          <ac:spMkLst>
            <pc:docMk/>
            <pc:sldMk cId="1802801171" sldId="490"/>
            <ac:spMk id="31" creationId="{2F0E1C00-B241-E87D-2CC9-D229C02D6849}"/>
          </ac:spMkLst>
        </pc:spChg>
        <pc:spChg chg="del">
          <ac:chgData name="준영 장" userId="0c9b8532fd537bfe" providerId="LiveId" clId="{113875C0-5BC9-471D-A950-435F3F5DF368}" dt="2024-03-10T12:31:20.301" v="48" actId="478"/>
          <ac:spMkLst>
            <pc:docMk/>
            <pc:sldMk cId="1802801171" sldId="490"/>
            <ac:spMk id="32" creationId="{7B9B7E55-A973-B995-958F-76DF32F5DBFE}"/>
          </ac:spMkLst>
        </pc:spChg>
        <pc:picChg chg="add del mod">
          <ac:chgData name="준영 장" userId="0c9b8532fd537bfe" providerId="LiveId" clId="{113875C0-5BC9-471D-A950-435F3F5DF368}" dt="2024-03-10T12:37:56.865" v="145" actId="478"/>
          <ac:picMkLst>
            <pc:docMk/>
            <pc:sldMk cId="1802801171" sldId="490"/>
            <ac:picMk id="8" creationId="{F9EF2985-4089-F37C-AE72-E5D17F31FCA1}"/>
          </ac:picMkLst>
        </pc:picChg>
        <pc:picChg chg="add mod">
          <ac:chgData name="준영 장" userId="0c9b8532fd537bfe" providerId="LiveId" clId="{113875C0-5BC9-471D-A950-435F3F5DF368}" dt="2024-03-10T12:38:58.497" v="231" actId="1076"/>
          <ac:picMkLst>
            <pc:docMk/>
            <pc:sldMk cId="1802801171" sldId="490"/>
            <ac:picMk id="10" creationId="{E6052417-619A-D43A-129A-2DE89380F3A1}"/>
          </ac:picMkLst>
        </pc:picChg>
        <pc:cxnChg chg="del mod">
          <ac:chgData name="준영 장" userId="0c9b8532fd537bfe" providerId="LiveId" clId="{113875C0-5BC9-471D-A950-435F3F5DF368}" dt="2024-03-10T12:31:20.301" v="48" actId="478"/>
          <ac:cxnSpMkLst>
            <pc:docMk/>
            <pc:sldMk cId="1802801171" sldId="490"/>
            <ac:cxnSpMk id="11" creationId="{82299719-00BE-87DE-3D61-DAEEB48634D0}"/>
          </ac:cxnSpMkLst>
        </pc:cxnChg>
        <pc:cxnChg chg="del mod">
          <ac:chgData name="준영 장" userId="0c9b8532fd537bfe" providerId="LiveId" clId="{113875C0-5BC9-471D-A950-435F3F5DF368}" dt="2024-03-10T12:31:20.301" v="48" actId="478"/>
          <ac:cxnSpMkLst>
            <pc:docMk/>
            <pc:sldMk cId="1802801171" sldId="490"/>
            <ac:cxnSpMk id="14" creationId="{4C0C0385-4890-799B-F7E2-1A4734AD9197}"/>
          </ac:cxnSpMkLst>
        </pc:cxnChg>
        <pc:cxnChg chg="del mod">
          <ac:chgData name="준영 장" userId="0c9b8532fd537bfe" providerId="LiveId" clId="{113875C0-5BC9-471D-A950-435F3F5DF368}" dt="2024-03-10T12:31:20.301" v="48" actId="478"/>
          <ac:cxnSpMkLst>
            <pc:docMk/>
            <pc:sldMk cId="1802801171" sldId="490"/>
            <ac:cxnSpMk id="16" creationId="{E571D0CA-0379-C862-95B8-D52923C0D61C}"/>
          </ac:cxnSpMkLst>
        </pc:cxnChg>
        <pc:cxnChg chg="del">
          <ac:chgData name="준영 장" userId="0c9b8532fd537bfe" providerId="LiveId" clId="{113875C0-5BC9-471D-A950-435F3F5DF368}" dt="2024-03-10T12:31:20.301" v="48" actId="478"/>
          <ac:cxnSpMkLst>
            <pc:docMk/>
            <pc:sldMk cId="1802801171" sldId="490"/>
            <ac:cxnSpMk id="18" creationId="{6BBE5214-C2D8-4963-9649-2ADF857DE1D0}"/>
          </ac:cxnSpMkLst>
        </pc:cxnChg>
        <pc:cxnChg chg="del">
          <ac:chgData name="준영 장" userId="0c9b8532fd537bfe" providerId="LiveId" clId="{113875C0-5BC9-471D-A950-435F3F5DF368}" dt="2024-03-10T12:31:20.301" v="48" actId="478"/>
          <ac:cxnSpMkLst>
            <pc:docMk/>
            <pc:sldMk cId="1802801171" sldId="490"/>
            <ac:cxnSpMk id="20" creationId="{5F0D944C-014B-7504-4868-A154C590BBB6}"/>
          </ac:cxnSpMkLst>
        </pc:cxnChg>
        <pc:cxnChg chg="del">
          <ac:chgData name="준영 장" userId="0c9b8532fd537bfe" providerId="LiveId" clId="{113875C0-5BC9-471D-A950-435F3F5DF368}" dt="2024-03-10T12:31:20.301" v="48" actId="478"/>
          <ac:cxnSpMkLst>
            <pc:docMk/>
            <pc:sldMk cId="1802801171" sldId="490"/>
            <ac:cxnSpMk id="22" creationId="{6ED83C13-ED10-8169-ECB3-99E34FA77A6F}"/>
          </ac:cxnSpMkLst>
        </pc:cxnChg>
        <pc:cxnChg chg="del">
          <ac:chgData name="준영 장" userId="0c9b8532fd537bfe" providerId="LiveId" clId="{113875C0-5BC9-471D-A950-435F3F5DF368}" dt="2024-03-10T12:31:20.301" v="48" actId="478"/>
          <ac:cxnSpMkLst>
            <pc:docMk/>
            <pc:sldMk cId="1802801171" sldId="490"/>
            <ac:cxnSpMk id="25" creationId="{2B86A098-5773-F2AD-D554-67C0556B1CAF}"/>
          </ac:cxnSpMkLst>
        </pc:cxnChg>
        <pc:cxnChg chg="del">
          <ac:chgData name="준영 장" userId="0c9b8532fd537bfe" providerId="LiveId" clId="{113875C0-5BC9-471D-A950-435F3F5DF368}" dt="2024-03-10T12:31:20.301" v="48" actId="478"/>
          <ac:cxnSpMkLst>
            <pc:docMk/>
            <pc:sldMk cId="1802801171" sldId="490"/>
            <ac:cxnSpMk id="26" creationId="{C3DF2A5F-BF8F-C298-8328-D7FC87EB0346}"/>
          </ac:cxnSpMkLst>
        </pc:cxnChg>
        <pc:cxnChg chg="del">
          <ac:chgData name="준영 장" userId="0c9b8532fd537bfe" providerId="LiveId" clId="{113875C0-5BC9-471D-A950-435F3F5DF368}" dt="2024-03-10T12:31:20.301" v="48" actId="478"/>
          <ac:cxnSpMkLst>
            <pc:docMk/>
            <pc:sldMk cId="1802801171" sldId="490"/>
            <ac:cxnSpMk id="28" creationId="{A45A8287-5121-A8F7-B9BF-D98284F383F8}"/>
          </ac:cxnSpMkLst>
        </pc:cxnChg>
      </pc:sldChg>
      <pc:sldChg chg="add del">
        <pc:chgData name="준영 장" userId="0c9b8532fd537bfe" providerId="LiveId" clId="{113875C0-5BC9-471D-A950-435F3F5DF368}" dt="2024-03-10T12:28:30.099" v="6" actId="47"/>
        <pc:sldMkLst>
          <pc:docMk/>
          <pc:sldMk cId="0" sldId="491"/>
        </pc:sldMkLst>
      </pc:sldChg>
      <pc:sldChg chg="addSp delSp modSp add mod">
        <pc:chgData name="준영 장" userId="0c9b8532fd537bfe" providerId="LiveId" clId="{113875C0-5BC9-471D-A950-435F3F5DF368}" dt="2024-03-10T12:46:01.173" v="546" actId="1035"/>
        <pc:sldMkLst>
          <pc:docMk/>
          <pc:sldMk cId="16353001" sldId="491"/>
        </pc:sldMkLst>
        <pc:spChg chg="mod">
          <ac:chgData name="준영 장" userId="0c9b8532fd537bfe" providerId="LiveId" clId="{113875C0-5BC9-471D-A950-435F3F5DF368}" dt="2024-03-10T12:44:58.675" v="531" actId="20577"/>
          <ac:spMkLst>
            <pc:docMk/>
            <pc:sldMk cId="16353001" sldId="491"/>
            <ac:spMk id="3" creationId="{9A782A49-1FEE-CCFD-D8AE-448ADB1996AA}"/>
          </ac:spMkLst>
        </pc:spChg>
        <pc:spChg chg="add mod">
          <ac:chgData name="준영 장" userId="0c9b8532fd537bfe" providerId="LiveId" clId="{113875C0-5BC9-471D-A950-435F3F5DF368}" dt="2024-03-10T12:45:31.871" v="540" actId="1036"/>
          <ac:spMkLst>
            <pc:docMk/>
            <pc:sldMk cId="16353001" sldId="491"/>
            <ac:spMk id="6" creationId="{6359F0A7-EE4E-EC34-4D97-D8AA0FBD2E31}"/>
          </ac:spMkLst>
        </pc:spChg>
        <pc:spChg chg="add mod">
          <ac:chgData name="준영 장" userId="0c9b8532fd537bfe" providerId="LiveId" clId="{113875C0-5BC9-471D-A950-435F3F5DF368}" dt="2024-03-10T12:46:01.173" v="546" actId="1035"/>
          <ac:spMkLst>
            <pc:docMk/>
            <pc:sldMk cId="16353001" sldId="491"/>
            <ac:spMk id="12" creationId="{976BC665-D50E-7742-4AFD-9DC5FC13F748}"/>
          </ac:spMkLst>
        </pc:spChg>
        <pc:picChg chg="add mod">
          <ac:chgData name="준영 장" userId="0c9b8532fd537bfe" providerId="LiveId" clId="{113875C0-5BC9-471D-A950-435F3F5DF368}" dt="2024-03-10T12:44:40.098" v="484" actId="14100"/>
          <ac:picMkLst>
            <pc:docMk/>
            <pc:sldMk cId="16353001" sldId="491"/>
            <ac:picMk id="5" creationId="{AB848ED5-3F9A-8D0D-2C26-A0A78BB87BDF}"/>
          </ac:picMkLst>
        </pc:picChg>
        <pc:picChg chg="add mod">
          <ac:chgData name="준영 장" userId="0c9b8532fd537bfe" providerId="LiveId" clId="{113875C0-5BC9-471D-A950-435F3F5DF368}" dt="2024-03-10T12:44:37.402" v="483" actId="1076"/>
          <ac:picMkLst>
            <pc:docMk/>
            <pc:sldMk cId="16353001" sldId="491"/>
            <ac:picMk id="8" creationId="{1EB1309E-44BD-3F08-D507-1AFF30B6FEF1}"/>
          </ac:picMkLst>
        </pc:picChg>
        <pc:picChg chg="del">
          <ac:chgData name="준영 장" userId="0c9b8532fd537bfe" providerId="LiveId" clId="{113875C0-5BC9-471D-A950-435F3F5DF368}" dt="2024-03-10T12:39:23.617" v="233" actId="478"/>
          <ac:picMkLst>
            <pc:docMk/>
            <pc:sldMk cId="16353001" sldId="491"/>
            <ac:picMk id="10" creationId="{3509C7BF-A274-39FE-257C-276E5F4E63B6}"/>
          </ac:picMkLst>
        </pc:picChg>
        <pc:picChg chg="add mod">
          <ac:chgData name="준영 장" userId="0c9b8532fd537bfe" providerId="LiveId" clId="{113875C0-5BC9-471D-A950-435F3F5DF368}" dt="2024-03-10T12:45:14.437" v="533" actId="1076"/>
          <ac:picMkLst>
            <pc:docMk/>
            <pc:sldMk cId="16353001" sldId="491"/>
            <ac:picMk id="11" creationId="{A6E66C8F-F19B-4831-13BB-E9FBB0FDF289}"/>
          </ac:picMkLst>
        </pc:picChg>
      </pc:sldChg>
      <pc:sldChg chg="add del">
        <pc:chgData name="준영 장" userId="0c9b8532fd537bfe" providerId="LiveId" clId="{113875C0-5BC9-471D-A950-435F3F5DF368}" dt="2024-03-10T12:28:30.099" v="6" actId="47"/>
        <pc:sldMkLst>
          <pc:docMk/>
          <pc:sldMk cId="0" sldId="492"/>
        </pc:sldMkLst>
      </pc:sldChg>
      <pc:sldChg chg="add del">
        <pc:chgData name="준영 장" userId="0c9b8532fd537bfe" providerId="LiveId" clId="{113875C0-5BC9-471D-A950-435F3F5DF368}" dt="2024-03-10T12:28:30.099" v="6" actId="47"/>
        <pc:sldMkLst>
          <pc:docMk/>
          <pc:sldMk cId="0" sldId="493"/>
        </pc:sldMkLst>
      </pc:sldChg>
      <pc:sldChg chg="add del">
        <pc:chgData name="준영 장" userId="0c9b8532fd537bfe" providerId="LiveId" clId="{113875C0-5BC9-471D-A950-435F3F5DF368}" dt="2024-03-10T12:28:30.099" v="6" actId="47"/>
        <pc:sldMkLst>
          <pc:docMk/>
          <pc:sldMk cId="0" sldId="494"/>
        </pc:sldMkLst>
      </pc:sldChg>
      <pc:sldChg chg="add del">
        <pc:chgData name="준영 장" userId="0c9b8532fd537bfe" providerId="LiveId" clId="{113875C0-5BC9-471D-A950-435F3F5DF368}" dt="2024-03-10T12:28:30.099" v="6" actId="47"/>
        <pc:sldMkLst>
          <pc:docMk/>
          <pc:sldMk cId="2125198982" sldId="495"/>
        </pc:sldMkLst>
      </pc:sldChg>
      <pc:sldChg chg="add del">
        <pc:chgData name="준영 장" userId="0c9b8532fd537bfe" providerId="LiveId" clId="{113875C0-5BC9-471D-A950-435F3F5DF368}" dt="2024-03-10T12:28:30.099" v="6" actId="47"/>
        <pc:sldMkLst>
          <pc:docMk/>
          <pc:sldMk cId="0" sldId="496"/>
        </pc:sldMkLst>
      </pc:sldChg>
      <pc:sldChg chg="add del">
        <pc:chgData name="준영 장" userId="0c9b8532fd537bfe" providerId="LiveId" clId="{113875C0-5BC9-471D-A950-435F3F5DF368}" dt="2024-03-10T12:28:30.099" v="6" actId="47"/>
        <pc:sldMkLst>
          <pc:docMk/>
          <pc:sldMk cId="0" sldId="497"/>
        </pc:sldMkLst>
      </pc:sldChg>
      <pc:sldChg chg="add del">
        <pc:chgData name="준영 장" userId="0c9b8532fd537bfe" providerId="LiveId" clId="{113875C0-5BC9-471D-A950-435F3F5DF368}" dt="2024-03-10T12:28:30.099" v="6" actId="47"/>
        <pc:sldMkLst>
          <pc:docMk/>
          <pc:sldMk cId="0" sldId="498"/>
        </pc:sldMkLst>
      </pc:sldChg>
      <pc:sldChg chg="add del">
        <pc:chgData name="준영 장" userId="0c9b8532fd537bfe" providerId="LiveId" clId="{113875C0-5BC9-471D-A950-435F3F5DF368}" dt="2024-03-10T12:28:30.099" v="6" actId="47"/>
        <pc:sldMkLst>
          <pc:docMk/>
          <pc:sldMk cId="0" sldId="499"/>
        </pc:sldMkLst>
      </pc:sldChg>
      <pc:sldChg chg="add del">
        <pc:chgData name="준영 장" userId="0c9b8532fd537bfe" providerId="LiveId" clId="{113875C0-5BC9-471D-A950-435F3F5DF368}" dt="2024-03-10T12:28:30.099" v="6" actId="47"/>
        <pc:sldMkLst>
          <pc:docMk/>
          <pc:sldMk cId="0" sldId="500"/>
        </pc:sldMkLst>
      </pc:sldChg>
      <pc:sldChg chg="add del">
        <pc:chgData name="준영 장" userId="0c9b8532fd537bfe" providerId="LiveId" clId="{113875C0-5BC9-471D-A950-435F3F5DF368}" dt="2024-03-10T12:28:30.099" v="6" actId="47"/>
        <pc:sldMkLst>
          <pc:docMk/>
          <pc:sldMk cId="0" sldId="501"/>
        </pc:sldMkLst>
      </pc:sldChg>
      <pc:sldChg chg="add del">
        <pc:chgData name="준영 장" userId="0c9b8532fd537bfe" providerId="LiveId" clId="{113875C0-5BC9-471D-A950-435F3F5DF368}" dt="2024-03-10T12:28:30.099" v="6" actId="47"/>
        <pc:sldMkLst>
          <pc:docMk/>
          <pc:sldMk cId="0" sldId="502"/>
        </pc:sldMkLst>
      </pc:sldChg>
      <pc:sldChg chg="add del">
        <pc:chgData name="준영 장" userId="0c9b8532fd537bfe" providerId="LiveId" clId="{113875C0-5BC9-471D-A950-435F3F5DF368}" dt="2024-03-10T12:28:30.099" v="6" actId="47"/>
        <pc:sldMkLst>
          <pc:docMk/>
          <pc:sldMk cId="0" sldId="503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>
            <a:extLst>
              <a:ext uri="{FF2B5EF4-FFF2-40B4-BE49-F238E27FC236}">
                <a16:creationId xmlns:a16="http://schemas.microsoft.com/office/drawing/2014/main" id="{F93ABFD7-1F7E-8278-7C66-98A20686C02E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84500" cy="50165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169971DD-3383-25EC-4F9D-D63678010EAF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902075" y="0"/>
            <a:ext cx="2984500" cy="50165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F9DB48D-666D-46E3-A22E-4FA5894AFF26}" type="datetimeFigureOut">
              <a:rPr lang="ko-KR" altLang="en-US" smtClean="0"/>
              <a:t>2026-03-05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93A160F8-1144-1A8B-8729-C838B5F29045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9517063"/>
            <a:ext cx="2984500" cy="50165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CB2F8BEE-CB48-86C0-8F99-983C6A5545F2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902075" y="9517063"/>
            <a:ext cx="2984500" cy="50165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18C497D-F26E-4A81-B2E5-6B4AA3B1EA5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6714145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84871" cy="500936"/>
          </a:xfrm>
          <a:prstGeom prst="rect">
            <a:avLst/>
          </a:prstGeom>
        </p:spPr>
        <p:txBody>
          <a:bodyPr vert="horz" lIns="96606" tIns="48303" rIns="96606" bIns="48303" rtlCol="0"/>
          <a:lstStyle>
            <a:lvl1pPr algn="l">
              <a:defRPr sz="1300"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901698" y="0"/>
            <a:ext cx="2984871" cy="500936"/>
          </a:xfrm>
          <a:prstGeom prst="rect">
            <a:avLst/>
          </a:prstGeom>
        </p:spPr>
        <p:txBody>
          <a:bodyPr vert="horz" lIns="96606" tIns="48303" rIns="96606" bIns="48303" rtlCol="0"/>
          <a:lstStyle>
            <a:lvl1pPr algn="r">
              <a:defRPr sz="1300">
                <a:ea typeface="맑은 고딕" panose="020B0503020000020004" pitchFamily="50" charset="-127"/>
              </a:defRPr>
            </a:lvl1pPr>
          </a:lstStyle>
          <a:p>
            <a:fld id="{0BF48182-79EE-4B02-9AA5-EF29C5299923}" type="datetimeFigureOut">
              <a:rPr lang="ko-KR" altLang="en-US" smtClean="0"/>
              <a:pPr/>
              <a:t>2026-03-05</a:t>
            </a:fld>
            <a:endParaRPr lang="ko-KR" altLang="en-US" dirty="0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939800" y="750888"/>
            <a:ext cx="5008563" cy="375761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6606" tIns="48303" rIns="96606" bIns="48303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8817" y="4758889"/>
            <a:ext cx="5510530" cy="4508421"/>
          </a:xfrm>
          <a:prstGeom prst="rect">
            <a:avLst/>
          </a:prstGeom>
        </p:spPr>
        <p:txBody>
          <a:bodyPr vert="horz" lIns="96606" tIns="48303" rIns="96606" bIns="48303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516038"/>
            <a:ext cx="2984871" cy="500936"/>
          </a:xfrm>
          <a:prstGeom prst="rect">
            <a:avLst/>
          </a:prstGeom>
        </p:spPr>
        <p:txBody>
          <a:bodyPr vert="horz" lIns="96606" tIns="48303" rIns="96606" bIns="48303" rtlCol="0" anchor="b"/>
          <a:lstStyle>
            <a:lvl1pPr algn="l">
              <a:defRPr sz="1300"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901698" y="9516038"/>
            <a:ext cx="2984871" cy="500936"/>
          </a:xfrm>
          <a:prstGeom prst="rect">
            <a:avLst/>
          </a:prstGeom>
        </p:spPr>
        <p:txBody>
          <a:bodyPr vert="horz" lIns="96606" tIns="48303" rIns="96606" bIns="48303" rtlCol="0" anchor="b"/>
          <a:lstStyle>
            <a:lvl1pPr algn="r">
              <a:defRPr sz="1300">
                <a:ea typeface="맑은 고딕" panose="020B0503020000020004" pitchFamily="50" charset="-127"/>
              </a:defRPr>
            </a:lvl1pPr>
          </a:lstStyle>
          <a:p>
            <a:fld id="{D405C772-0537-47DB-A826-2DBEDFD248E4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2091174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시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4" name="그룹 3"/>
          <p:cNvGrpSpPr/>
          <p:nvPr userDrawn="1"/>
        </p:nvGrpSpPr>
        <p:grpSpPr>
          <a:xfrm>
            <a:off x="276521" y="5990292"/>
            <a:ext cx="3791423" cy="586615"/>
            <a:chOff x="130805" y="5990292"/>
            <a:chExt cx="3791423" cy="586615"/>
          </a:xfrm>
        </p:grpSpPr>
        <p:sp>
          <p:nvSpPr>
            <p:cNvPr id="7" name="TextBox 9"/>
            <p:cNvSpPr txBox="1"/>
            <p:nvPr userDrawn="1"/>
          </p:nvSpPr>
          <p:spPr>
            <a:xfrm>
              <a:off x="130805" y="6269130"/>
              <a:ext cx="3791423" cy="307777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fontAlgn="auto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en-US" altLang="ko-KR" sz="1400" b="1" baseline="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</a:rPr>
                <a:t>MySQL</a:t>
              </a:r>
              <a:r>
                <a:rPr kumimoji="0" lang="ko-KR" altLang="en-US" sz="1400" b="1" baseline="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</a:rPr>
                <a:t>로 배우는 데이터베이스 개론과 실습</a:t>
              </a:r>
              <a:endParaRPr kumimoji="0" lang="ko-KR" altLang="en-US" sz="1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endParaRPr>
            </a:p>
          </p:txBody>
        </p:sp>
        <p:sp>
          <p:nvSpPr>
            <p:cNvPr id="10" name="TextBox 9"/>
            <p:cNvSpPr txBox="1"/>
            <p:nvPr userDrawn="1"/>
          </p:nvSpPr>
          <p:spPr>
            <a:xfrm>
              <a:off x="197645" y="5990292"/>
              <a:ext cx="251992" cy="40011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fontAlgn="auto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en-US" altLang="ko-KR" sz="2000" b="1" baseline="0" dirty="0">
                  <a:solidFill>
                    <a:schemeClr val="bg1"/>
                  </a:solidFill>
                  <a:latin typeface="+mn-lt"/>
                  <a:ea typeface="+mn-ea"/>
                </a:rPr>
                <a:t>.</a:t>
              </a:r>
              <a:endParaRPr kumimoji="0" lang="ko-KR" altLang="en-US" sz="2000" b="1" dirty="0">
                <a:solidFill>
                  <a:schemeClr val="bg1"/>
                </a:solidFill>
                <a:latin typeface="+mn-lt"/>
                <a:ea typeface="+mn-ea"/>
              </a:endParaRPr>
            </a:p>
          </p:txBody>
        </p:sp>
        <p:sp>
          <p:nvSpPr>
            <p:cNvPr id="11" name="TextBox 10"/>
            <p:cNvSpPr txBox="1"/>
            <p:nvPr userDrawn="1"/>
          </p:nvSpPr>
          <p:spPr>
            <a:xfrm>
              <a:off x="359645" y="5990292"/>
              <a:ext cx="251992" cy="40011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fontAlgn="auto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en-US" altLang="ko-KR" sz="2000" b="1" baseline="0" dirty="0">
                  <a:solidFill>
                    <a:schemeClr val="bg1"/>
                  </a:solidFill>
                  <a:latin typeface="+mn-lt"/>
                  <a:ea typeface="+mn-ea"/>
                </a:rPr>
                <a:t>.</a:t>
              </a:r>
              <a:endParaRPr kumimoji="0" lang="ko-KR" altLang="en-US" sz="2000" b="1" dirty="0">
                <a:solidFill>
                  <a:schemeClr val="bg1"/>
                </a:solidFill>
                <a:latin typeface="+mn-lt"/>
                <a:ea typeface="+mn-ea"/>
              </a:endParaRPr>
            </a:p>
          </p:txBody>
        </p:sp>
        <p:sp>
          <p:nvSpPr>
            <p:cNvPr id="12" name="TextBox 11"/>
            <p:cNvSpPr txBox="1"/>
            <p:nvPr userDrawn="1"/>
          </p:nvSpPr>
          <p:spPr>
            <a:xfrm>
              <a:off x="538980" y="5990292"/>
              <a:ext cx="251992" cy="40011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fontAlgn="auto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en-US" altLang="ko-KR" sz="2000" b="1" baseline="0" dirty="0">
                  <a:solidFill>
                    <a:schemeClr val="bg1"/>
                  </a:solidFill>
                  <a:latin typeface="+mn-lt"/>
                  <a:ea typeface="+mn-ea"/>
                </a:rPr>
                <a:t>.</a:t>
              </a:r>
              <a:endParaRPr kumimoji="0" lang="ko-KR" altLang="en-US" sz="2000" b="1" dirty="0">
                <a:solidFill>
                  <a:schemeClr val="bg1"/>
                </a:solidFill>
                <a:latin typeface="+mn-lt"/>
                <a:ea typeface="+mn-ea"/>
              </a:endParaRPr>
            </a:p>
          </p:txBody>
        </p:sp>
      </p:grpSp>
      <p:sp>
        <p:nvSpPr>
          <p:cNvPr id="8" name="직사각형 10"/>
          <p:cNvSpPr/>
          <p:nvPr userDrawn="1"/>
        </p:nvSpPr>
        <p:spPr>
          <a:xfrm flipV="1">
            <a:off x="0" y="5743552"/>
            <a:ext cx="9144000" cy="61712"/>
          </a:xfrm>
          <a:prstGeom prst="rect">
            <a:avLst/>
          </a:prstGeom>
          <a:solidFill>
            <a:srgbClr val="50AB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/>
          </a:p>
        </p:txBody>
      </p:sp>
    </p:spTree>
    <p:extLst>
      <p:ext uri="{BB962C8B-B14F-4D97-AF65-F5344CB8AC3E}">
        <p14:creationId xmlns:p14="http://schemas.microsoft.com/office/powerpoint/2010/main" val="14961164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목차/학습목표/요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440"/>
          <p:cNvSpPr>
            <a:spLocks noChangeArrowheads="1"/>
          </p:cNvSpPr>
          <p:nvPr userDrawn="1"/>
        </p:nvSpPr>
        <p:spPr bwMode="invGray">
          <a:xfrm>
            <a:off x="0" y="6803"/>
            <a:ext cx="9144000" cy="617311"/>
          </a:xfrm>
          <a:prstGeom prst="rect">
            <a:avLst/>
          </a:prstGeom>
          <a:solidFill>
            <a:srgbClr val="B5D5E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ko-KR" altLang="en-US"/>
          </a:p>
        </p:txBody>
      </p:sp>
      <p:sp>
        <p:nvSpPr>
          <p:cNvPr id="9" name="제목 9"/>
          <p:cNvSpPr>
            <a:spLocks noGrp="1"/>
          </p:cNvSpPr>
          <p:nvPr>
            <p:ph type="title"/>
          </p:nvPr>
        </p:nvSpPr>
        <p:spPr>
          <a:xfrm>
            <a:off x="107042" y="64772"/>
            <a:ext cx="7785100" cy="474662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defRPr sz="2800" b="1" spc="-100" baseline="0">
                <a:gradFill flip="none" rotWithShape="1">
                  <a:gsLst>
                    <a:gs pos="0">
                      <a:schemeClr val="tx2">
                        <a:lumMod val="75000"/>
                        <a:shade val="30000"/>
                        <a:satMod val="115000"/>
                      </a:schemeClr>
                    </a:gs>
                    <a:gs pos="50000">
                      <a:schemeClr val="tx2">
                        <a:lumMod val="75000"/>
                        <a:shade val="67500"/>
                        <a:satMod val="115000"/>
                      </a:schemeClr>
                    </a:gs>
                    <a:gs pos="100000">
                      <a:schemeClr val="tx2">
                        <a:lumMod val="75000"/>
                        <a:shade val="100000"/>
                        <a:satMod val="115000"/>
                      </a:schemeClr>
                    </a:gs>
                  </a:gsLst>
                  <a:lin ang="16200000" scaled="1"/>
                  <a:tileRect/>
                </a:gradFill>
                <a:effectLst>
                  <a:glow>
                    <a:schemeClr val="tx1"/>
                  </a:glow>
                </a:effectLst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0542225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40"/>
          <p:cNvSpPr>
            <a:spLocks noChangeArrowheads="1"/>
          </p:cNvSpPr>
          <p:nvPr userDrawn="1"/>
        </p:nvSpPr>
        <p:spPr bwMode="invGray">
          <a:xfrm>
            <a:off x="0" y="647700"/>
            <a:ext cx="9144000" cy="6210300"/>
          </a:xfrm>
          <a:prstGeom prst="rect">
            <a:avLst/>
          </a:prstGeom>
          <a:solidFill>
            <a:srgbClr val="B5D5E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ko-KR" altLang="en-US" dirty="0">
              <a:solidFill>
                <a:schemeClr val="lt1"/>
              </a:solidFill>
              <a:latin typeface="+mn-lt"/>
              <a:ea typeface="+mn-ea"/>
            </a:endParaRPr>
          </a:p>
        </p:txBody>
      </p:sp>
      <p:grpSp>
        <p:nvGrpSpPr>
          <p:cNvPr id="3" name="그룹 7"/>
          <p:cNvGrpSpPr>
            <a:grpSpLocks/>
          </p:cNvGrpSpPr>
          <p:nvPr userDrawn="1"/>
        </p:nvGrpSpPr>
        <p:grpSpPr bwMode="auto">
          <a:xfrm>
            <a:off x="4176400" y="93663"/>
            <a:ext cx="5580176" cy="523220"/>
            <a:chOff x="6752029" y="188640"/>
            <a:chExt cx="5582416" cy="521913"/>
          </a:xfrm>
        </p:grpSpPr>
        <p:sp>
          <p:nvSpPr>
            <p:cNvPr id="4" name="직사각형 3"/>
            <p:cNvSpPr/>
            <p:nvPr/>
          </p:nvSpPr>
          <p:spPr>
            <a:xfrm>
              <a:off x="8336841" y="188640"/>
              <a:ext cx="3997604" cy="521913"/>
            </a:xfrm>
            <a:prstGeom prst="rect">
              <a:avLst/>
            </a:prstGeom>
          </p:spPr>
          <p:txBody>
            <a:bodyPr wrap="square">
              <a:spAutoFit/>
              <a:scene3d>
                <a:camera prst="orthographicFront"/>
                <a:lightRig rig="threePt" dir="t"/>
              </a:scene3d>
              <a:sp3d>
                <a:bevelT w="0"/>
              </a:sp3d>
            </a:bodyPr>
            <a:lstStyle/>
            <a:p>
              <a:pPr algn="l" rtl="0" eaLnBrk="1" fontAlgn="base" latinLnBrk="1" hangingPunct="1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kumimoji="1" lang="ko-KR" altLang="en-US" sz="2800" b="1" kern="1200" spc="-300" dirty="0">
                  <a:solidFill>
                    <a:srgbClr val="393939"/>
                  </a:solidFill>
                  <a:latin typeface="맑은 고딕" pitchFamily="50" charset="-127"/>
                  <a:ea typeface="맑은 고딕" panose="020B0503020000020004" pitchFamily="50" charset="-127"/>
                  <a:cs typeface="+mn-cs"/>
                </a:rPr>
                <a:t>데이터베이스 시스템</a:t>
              </a:r>
              <a:endParaRPr kumimoji="1" lang="en-US" altLang="ko-KR" sz="2800" b="1" kern="1200" spc="-300" dirty="0">
                <a:solidFill>
                  <a:srgbClr val="393939"/>
                </a:solidFill>
                <a:latin typeface="맑은 고딕" pitchFamily="50" charset="-127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5" name="직사각형 4"/>
            <p:cNvSpPr>
              <a:spLocks noChangeArrowheads="1"/>
            </p:cNvSpPr>
            <p:nvPr/>
          </p:nvSpPr>
          <p:spPr bwMode="auto">
            <a:xfrm>
              <a:off x="6752029" y="188640"/>
              <a:ext cx="184805" cy="5219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  <a:scene3d>
                <a:camera prst="orthographicFront"/>
                <a:lightRig rig="threePt" dir="t"/>
              </a:scene3d>
              <a:sp3d>
                <a:bevelT w="0"/>
              </a:sp3d>
            </a:bodyPr>
            <a:lstStyle>
              <a:lvl1pPr latinLnBrk="1">
                <a:defRPr kumimoji="1">
                  <a:solidFill>
                    <a:schemeClr val="tx1"/>
                  </a:solidFill>
                  <a:latin typeface="맑은 고딕" panose="020B0503020000020004" pitchFamily="50" charset="-127"/>
                  <a:ea typeface="굴림" panose="020B0600000101010101" pitchFamily="50" charset="-127"/>
                </a:defRPr>
              </a:lvl1pPr>
              <a:lvl2pPr marL="742950" indent="-285750" latinLnBrk="1">
                <a:defRPr kumimoji="1">
                  <a:solidFill>
                    <a:schemeClr val="tx1"/>
                  </a:solidFill>
                  <a:latin typeface="맑은 고딕" panose="020B0503020000020004" pitchFamily="50" charset="-127"/>
                  <a:ea typeface="굴림" panose="020B0600000101010101" pitchFamily="50" charset="-127"/>
                </a:defRPr>
              </a:lvl2pPr>
              <a:lvl3pPr marL="1143000" indent="-228600" latinLnBrk="1">
                <a:defRPr kumimoji="1">
                  <a:solidFill>
                    <a:schemeClr val="tx1"/>
                  </a:solidFill>
                  <a:latin typeface="맑은 고딕" panose="020B0503020000020004" pitchFamily="50" charset="-127"/>
                  <a:ea typeface="굴림" panose="020B0600000101010101" pitchFamily="50" charset="-127"/>
                </a:defRPr>
              </a:lvl3pPr>
              <a:lvl4pPr marL="1600200" indent="-228600" latinLnBrk="1">
                <a:defRPr kumimoji="1">
                  <a:solidFill>
                    <a:schemeClr val="tx1"/>
                  </a:solidFill>
                  <a:latin typeface="맑은 고딕" panose="020B0503020000020004" pitchFamily="50" charset="-127"/>
                  <a:ea typeface="굴림" panose="020B0600000101010101" pitchFamily="50" charset="-127"/>
                </a:defRPr>
              </a:lvl4pPr>
              <a:lvl5pPr marL="2057400" indent="-228600" latinLnBrk="1">
                <a:defRPr kumimoji="1">
                  <a:solidFill>
                    <a:schemeClr val="tx1"/>
                  </a:solidFill>
                  <a:latin typeface="맑은 고딕" panose="020B0503020000020004" pitchFamily="50" charset="-127"/>
                  <a:ea typeface="굴림" panose="020B0600000101010101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맑은 고딕" panose="020B0503020000020004" pitchFamily="50" charset="-127"/>
                  <a:ea typeface="굴림" panose="020B0600000101010101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맑은 고딕" panose="020B0503020000020004" pitchFamily="50" charset="-127"/>
                  <a:ea typeface="굴림" panose="020B0600000101010101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맑은 고딕" panose="020B0503020000020004" pitchFamily="50" charset="-127"/>
                  <a:ea typeface="굴림" panose="020B0600000101010101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맑은 고딕" panose="020B0503020000020004" pitchFamily="50" charset="-127"/>
                  <a:ea typeface="굴림" panose="020B0600000101010101" pitchFamily="50" charset="-127"/>
                </a:defRPr>
              </a:lvl9pPr>
            </a:lstStyle>
            <a:p>
              <a:pPr eaLnBrk="1" hangingPunct="1">
                <a:defRPr/>
              </a:pPr>
              <a:endParaRPr lang="ko-KR" altLang="en-US" sz="2800" b="1" dirty="0">
                <a:solidFill>
                  <a:srgbClr val="344F6B"/>
                </a:solidFill>
                <a:ea typeface="맑은 고딕" panose="020B0503020000020004" pitchFamily="50" charset="-127"/>
              </a:endParaRPr>
            </a:p>
          </p:txBody>
        </p:sp>
      </p:grpSp>
      <p:sp>
        <p:nvSpPr>
          <p:cNvPr id="6" name="Rectangle 440"/>
          <p:cNvSpPr>
            <a:spLocks noChangeArrowheads="1"/>
          </p:cNvSpPr>
          <p:nvPr userDrawn="1"/>
        </p:nvSpPr>
        <p:spPr bwMode="invGray">
          <a:xfrm>
            <a:off x="0" y="587375"/>
            <a:ext cx="9144000" cy="107950"/>
          </a:xfrm>
          <a:prstGeom prst="rect">
            <a:avLst/>
          </a:prstGeom>
          <a:solidFill>
            <a:srgbClr val="50AB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ko-KR" altLang="en-US">
              <a:solidFill>
                <a:schemeClr val="lt1"/>
              </a:solidFill>
              <a:latin typeface="+mn-lt"/>
              <a:ea typeface="+mn-ea"/>
            </a:endParaRPr>
          </a:p>
        </p:txBody>
      </p:sp>
      <p:pic>
        <p:nvPicPr>
          <p:cNvPr id="7" name="그림 1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9492" t="68494" r="5122" b="13763"/>
          <a:stretch>
            <a:fillRect/>
          </a:stretch>
        </p:blipFill>
        <p:spPr bwMode="auto">
          <a:xfrm>
            <a:off x="5521325" y="5372100"/>
            <a:ext cx="3311525" cy="1354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2171214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4_본문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39552" y="201910"/>
            <a:ext cx="7560840" cy="548680"/>
          </a:xfrm>
        </p:spPr>
        <p:txBody>
          <a:bodyPr/>
          <a:lstStyle>
            <a:lvl1pPr algn="l">
              <a:defRPr sz="2400" b="1">
                <a:solidFill>
                  <a:schemeClr val="tx1"/>
                </a:solidFill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39552" y="1085503"/>
            <a:ext cx="8064896" cy="5472608"/>
          </a:xfrm>
        </p:spPr>
        <p:txBody>
          <a:bodyPr/>
          <a:lstStyle>
            <a:lvl1pPr marL="342900" indent="-342900">
              <a:lnSpc>
                <a:spcPct val="150000"/>
              </a:lnSpc>
              <a:spcBef>
                <a:spcPts val="0"/>
              </a:spcBef>
              <a:buClr>
                <a:srgbClr val="50ABCC"/>
              </a:buClr>
              <a:buFont typeface="Wingdings" pitchFamily="2" charset="2"/>
              <a:buChar char="n"/>
              <a:defRPr sz="1600" b="1">
                <a:latin typeface="+mn-ea"/>
                <a:ea typeface="+mn-ea"/>
              </a:defRPr>
            </a:lvl1pPr>
            <a:lvl2pPr marL="447675" indent="-180975">
              <a:spcAft>
                <a:spcPts val="400"/>
              </a:spcAft>
              <a:buClr>
                <a:schemeClr val="bg1">
                  <a:lumMod val="50000"/>
                </a:schemeClr>
              </a:buClr>
              <a:buFont typeface="Wingdings" pitchFamily="2" charset="2"/>
              <a:buChar char="§"/>
              <a:defRPr sz="1200"/>
            </a:lvl2pPr>
            <a:lvl3pPr marL="628650" indent="-180975">
              <a:spcAft>
                <a:spcPts val="300"/>
              </a:spcAft>
              <a:buClr>
                <a:schemeClr val="bg1">
                  <a:lumMod val="50000"/>
                </a:schemeClr>
              </a:buClr>
              <a:buFont typeface="Arial" pitchFamily="34" charset="0"/>
              <a:buChar char="•"/>
              <a:defRPr sz="1200"/>
            </a:lvl3pPr>
            <a:lvl4pPr marL="809625" indent="-180975">
              <a:spcAft>
                <a:spcPts val="300"/>
              </a:spcAft>
              <a:buSzPct val="96000"/>
              <a:defRPr sz="1100"/>
            </a:lvl4pPr>
            <a:lvl5pPr marL="990600" indent="-180975">
              <a:buClr>
                <a:srgbClr val="50ABCC"/>
              </a:buClr>
              <a:buFont typeface="Arial" panose="020B0604020202020204" pitchFamily="34" charset="0"/>
              <a:buChar char="»"/>
              <a:defRPr sz="1100"/>
            </a:lvl5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cxnSp>
        <p:nvCxnSpPr>
          <p:cNvPr id="9" name="직선 연결선 8"/>
          <p:cNvCxnSpPr/>
          <p:nvPr userDrawn="1"/>
        </p:nvCxnSpPr>
        <p:spPr>
          <a:xfrm>
            <a:off x="0" y="869479"/>
            <a:ext cx="2339752" cy="0"/>
          </a:xfrm>
          <a:prstGeom prst="line">
            <a:avLst/>
          </a:prstGeom>
          <a:ln w="76200">
            <a:solidFill>
              <a:srgbClr val="50ABCC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직선 연결선 70"/>
          <p:cNvCxnSpPr/>
          <p:nvPr userDrawn="1"/>
        </p:nvCxnSpPr>
        <p:spPr>
          <a:xfrm>
            <a:off x="2339752" y="869479"/>
            <a:ext cx="2339752" cy="0"/>
          </a:xfrm>
          <a:prstGeom prst="line">
            <a:avLst/>
          </a:prstGeom>
          <a:ln w="76200">
            <a:solidFill>
              <a:srgbClr val="93CDDD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직선 연결선 76"/>
          <p:cNvCxnSpPr/>
          <p:nvPr userDrawn="1"/>
        </p:nvCxnSpPr>
        <p:spPr>
          <a:xfrm>
            <a:off x="4572000" y="869479"/>
            <a:ext cx="2339752" cy="0"/>
          </a:xfrm>
          <a:prstGeom prst="line">
            <a:avLst/>
          </a:prstGeom>
          <a:ln w="76200">
            <a:solidFill>
              <a:srgbClr val="B7DEE8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직선 연결선 82"/>
          <p:cNvCxnSpPr/>
          <p:nvPr userDrawn="1"/>
        </p:nvCxnSpPr>
        <p:spPr>
          <a:xfrm>
            <a:off x="6821191" y="869479"/>
            <a:ext cx="2339752" cy="0"/>
          </a:xfrm>
          <a:prstGeom prst="line">
            <a:avLst/>
          </a:prstGeom>
          <a:ln w="76200">
            <a:solidFill>
              <a:srgbClr val="B7DEE8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그림 9" descr="그래픽, 폰트, 로고, 그래픽 디자인이(가) 표시된 사진&#10;&#10;자동 생성된 설명">
            <a:extLst>
              <a:ext uri="{FF2B5EF4-FFF2-40B4-BE49-F238E27FC236}">
                <a16:creationId xmlns:a16="http://schemas.microsoft.com/office/drawing/2014/main" id="{3068F83F-E391-49E0-5253-37407A51867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80412" y="201910"/>
            <a:ext cx="648072" cy="438185"/>
          </a:xfrm>
          <a:prstGeom prst="rect">
            <a:avLst/>
          </a:prstGeom>
          <a:effectLst>
            <a:reflection blurRad="6350" stA="52000" endA="300" endPos="35000" dir="5400000" sy="-100000" algn="bl" rotWithShape="0"/>
          </a:effectLst>
        </p:spPr>
      </p:pic>
      <p:cxnSp>
        <p:nvCxnSpPr>
          <p:cNvPr id="12" name="직선 연결선 11">
            <a:extLst>
              <a:ext uri="{FF2B5EF4-FFF2-40B4-BE49-F238E27FC236}">
                <a16:creationId xmlns:a16="http://schemas.microsoft.com/office/drawing/2014/main" id="{BB739B14-04AC-719D-8A1F-249684F53A38}"/>
              </a:ext>
            </a:extLst>
          </p:cNvPr>
          <p:cNvCxnSpPr>
            <a:cxnSpLocks/>
          </p:cNvCxnSpPr>
          <p:nvPr userDrawn="1"/>
        </p:nvCxnSpPr>
        <p:spPr>
          <a:xfrm rot="10800000">
            <a:off x="6804248" y="6824368"/>
            <a:ext cx="2339752" cy="0"/>
          </a:xfrm>
          <a:prstGeom prst="line">
            <a:avLst/>
          </a:prstGeom>
          <a:ln w="76200">
            <a:solidFill>
              <a:srgbClr val="50ABCC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716E929E-44F4-F66A-DF05-A65DA3CA4C6B}"/>
              </a:ext>
            </a:extLst>
          </p:cNvPr>
          <p:cNvCxnSpPr>
            <a:cxnSpLocks/>
          </p:cNvCxnSpPr>
          <p:nvPr userDrawn="1"/>
        </p:nvCxnSpPr>
        <p:spPr>
          <a:xfrm rot="10800000">
            <a:off x="4464496" y="6824368"/>
            <a:ext cx="2339752" cy="0"/>
          </a:xfrm>
          <a:prstGeom prst="line">
            <a:avLst/>
          </a:prstGeom>
          <a:ln w="76200">
            <a:solidFill>
              <a:srgbClr val="93CDDD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직선 연결선 13">
            <a:extLst>
              <a:ext uri="{FF2B5EF4-FFF2-40B4-BE49-F238E27FC236}">
                <a16:creationId xmlns:a16="http://schemas.microsoft.com/office/drawing/2014/main" id="{C3067380-2C1F-012A-FE06-0CBF32521EA9}"/>
              </a:ext>
            </a:extLst>
          </p:cNvPr>
          <p:cNvCxnSpPr>
            <a:cxnSpLocks/>
          </p:cNvCxnSpPr>
          <p:nvPr userDrawn="1"/>
        </p:nvCxnSpPr>
        <p:spPr>
          <a:xfrm rot="10800000">
            <a:off x="2141686" y="6824368"/>
            <a:ext cx="2339752" cy="0"/>
          </a:xfrm>
          <a:prstGeom prst="line">
            <a:avLst/>
          </a:prstGeom>
          <a:ln w="76200">
            <a:solidFill>
              <a:srgbClr val="B7DEE8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직선 연결선 14">
            <a:extLst>
              <a:ext uri="{FF2B5EF4-FFF2-40B4-BE49-F238E27FC236}">
                <a16:creationId xmlns:a16="http://schemas.microsoft.com/office/drawing/2014/main" id="{65DC1752-DB4D-5A74-5F8A-96EF372219A1}"/>
              </a:ext>
            </a:extLst>
          </p:cNvPr>
          <p:cNvCxnSpPr/>
          <p:nvPr userDrawn="1"/>
        </p:nvCxnSpPr>
        <p:spPr>
          <a:xfrm>
            <a:off x="0" y="6824368"/>
            <a:ext cx="2339752" cy="0"/>
          </a:xfrm>
          <a:prstGeom prst="line">
            <a:avLst/>
          </a:prstGeom>
          <a:ln w="76200">
            <a:solidFill>
              <a:srgbClr val="B7DEE8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722789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제목 개체 틀 1"/>
          <p:cNvSpPr>
            <a:spLocks noGrp="1"/>
          </p:cNvSpPr>
          <p:nvPr>
            <p:ph type="title"/>
          </p:nvPr>
        </p:nvSpPr>
        <p:spPr bwMode="auto">
          <a:xfrm>
            <a:off x="251520" y="274638"/>
            <a:ext cx="8712968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제목 스타일 편집</a:t>
            </a:r>
          </a:p>
        </p:txBody>
      </p:sp>
      <p:sp>
        <p:nvSpPr>
          <p:cNvPr id="1027" name="텍스트 개체 틀 2"/>
          <p:cNvSpPr>
            <a:spLocks noGrp="1"/>
          </p:cNvSpPr>
          <p:nvPr>
            <p:ph type="body" idx="1"/>
          </p:nvPr>
        </p:nvSpPr>
        <p:spPr bwMode="auto">
          <a:xfrm>
            <a:off x="251520" y="1600200"/>
            <a:ext cx="8712968" cy="48531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7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534869"/>
            <a:ext cx="2133600" cy="253281"/>
          </a:xfrm>
          <a:prstGeom prst="rect">
            <a:avLst/>
          </a:prstGeom>
        </p:spPr>
        <p:txBody>
          <a:bodyPr/>
          <a:lstStyle>
            <a:lvl1pPr>
              <a:defRPr sz="1000"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3C4A7B72-6AE8-49C2-8F32-E8A725FD610D}" type="datetimeFigureOut">
              <a:rPr lang="ko-KR" altLang="en-US" smtClean="0"/>
              <a:pPr>
                <a:defRPr/>
              </a:pPr>
              <a:t>2026-03-05</a:t>
            </a:fld>
            <a:endParaRPr lang="ko-KR" altLang="en-US" dirty="0"/>
          </a:p>
        </p:txBody>
      </p:sp>
      <p:sp>
        <p:nvSpPr>
          <p:cNvPr id="8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525344"/>
            <a:ext cx="2895600" cy="253281"/>
          </a:xfrm>
          <a:prstGeom prst="rect">
            <a:avLst/>
          </a:prstGeom>
        </p:spPr>
        <p:txBody>
          <a:bodyPr/>
          <a:lstStyle>
            <a:lvl1pPr>
              <a:defRPr sz="1000"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ko-KR" altLang="en-US" dirty="0"/>
          </a:p>
        </p:txBody>
      </p:sp>
      <p:sp>
        <p:nvSpPr>
          <p:cNvPr id="9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515819"/>
            <a:ext cx="2133600" cy="253281"/>
          </a:xfrm>
          <a:prstGeom prst="rect">
            <a:avLst/>
          </a:prstGeom>
        </p:spPr>
        <p:txBody>
          <a:bodyPr/>
          <a:lstStyle>
            <a:lvl1pPr>
              <a:defRPr sz="1000"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52DD98C4-AD35-4759-9571-E1AA62A00DA9}" type="slidenum">
              <a:rPr lang="ko-KR" altLang="en-US" smtClean="0"/>
              <a:pPr>
                <a:defRPr/>
              </a:pPr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8" r:id="rId1"/>
    <p:sldLayoutId id="2147483690" r:id="rId2"/>
    <p:sldLayoutId id="2147483693" r:id="rId3"/>
    <p:sldLayoutId id="2147483692" r:id="rId4"/>
  </p:sldLayoutIdLst>
  <p:txStyles>
    <p:titleStyle>
      <a:lvl1pPr algn="ctr" rtl="0" eaLnBrk="0" fontAlgn="base" latinLnBrk="1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2pPr>
      <a:lvl3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3pPr>
      <a:lvl4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4pPr>
      <a:lvl5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5pPr>
      <a:lvl6pPr marL="4572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6pPr>
      <a:lvl7pPr marL="9144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7pPr>
      <a:lvl8pPr marL="13716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8pPr>
      <a:lvl9pPr marL="18288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Font typeface="Arial" charset="0"/>
        <a:buBlip>
          <a:blip r:embed="rId6"/>
        </a:buBlip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 idx="4294967295"/>
          </p:nvPr>
        </p:nvSpPr>
        <p:spPr>
          <a:xfrm>
            <a:off x="156810" y="3501008"/>
            <a:ext cx="6143382" cy="1902073"/>
          </a:xfrm>
        </p:spPr>
        <p:txBody>
          <a:bodyPr/>
          <a:lstStyle/>
          <a:p>
            <a:pPr algn="l"/>
            <a:r>
              <a:rPr lang="en-US" altLang="ko-KR" sz="4000" b="1" dirty="0">
                <a:solidFill>
                  <a:srgbClr val="215968"/>
                </a:solidFill>
              </a:rPr>
              <a:t/>
            </a:r>
            <a:br>
              <a:rPr lang="en-US" altLang="ko-KR" sz="4000" b="1" dirty="0">
                <a:solidFill>
                  <a:srgbClr val="215968"/>
                </a:solidFill>
              </a:rPr>
            </a:br>
            <a:r>
              <a:rPr lang="en-US" altLang="ko-KR" sz="800" dirty="0"/>
              <a:t/>
            </a:r>
            <a:br>
              <a:rPr lang="en-US" altLang="ko-KR" sz="800" dirty="0"/>
            </a:br>
            <a:r>
              <a:rPr lang="ko-KR" altLang="en-US" sz="46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데이터베이스 시스템</a:t>
            </a:r>
          </a:p>
        </p:txBody>
      </p:sp>
    </p:spTree>
    <p:extLst>
      <p:ext uri="{BB962C8B-B14F-4D97-AF65-F5344CB8AC3E}">
        <p14:creationId xmlns:p14="http://schemas.microsoft.com/office/powerpoint/2010/main" val="40178309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altLang="ko-KR" sz="4000" b="1" dirty="0">
                <a:solidFill>
                  <a:srgbClr val="215968"/>
                </a:solidFill>
              </a:rPr>
              <a:t/>
            </a:r>
            <a:br>
              <a:rPr lang="en-US" altLang="ko-KR" sz="4000" b="1" dirty="0">
                <a:solidFill>
                  <a:srgbClr val="215968"/>
                </a:solidFill>
              </a:rPr>
            </a:br>
            <a:r>
              <a:rPr lang="en-US" altLang="ko-KR" sz="800" dirty="0"/>
              <a:t/>
            </a:r>
            <a:br>
              <a:rPr lang="en-US" altLang="ko-KR" sz="800" dirty="0"/>
            </a:br>
            <a:endParaRPr lang="ko-KR" altLang="en-US" sz="4600" b="1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A696750-440E-CE18-C9A1-5E2649016F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/>
              <a:t>https://syntaxwiki.com:3026</a:t>
            </a:r>
            <a:endParaRPr lang="ko-KR" altLang="en-US" dirty="0"/>
          </a:p>
        </p:txBody>
      </p:sp>
      <p:sp>
        <p:nvSpPr>
          <p:cNvPr id="4" name="제목 1">
            <a:extLst>
              <a:ext uri="{FF2B5EF4-FFF2-40B4-BE49-F238E27FC236}">
                <a16:creationId xmlns:a16="http://schemas.microsoft.com/office/drawing/2014/main" id="{519D6F05-F35D-1A83-05D3-E36B8F6E3052}"/>
              </a:ext>
            </a:extLst>
          </p:cNvPr>
          <p:cNvSpPr txBox="1">
            <a:spLocks/>
          </p:cNvSpPr>
          <p:nvPr/>
        </p:nvSpPr>
        <p:spPr bwMode="auto">
          <a:xfrm>
            <a:off x="539552" y="201910"/>
            <a:ext cx="7560840" cy="5486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457200" algn="ctr" rtl="0" fontAlgn="base" latinLnBrk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914400" algn="ctr" rtl="0" fontAlgn="base" latinLnBrk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1371600" algn="ctr" rtl="0" fontAlgn="base" latinLnBrk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1828800" algn="ctr" rtl="0" fontAlgn="base" latinLnBrk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r>
              <a:rPr kumimoji="0" lang="ko-KR" altLang="en-US" dirty="0"/>
              <a:t>강의 자료 링크</a:t>
            </a:r>
          </a:p>
        </p:txBody>
      </p:sp>
    </p:spTree>
    <p:extLst>
      <p:ext uri="{BB962C8B-B14F-4D97-AF65-F5344CB8AC3E}">
        <p14:creationId xmlns:p14="http://schemas.microsoft.com/office/powerpoint/2010/main" val="4804419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AF0ED9-AA8E-51E4-38A4-4A8234C62C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F243843-9AA5-E992-346D-69C86DED18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Database </a:t>
            </a:r>
            <a:r>
              <a:rPr lang="ko-KR" altLang="en-US"/>
              <a:t>생성</a:t>
            </a:r>
            <a:endParaRPr lang="en-US" altLang="ko-KR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F0A7F6C-E69F-8590-9DEA-35B9D830AD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3528" y="1052736"/>
            <a:ext cx="7704856" cy="3310780"/>
          </a:xfrm>
          <a:prstGeom prst="rect">
            <a:avLst/>
          </a:prstGeom>
        </p:spPr>
        <p:txBody>
          <a:bodyPr/>
          <a:lstStyle/>
          <a:p>
            <a:pPr latinLnBrk="0"/>
            <a:r>
              <a:rPr lang="en-US" altLang="ko-KR" sz="1400">
                <a:solidFill>
                  <a:schemeClr val="tx2"/>
                </a:solidFill>
              </a:rPr>
              <a:t>SQL script </a:t>
            </a:r>
            <a:r>
              <a:rPr lang="ko-KR" altLang="en-US" sz="1400">
                <a:solidFill>
                  <a:schemeClr val="tx2"/>
                </a:solidFill>
              </a:rPr>
              <a:t>파일 다운 로드</a:t>
            </a:r>
            <a:endParaRPr lang="en-US" altLang="ko-KR" sz="1400">
              <a:solidFill>
                <a:schemeClr val="tx2"/>
              </a:solidFill>
            </a:endParaRPr>
          </a:p>
          <a:p>
            <a:pPr latinLnBrk="0"/>
            <a:r>
              <a:rPr lang="ko-KR" altLang="en-US" sz="1400">
                <a:solidFill>
                  <a:schemeClr val="tx2"/>
                </a:solidFill>
              </a:rPr>
              <a:t>강의 자료 링크에서 </a:t>
            </a:r>
            <a:r>
              <a:rPr lang="en-US" altLang="ko-KR" sz="1400">
                <a:solidFill>
                  <a:schemeClr val="tx2"/>
                </a:solidFill>
              </a:rPr>
              <a:t>demo_madang.sql </a:t>
            </a:r>
            <a:r>
              <a:rPr lang="ko-KR" altLang="en-US" sz="1400">
                <a:solidFill>
                  <a:schemeClr val="tx2"/>
                </a:solidFill>
              </a:rPr>
              <a:t>다운로드</a:t>
            </a:r>
            <a:endParaRPr lang="en-US" altLang="ko-KR" sz="1400" dirty="0">
              <a:solidFill>
                <a:schemeClr val="tx2"/>
              </a:solidFill>
            </a:endParaRPr>
          </a:p>
          <a:p>
            <a:pPr latinLnBrk="0">
              <a:buFont typeface="Wingdings" pitchFamily="2" charset="2"/>
              <a:buChar char="v"/>
            </a:pPr>
            <a:endParaRPr lang="en-US" altLang="ko-KR" sz="1400" dirty="0">
              <a:solidFill>
                <a:schemeClr val="tx2"/>
              </a:solidFill>
            </a:endParaRPr>
          </a:p>
          <a:p>
            <a:pPr latinLnBrk="0">
              <a:buFont typeface="Wingdings" pitchFamily="2" charset="2"/>
              <a:buChar char="v"/>
            </a:pPr>
            <a:endParaRPr lang="en-US" altLang="ko-KR" sz="2000" dirty="0">
              <a:solidFill>
                <a:schemeClr val="tx2"/>
              </a:solidFill>
            </a:endParaRPr>
          </a:p>
          <a:p>
            <a:pPr marL="0" indent="0" latinLnBrk="0">
              <a:buNone/>
            </a:pPr>
            <a:endParaRPr lang="en-US" altLang="ko-KR" sz="2000" dirty="0">
              <a:solidFill>
                <a:schemeClr val="tx2"/>
              </a:solidFill>
            </a:endParaRPr>
          </a:p>
          <a:p>
            <a:pPr latinLnBrk="0">
              <a:buFont typeface="Wingdings" pitchFamily="2" charset="2"/>
              <a:buChar char="v"/>
            </a:pPr>
            <a:endParaRPr lang="en-US" altLang="ko-KR" sz="2000" dirty="0">
              <a:solidFill>
                <a:schemeClr val="tx2"/>
              </a:solidFill>
            </a:endParaRP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E6052417-619A-D43A-129A-2DE89380F3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3568" y="1700808"/>
            <a:ext cx="2130688" cy="25581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28011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3D6076-3DE8-7D60-DBAF-E997EF5705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13CA460-A362-DB0E-39ED-A62E533895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Database </a:t>
            </a:r>
            <a:r>
              <a:rPr lang="ko-KR" altLang="en-US"/>
              <a:t>생성</a:t>
            </a:r>
            <a:endParaRPr lang="en-US" altLang="ko-KR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A782A49-1FEE-CCFD-D8AE-448ADB1996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3528" y="1052736"/>
            <a:ext cx="7704856" cy="5544616"/>
          </a:xfrm>
          <a:prstGeom prst="rect">
            <a:avLst/>
          </a:prstGeom>
        </p:spPr>
        <p:txBody>
          <a:bodyPr/>
          <a:lstStyle/>
          <a:p>
            <a:pPr latinLnBrk="0">
              <a:buFont typeface="Wingdings" panose="05000000000000000000" pitchFamily="2" charset="2"/>
              <a:buChar char="Ø"/>
            </a:pPr>
            <a:r>
              <a:rPr lang="en-US" altLang="ko-KR" sz="1200" b="0"/>
              <a:t>SQL script </a:t>
            </a:r>
            <a:r>
              <a:rPr lang="ko-KR" altLang="en-US" sz="1200" b="0"/>
              <a:t>파일 다운 로드</a:t>
            </a:r>
            <a:endParaRPr lang="en-US" altLang="ko-KR" sz="1200" b="0"/>
          </a:p>
          <a:p>
            <a:pPr latinLnBrk="0">
              <a:buFont typeface="Wingdings" panose="05000000000000000000" pitchFamily="2" charset="2"/>
              <a:buChar char="Ø"/>
            </a:pPr>
            <a:r>
              <a:rPr lang="ko-KR" altLang="en-US" sz="1200" b="0"/>
              <a:t>강의 자료 링크에서 </a:t>
            </a:r>
            <a:r>
              <a:rPr lang="en-US" altLang="ko-KR" sz="1200" b="0"/>
              <a:t>demo_madang.sql </a:t>
            </a:r>
            <a:r>
              <a:rPr lang="ko-KR" altLang="en-US" sz="1200" b="0"/>
              <a:t>다운로드</a:t>
            </a:r>
            <a:endParaRPr lang="en-US" altLang="ko-KR" sz="1200" b="0"/>
          </a:p>
          <a:p>
            <a:pPr latinLnBrk="0">
              <a:buFont typeface="Wingdings" panose="05000000000000000000" pitchFamily="2" charset="2"/>
              <a:buChar char="Ø"/>
            </a:pPr>
            <a:r>
              <a:rPr lang="en-US" altLang="ko-KR" sz="1200" b="0"/>
              <a:t>demo_madang.sql</a:t>
            </a:r>
            <a:r>
              <a:rPr lang="ko-KR" altLang="en-US" sz="1200" b="0"/>
              <a:t>파일 </a:t>
            </a:r>
            <a:r>
              <a:rPr lang="en-US" altLang="ko-KR" sz="1200" b="0"/>
              <a:t>D:\mysql_workspace\ </a:t>
            </a:r>
            <a:r>
              <a:rPr lang="ko-KR" altLang="en-US" sz="1200" b="0"/>
              <a:t>폴더로 복사</a:t>
            </a:r>
            <a:endParaRPr lang="en-US" altLang="ko-KR" sz="1200" b="0"/>
          </a:p>
          <a:p>
            <a:pPr latinLnBrk="0">
              <a:buFont typeface="Wingdings" panose="05000000000000000000" pitchFamily="2" charset="2"/>
              <a:buChar char="Ø"/>
            </a:pPr>
            <a:r>
              <a:rPr lang="en-US" altLang="ko-KR" sz="1200" b="0"/>
              <a:t>workbench </a:t>
            </a:r>
            <a:r>
              <a:rPr lang="ko-KR" altLang="en-US" sz="1200" b="0"/>
              <a:t>실행</a:t>
            </a:r>
            <a:endParaRPr lang="en-US" altLang="ko-KR" sz="1200" b="0"/>
          </a:p>
          <a:p>
            <a:pPr latinLnBrk="0">
              <a:buFont typeface="Wingdings" panose="05000000000000000000" pitchFamily="2" charset="2"/>
              <a:buChar char="Ø"/>
            </a:pPr>
            <a:endParaRPr lang="en-US" altLang="ko-KR" sz="1200" b="0"/>
          </a:p>
          <a:p>
            <a:pPr latinLnBrk="0">
              <a:buFont typeface="Wingdings" panose="05000000000000000000" pitchFamily="2" charset="2"/>
              <a:buChar char="Ø"/>
            </a:pPr>
            <a:endParaRPr lang="en-US" altLang="ko-KR" sz="1200" b="0"/>
          </a:p>
          <a:p>
            <a:pPr latinLnBrk="0">
              <a:buFont typeface="Wingdings" panose="05000000000000000000" pitchFamily="2" charset="2"/>
              <a:buChar char="Ø"/>
            </a:pPr>
            <a:endParaRPr lang="en-US" altLang="ko-KR" sz="1200" b="0"/>
          </a:p>
          <a:p>
            <a:pPr latinLnBrk="0">
              <a:buFont typeface="Wingdings" panose="05000000000000000000" pitchFamily="2" charset="2"/>
              <a:buChar char="Ø"/>
            </a:pPr>
            <a:endParaRPr lang="en-US" altLang="ko-KR" sz="1200" b="0"/>
          </a:p>
          <a:p>
            <a:pPr latinLnBrk="0">
              <a:buFont typeface="Wingdings" panose="05000000000000000000" pitchFamily="2" charset="2"/>
              <a:buChar char="Ø"/>
            </a:pPr>
            <a:endParaRPr lang="en-US" altLang="ko-KR" sz="1200" b="0"/>
          </a:p>
          <a:p>
            <a:pPr latinLnBrk="0">
              <a:buFont typeface="Wingdings" panose="05000000000000000000" pitchFamily="2" charset="2"/>
              <a:buChar char="Ø"/>
            </a:pPr>
            <a:endParaRPr lang="en-US" altLang="ko-KR" sz="1200" b="0"/>
          </a:p>
          <a:p>
            <a:pPr latinLnBrk="0">
              <a:buFont typeface="Wingdings" panose="05000000000000000000" pitchFamily="2" charset="2"/>
              <a:buChar char="Ø"/>
            </a:pPr>
            <a:r>
              <a:rPr lang="en-US" altLang="ko-KR" sz="1200" b="0"/>
              <a:t>Open SQL Script </a:t>
            </a:r>
            <a:r>
              <a:rPr lang="ko-KR" altLang="en-US" sz="1200" b="0"/>
              <a:t>메뉴 선택 </a:t>
            </a:r>
            <a:r>
              <a:rPr lang="en-US" altLang="ko-KR" sz="1200" b="0"/>
              <a:t>&gt; demo_madang.sql </a:t>
            </a:r>
            <a:r>
              <a:rPr lang="ko-KR" altLang="en-US" sz="1200" b="0"/>
              <a:t>선택</a:t>
            </a:r>
            <a:endParaRPr lang="en-US" altLang="ko-KR" sz="1200" b="0"/>
          </a:p>
          <a:p>
            <a:pPr latinLnBrk="0">
              <a:buFont typeface="Wingdings" panose="05000000000000000000" pitchFamily="2" charset="2"/>
              <a:buChar char="Ø"/>
            </a:pPr>
            <a:endParaRPr lang="en-US" altLang="ko-KR" sz="1200" b="0"/>
          </a:p>
          <a:p>
            <a:pPr latinLnBrk="0">
              <a:buFont typeface="Wingdings" panose="05000000000000000000" pitchFamily="2" charset="2"/>
              <a:buChar char="Ø"/>
            </a:pPr>
            <a:endParaRPr lang="en-US" altLang="ko-KR" sz="1200" b="0"/>
          </a:p>
          <a:p>
            <a:pPr latinLnBrk="0">
              <a:buFont typeface="Wingdings" panose="05000000000000000000" pitchFamily="2" charset="2"/>
              <a:buChar char="Ø"/>
            </a:pPr>
            <a:endParaRPr lang="en-US" altLang="ko-KR" sz="1200" b="0"/>
          </a:p>
          <a:p>
            <a:pPr latinLnBrk="0">
              <a:buFont typeface="Wingdings" panose="05000000000000000000" pitchFamily="2" charset="2"/>
              <a:buChar char="Ø"/>
            </a:pPr>
            <a:endParaRPr lang="en-US" altLang="ko-KR" sz="1200" b="0"/>
          </a:p>
          <a:p>
            <a:pPr latinLnBrk="0">
              <a:buFont typeface="Wingdings" panose="05000000000000000000" pitchFamily="2" charset="2"/>
              <a:buChar char="Ø"/>
            </a:pPr>
            <a:endParaRPr lang="en-US" altLang="ko-KR" sz="1200" b="0"/>
          </a:p>
          <a:p>
            <a:pPr latinLnBrk="0">
              <a:buFont typeface="Wingdings" panose="05000000000000000000" pitchFamily="2" charset="2"/>
              <a:buChar char="Ø"/>
            </a:pPr>
            <a:endParaRPr lang="en-US" altLang="ko-KR" sz="1200" b="0"/>
          </a:p>
          <a:p>
            <a:pPr latinLnBrk="0">
              <a:buFont typeface="Wingdings" panose="05000000000000000000" pitchFamily="2" charset="2"/>
              <a:buChar char="Ø"/>
            </a:pPr>
            <a:r>
              <a:rPr lang="en-US" altLang="ko-KR" sz="1200" b="0"/>
              <a:t>script </a:t>
            </a:r>
            <a:r>
              <a:rPr lang="ko-KR" altLang="en-US" sz="1200" b="0"/>
              <a:t>실행 버튼 클릭</a:t>
            </a:r>
            <a:endParaRPr lang="en-US" altLang="ko-KR" sz="1200" b="0"/>
          </a:p>
          <a:p>
            <a:pPr latinLnBrk="0"/>
            <a:endParaRPr lang="en-US" altLang="ko-KR" sz="1400">
              <a:solidFill>
                <a:schemeClr val="tx2"/>
              </a:solidFill>
            </a:endParaRPr>
          </a:p>
          <a:p>
            <a:pPr latinLnBrk="0"/>
            <a:endParaRPr lang="en-US" altLang="ko-KR" sz="1400">
              <a:solidFill>
                <a:schemeClr val="tx2"/>
              </a:solidFill>
            </a:endParaRPr>
          </a:p>
          <a:p>
            <a:pPr latinLnBrk="0"/>
            <a:endParaRPr lang="en-US" altLang="ko-KR" sz="1400">
              <a:solidFill>
                <a:schemeClr val="tx2"/>
              </a:solidFill>
            </a:endParaRPr>
          </a:p>
          <a:p>
            <a:pPr latinLnBrk="0"/>
            <a:endParaRPr lang="en-US" altLang="ko-KR" sz="1400">
              <a:solidFill>
                <a:schemeClr val="tx2"/>
              </a:solidFill>
            </a:endParaRPr>
          </a:p>
          <a:p>
            <a:pPr latinLnBrk="0"/>
            <a:endParaRPr lang="en-US" altLang="ko-KR" sz="1400">
              <a:solidFill>
                <a:schemeClr val="tx2"/>
              </a:solidFill>
            </a:endParaRPr>
          </a:p>
          <a:p>
            <a:pPr latinLnBrk="0"/>
            <a:endParaRPr lang="en-US" altLang="ko-KR" sz="1400">
              <a:solidFill>
                <a:schemeClr val="tx2"/>
              </a:solidFill>
            </a:endParaRPr>
          </a:p>
          <a:p>
            <a:pPr latinLnBrk="0"/>
            <a:endParaRPr lang="en-US" altLang="ko-KR" sz="1400" dirty="0">
              <a:solidFill>
                <a:schemeClr val="tx2"/>
              </a:solidFill>
            </a:endParaRPr>
          </a:p>
          <a:p>
            <a:pPr latinLnBrk="0">
              <a:buFont typeface="Wingdings" pitchFamily="2" charset="2"/>
              <a:buChar char="v"/>
            </a:pPr>
            <a:endParaRPr lang="en-US" altLang="ko-KR" sz="1400" dirty="0">
              <a:solidFill>
                <a:schemeClr val="tx2"/>
              </a:solidFill>
            </a:endParaRPr>
          </a:p>
          <a:p>
            <a:pPr latinLnBrk="0">
              <a:buFont typeface="Wingdings" pitchFamily="2" charset="2"/>
              <a:buChar char="v"/>
            </a:pPr>
            <a:endParaRPr lang="en-US" altLang="ko-KR" sz="2000" dirty="0">
              <a:solidFill>
                <a:schemeClr val="tx2"/>
              </a:solidFill>
            </a:endParaRPr>
          </a:p>
          <a:p>
            <a:pPr marL="0" indent="0" latinLnBrk="0">
              <a:buNone/>
            </a:pPr>
            <a:endParaRPr lang="en-US" altLang="ko-KR" sz="2000" dirty="0">
              <a:solidFill>
                <a:schemeClr val="tx2"/>
              </a:solidFill>
            </a:endParaRPr>
          </a:p>
          <a:p>
            <a:pPr latinLnBrk="0">
              <a:buFont typeface="Wingdings" pitchFamily="2" charset="2"/>
              <a:buChar char="v"/>
            </a:pPr>
            <a:endParaRPr lang="en-US" altLang="ko-KR" sz="2000" dirty="0">
              <a:solidFill>
                <a:schemeClr val="tx2"/>
              </a:solidFill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AB848ED5-3F9A-8D0D-2C26-A0A78BB87B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98112" y="1962583"/>
            <a:ext cx="1628359" cy="1826457"/>
          </a:xfrm>
          <a:prstGeom prst="rect">
            <a:avLst/>
          </a:prstGeom>
        </p:spPr>
      </p:pic>
      <p:sp>
        <p:nvSpPr>
          <p:cNvPr id="6" name="직사각형 5">
            <a:extLst>
              <a:ext uri="{FF2B5EF4-FFF2-40B4-BE49-F238E27FC236}">
                <a16:creationId xmlns:a16="http://schemas.microsoft.com/office/drawing/2014/main" id="{6359F0A7-EE4E-EC34-4D97-D8AA0FBD2E31}"/>
              </a:ext>
            </a:extLst>
          </p:cNvPr>
          <p:cNvSpPr/>
          <p:nvPr/>
        </p:nvSpPr>
        <p:spPr>
          <a:xfrm>
            <a:off x="2066960" y="2492896"/>
            <a:ext cx="1728192" cy="144016"/>
          </a:xfrm>
          <a:prstGeom prst="rect">
            <a:avLst/>
          </a:prstGeom>
          <a:noFill/>
          <a:ln w="12700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1EB1309E-44BD-3F08-D507-1AFF30B6FE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7584" y="4226500"/>
            <a:ext cx="2725631" cy="1380313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A6E66C8F-F19B-4831-13BB-E9FBB0FDF28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67744" y="5761301"/>
            <a:ext cx="295316" cy="295316"/>
          </a:xfrm>
          <a:prstGeom prst="rect">
            <a:avLst/>
          </a:prstGeom>
        </p:spPr>
      </p:pic>
      <p:sp>
        <p:nvSpPr>
          <p:cNvPr id="12" name="직사각형 11">
            <a:extLst>
              <a:ext uri="{FF2B5EF4-FFF2-40B4-BE49-F238E27FC236}">
                <a16:creationId xmlns:a16="http://schemas.microsoft.com/office/drawing/2014/main" id="{976BC665-D50E-7742-4AFD-9DC5FC13F748}"/>
              </a:ext>
            </a:extLst>
          </p:cNvPr>
          <p:cNvSpPr/>
          <p:nvPr/>
        </p:nvSpPr>
        <p:spPr>
          <a:xfrm>
            <a:off x="1202864" y="4357650"/>
            <a:ext cx="200784" cy="201600"/>
          </a:xfrm>
          <a:prstGeom prst="rect">
            <a:avLst/>
          </a:prstGeom>
          <a:noFill/>
          <a:ln w="12700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3530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1. SELECT </a:t>
            </a:r>
            <a:r>
              <a:rPr lang="ko-KR" altLang="en-US" dirty="0"/>
              <a:t>문</a:t>
            </a:r>
            <a:endParaRPr lang="en-US" altLang="ko-KR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prstGeom prst="rect">
            <a:avLst/>
          </a:prstGeom>
        </p:spPr>
        <p:txBody>
          <a:bodyPr/>
          <a:lstStyle/>
          <a:p>
            <a:pPr latinLnBrk="0">
              <a:buFont typeface="Wingdings" pitchFamily="2" charset="2"/>
              <a:buChar char="v"/>
            </a:pPr>
            <a:r>
              <a:rPr lang="en-US" altLang="ko-KR" sz="2000" dirty="0">
                <a:solidFill>
                  <a:schemeClr val="tx2"/>
                </a:solidFill>
              </a:rPr>
              <a:t>SELECT </a:t>
            </a:r>
            <a:r>
              <a:rPr lang="ko-KR" altLang="en-US" sz="2000" dirty="0">
                <a:solidFill>
                  <a:schemeClr val="tx2"/>
                </a:solidFill>
              </a:rPr>
              <a:t>문의 구성요소</a:t>
            </a:r>
            <a:endParaRPr lang="en-US" altLang="ko-KR" sz="2000" dirty="0">
              <a:solidFill>
                <a:schemeClr val="tx2"/>
              </a:solidFill>
            </a:endParaRPr>
          </a:p>
          <a:p>
            <a:pPr latinLnBrk="0">
              <a:buFont typeface="Wingdings" pitchFamily="2" charset="2"/>
              <a:buChar char="v"/>
            </a:pPr>
            <a:endParaRPr lang="en-US" altLang="ko-KR" sz="2000" dirty="0">
              <a:solidFill>
                <a:schemeClr val="tx2"/>
              </a:solidFill>
            </a:endParaRPr>
          </a:p>
          <a:p>
            <a:pPr latinLnBrk="0">
              <a:buFont typeface="Wingdings" pitchFamily="2" charset="2"/>
              <a:buChar char="v"/>
            </a:pPr>
            <a:endParaRPr lang="en-US" altLang="ko-KR" sz="2000" dirty="0">
              <a:solidFill>
                <a:schemeClr val="tx2"/>
              </a:solidFill>
            </a:endParaRPr>
          </a:p>
          <a:p>
            <a:pPr marL="0" indent="0" latinLnBrk="0">
              <a:buNone/>
            </a:pPr>
            <a:endParaRPr lang="en-US" altLang="ko-KR" sz="2000" dirty="0">
              <a:solidFill>
                <a:schemeClr val="tx2"/>
              </a:solidFill>
            </a:endParaRPr>
          </a:p>
          <a:p>
            <a:pPr latinLnBrk="0">
              <a:buFont typeface="Wingdings" pitchFamily="2" charset="2"/>
              <a:buChar char="v"/>
            </a:pPr>
            <a:endParaRPr lang="en-US" altLang="ko-KR" sz="2000" dirty="0">
              <a:solidFill>
                <a:schemeClr val="tx2"/>
              </a:solidFill>
            </a:endParaRPr>
          </a:p>
          <a:p>
            <a:pPr latinLnBrk="0">
              <a:buFont typeface="Wingdings" pitchFamily="2" charset="2"/>
              <a:buChar char="v"/>
            </a:pPr>
            <a:r>
              <a:rPr lang="en-US" altLang="ko-KR" sz="2000" dirty="0">
                <a:solidFill>
                  <a:schemeClr val="tx2"/>
                </a:solidFill>
              </a:rPr>
              <a:t>SELECT </a:t>
            </a:r>
            <a:r>
              <a:rPr lang="ko-KR" altLang="en-US" sz="2000" dirty="0">
                <a:solidFill>
                  <a:schemeClr val="tx2"/>
                </a:solidFill>
              </a:rPr>
              <a:t>문의 기본 문법</a:t>
            </a:r>
            <a:endParaRPr lang="en-US" altLang="ko-KR" sz="2000" dirty="0">
              <a:solidFill>
                <a:schemeClr val="tx2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970806" y="4067919"/>
            <a:ext cx="5616624" cy="209738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vert="horz" wrap="none" lIns="91440" tIns="45720" rIns="91440" bIns="45720" rtlCol="0" anchor="ctr">
            <a:normAutofit lnSpcReduction="10000"/>
          </a:bodyPr>
          <a:lstStyle/>
          <a:p>
            <a:pPr marL="266700" lvl="1" indent="0">
              <a:lnSpc>
                <a:spcPct val="150000"/>
              </a:lnSpc>
              <a:buNone/>
            </a:pPr>
            <a:r>
              <a:rPr lang="en-US" altLang="ko-KR" sz="1200" dirty="0">
                <a:latin typeface="+mn-ea"/>
                <a:ea typeface="+mn-ea"/>
              </a:rPr>
              <a:t>SELECT [ALL┃DISTINCT] </a:t>
            </a:r>
            <a:r>
              <a:rPr lang="ko-KR" altLang="en-US" sz="1200" dirty="0">
                <a:latin typeface="+mn-ea"/>
                <a:ea typeface="+mn-ea"/>
              </a:rPr>
              <a:t>속성이름</a:t>
            </a:r>
            <a:r>
              <a:rPr lang="en-US" altLang="ko-KR" sz="1200" dirty="0">
                <a:latin typeface="+mn-ea"/>
                <a:ea typeface="+mn-ea"/>
              </a:rPr>
              <a:t>(</a:t>
            </a:r>
            <a:r>
              <a:rPr lang="ko-KR" altLang="en-US" sz="1200" dirty="0">
                <a:latin typeface="+mn-ea"/>
                <a:ea typeface="+mn-ea"/>
              </a:rPr>
              <a:t>들</a:t>
            </a:r>
            <a:r>
              <a:rPr lang="en-US" altLang="ko-KR" sz="1200" dirty="0">
                <a:latin typeface="+mn-ea"/>
                <a:ea typeface="+mn-ea"/>
              </a:rPr>
              <a:t>)</a:t>
            </a:r>
          </a:p>
          <a:p>
            <a:pPr marL="266700" lvl="1" indent="0">
              <a:lnSpc>
                <a:spcPct val="150000"/>
              </a:lnSpc>
              <a:buNone/>
            </a:pPr>
            <a:r>
              <a:rPr lang="en-US" altLang="ko-KR" sz="1200" dirty="0">
                <a:latin typeface="+mn-ea"/>
                <a:ea typeface="+mn-ea"/>
              </a:rPr>
              <a:t>FROM 	      </a:t>
            </a:r>
            <a:r>
              <a:rPr lang="ko-KR" altLang="en-US" sz="1200" dirty="0">
                <a:latin typeface="+mn-ea"/>
                <a:ea typeface="+mn-ea"/>
              </a:rPr>
              <a:t>테이블이름</a:t>
            </a:r>
            <a:r>
              <a:rPr lang="en-US" altLang="ko-KR" sz="1200" dirty="0">
                <a:latin typeface="+mn-ea"/>
                <a:ea typeface="+mn-ea"/>
              </a:rPr>
              <a:t>(</a:t>
            </a:r>
            <a:r>
              <a:rPr lang="ko-KR" altLang="en-US" sz="1200" dirty="0">
                <a:latin typeface="+mn-ea"/>
                <a:ea typeface="+mn-ea"/>
              </a:rPr>
              <a:t>들</a:t>
            </a:r>
            <a:r>
              <a:rPr lang="en-US" altLang="ko-KR" sz="1200" dirty="0">
                <a:latin typeface="+mn-ea"/>
                <a:ea typeface="+mn-ea"/>
              </a:rPr>
              <a:t>)</a:t>
            </a:r>
          </a:p>
          <a:p>
            <a:pPr marL="266700" lvl="1" indent="0">
              <a:lnSpc>
                <a:spcPct val="150000"/>
              </a:lnSpc>
              <a:buNone/>
            </a:pPr>
            <a:r>
              <a:rPr lang="en-US" altLang="ko-KR" sz="1200" dirty="0">
                <a:latin typeface="+mn-ea"/>
                <a:ea typeface="+mn-ea"/>
              </a:rPr>
              <a:t>[WHERE        </a:t>
            </a:r>
            <a:r>
              <a:rPr lang="ko-KR" altLang="en-US" sz="1200" dirty="0">
                <a:latin typeface="+mn-ea"/>
                <a:ea typeface="+mn-ea"/>
              </a:rPr>
              <a:t>검색조건</a:t>
            </a:r>
            <a:r>
              <a:rPr lang="en-US" altLang="ko-KR" sz="1200" dirty="0">
                <a:latin typeface="+mn-ea"/>
                <a:ea typeface="+mn-ea"/>
              </a:rPr>
              <a:t>(</a:t>
            </a:r>
            <a:r>
              <a:rPr lang="ko-KR" altLang="en-US" sz="1200" dirty="0">
                <a:latin typeface="+mn-ea"/>
                <a:ea typeface="+mn-ea"/>
              </a:rPr>
              <a:t>들</a:t>
            </a:r>
            <a:r>
              <a:rPr lang="en-US" altLang="ko-KR" sz="1200" dirty="0">
                <a:latin typeface="+mn-ea"/>
                <a:ea typeface="+mn-ea"/>
              </a:rPr>
              <a:t>)]</a:t>
            </a:r>
          </a:p>
          <a:p>
            <a:pPr marL="266700" lvl="1" indent="0">
              <a:lnSpc>
                <a:spcPct val="150000"/>
              </a:lnSpc>
              <a:buNone/>
            </a:pPr>
            <a:r>
              <a:rPr lang="en-US" altLang="ko-KR" sz="1200" dirty="0">
                <a:latin typeface="+mn-ea"/>
                <a:ea typeface="+mn-ea"/>
              </a:rPr>
              <a:t>[GROUP BY    </a:t>
            </a:r>
            <a:r>
              <a:rPr lang="ko-KR" altLang="en-US" sz="1200" dirty="0">
                <a:latin typeface="+mn-ea"/>
                <a:ea typeface="+mn-ea"/>
              </a:rPr>
              <a:t>속성이름</a:t>
            </a:r>
            <a:r>
              <a:rPr lang="en-US" altLang="ko-KR" sz="1200" dirty="0">
                <a:latin typeface="+mn-ea"/>
                <a:ea typeface="+mn-ea"/>
              </a:rPr>
              <a:t>]</a:t>
            </a:r>
          </a:p>
          <a:p>
            <a:pPr marL="266700" lvl="1" indent="0">
              <a:lnSpc>
                <a:spcPct val="150000"/>
              </a:lnSpc>
              <a:buNone/>
            </a:pPr>
            <a:r>
              <a:rPr lang="en-US" altLang="ko-KR" sz="1200" dirty="0">
                <a:latin typeface="+mn-ea"/>
                <a:ea typeface="+mn-ea"/>
              </a:rPr>
              <a:t>[HAVING       </a:t>
            </a:r>
            <a:r>
              <a:rPr lang="ko-KR" altLang="en-US" sz="1200" dirty="0">
                <a:latin typeface="+mn-ea"/>
                <a:ea typeface="+mn-ea"/>
              </a:rPr>
              <a:t>검색조건</a:t>
            </a:r>
            <a:r>
              <a:rPr lang="en-US" altLang="ko-KR" sz="1200" dirty="0">
                <a:latin typeface="+mn-ea"/>
                <a:ea typeface="+mn-ea"/>
              </a:rPr>
              <a:t>(</a:t>
            </a:r>
            <a:r>
              <a:rPr lang="ko-KR" altLang="en-US" sz="1200" dirty="0">
                <a:latin typeface="+mn-ea"/>
                <a:ea typeface="+mn-ea"/>
              </a:rPr>
              <a:t>들</a:t>
            </a:r>
            <a:r>
              <a:rPr lang="en-US" altLang="ko-KR" sz="1200" dirty="0">
                <a:latin typeface="+mn-ea"/>
                <a:ea typeface="+mn-ea"/>
              </a:rPr>
              <a:t>)]</a:t>
            </a:r>
          </a:p>
          <a:p>
            <a:pPr marL="266700" lvl="1" indent="0">
              <a:lnSpc>
                <a:spcPct val="150000"/>
              </a:lnSpc>
              <a:buNone/>
            </a:pPr>
            <a:r>
              <a:rPr lang="en-US" altLang="ko-KR" sz="1200" dirty="0">
                <a:latin typeface="+mn-ea"/>
                <a:ea typeface="+mn-ea"/>
              </a:rPr>
              <a:t>[ORDER BY    </a:t>
            </a:r>
            <a:r>
              <a:rPr lang="ko-KR" altLang="en-US" sz="1200" dirty="0">
                <a:latin typeface="+mn-ea"/>
                <a:ea typeface="+mn-ea"/>
              </a:rPr>
              <a:t>속성이름 </a:t>
            </a:r>
            <a:r>
              <a:rPr lang="en-US" altLang="ko-KR" sz="1200" dirty="0">
                <a:latin typeface="+mn-ea"/>
                <a:ea typeface="+mn-ea"/>
              </a:rPr>
              <a:t>[ASC┃DESC]]</a:t>
            </a:r>
          </a:p>
          <a:p>
            <a:pPr marL="266700" lvl="1" indent="0">
              <a:lnSpc>
                <a:spcPct val="110000"/>
              </a:lnSpc>
              <a:buNone/>
            </a:pPr>
            <a:r>
              <a:rPr lang="en-US" altLang="ko-KR" sz="1200" dirty="0">
                <a:latin typeface="+mn-ea"/>
                <a:ea typeface="+mn-ea"/>
              </a:rPr>
              <a:t>--------------------------------------------------------------------------------</a:t>
            </a:r>
            <a:endParaRPr lang="en-US" altLang="ko-KR" sz="1000" dirty="0">
              <a:latin typeface="+mn-ea"/>
              <a:ea typeface="+mn-ea"/>
            </a:endParaRPr>
          </a:p>
          <a:p>
            <a:pPr marL="266700" lvl="1" indent="0">
              <a:lnSpc>
                <a:spcPct val="110000"/>
              </a:lnSpc>
              <a:buNone/>
            </a:pPr>
            <a:r>
              <a:rPr lang="en-US" altLang="ko-KR" sz="900" dirty="0">
                <a:latin typeface="+mn-ea"/>
                <a:ea typeface="+mn-ea"/>
              </a:rPr>
              <a:t>[ ] : </a:t>
            </a:r>
            <a:r>
              <a:rPr lang="ko-KR" altLang="en-US" sz="900" dirty="0">
                <a:latin typeface="+mn-ea"/>
                <a:ea typeface="+mn-ea"/>
              </a:rPr>
              <a:t>대괄호 안의 </a:t>
            </a:r>
            <a:r>
              <a:rPr lang="en-US" altLang="ko-KR" sz="900" dirty="0">
                <a:latin typeface="+mn-ea"/>
                <a:ea typeface="+mn-ea"/>
              </a:rPr>
              <a:t>SQL </a:t>
            </a:r>
            <a:r>
              <a:rPr lang="ko-KR" altLang="en-US" sz="900" dirty="0" err="1">
                <a:latin typeface="+mn-ea"/>
                <a:ea typeface="+mn-ea"/>
              </a:rPr>
              <a:t>예약어들은</a:t>
            </a:r>
            <a:r>
              <a:rPr lang="ko-KR" altLang="en-US" sz="900" dirty="0">
                <a:latin typeface="+mn-ea"/>
                <a:ea typeface="+mn-ea"/>
              </a:rPr>
              <a:t> 선택적으로 사용한다</a:t>
            </a:r>
            <a:r>
              <a:rPr lang="en-US" altLang="ko-KR" sz="900" dirty="0">
                <a:latin typeface="+mn-ea"/>
                <a:ea typeface="+mn-ea"/>
              </a:rPr>
              <a:t>.</a:t>
            </a:r>
          </a:p>
          <a:p>
            <a:pPr marL="266700" lvl="1" indent="0">
              <a:lnSpc>
                <a:spcPct val="110000"/>
              </a:lnSpc>
              <a:buNone/>
            </a:pPr>
            <a:r>
              <a:rPr lang="en-US" altLang="ko-KR" sz="900" dirty="0">
                <a:latin typeface="+mn-ea"/>
                <a:ea typeface="+mn-ea"/>
              </a:rPr>
              <a:t>| : </a:t>
            </a:r>
            <a:r>
              <a:rPr lang="ko-KR" altLang="en-US" sz="900" dirty="0">
                <a:latin typeface="+mn-ea"/>
                <a:ea typeface="+mn-ea"/>
              </a:rPr>
              <a:t>선택 가능한 문법들 중 한 개를 사용할 수 있다</a:t>
            </a:r>
            <a:r>
              <a:rPr lang="en-US" altLang="ko-KR" sz="900" dirty="0">
                <a:latin typeface="+mn-ea"/>
                <a:ea typeface="+mn-ea"/>
              </a:rPr>
              <a:t>.</a:t>
            </a:r>
            <a:endParaRPr lang="ko-KR" altLang="en-US" sz="900" dirty="0">
              <a:latin typeface="+mn-ea"/>
              <a:ea typeface="+mn-ea"/>
            </a:endParaRPr>
          </a:p>
        </p:txBody>
      </p:sp>
      <p:sp>
        <p:nvSpPr>
          <p:cNvPr id="6" name="직사각형 5"/>
          <p:cNvSpPr/>
          <p:nvPr/>
        </p:nvSpPr>
        <p:spPr>
          <a:xfrm>
            <a:off x="2520280" y="1998365"/>
            <a:ext cx="4572000" cy="738664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altLang="ko-KR" sz="1400" dirty="0">
                <a:solidFill>
                  <a:sysClr val="windowText" lastClr="000000"/>
                </a:solidFill>
                <a:latin typeface="+mn-ea"/>
                <a:ea typeface="+mn-ea"/>
              </a:rPr>
              <a:t>SELECT   </a:t>
            </a:r>
            <a:r>
              <a:rPr lang="en-US" altLang="ko-KR" sz="1400" dirty="0" err="1">
                <a:solidFill>
                  <a:sysClr val="windowText" lastClr="000000"/>
                </a:solidFill>
                <a:latin typeface="+mn-ea"/>
                <a:ea typeface="+mn-ea"/>
              </a:rPr>
              <a:t>bookname</a:t>
            </a:r>
            <a:r>
              <a:rPr lang="en-US" altLang="ko-KR" sz="1400" dirty="0">
                <a:solidFill>
                  <a:sysClr val="windowText" lastClr="000000"/>
                </a:solidFill>
                <a:latin typeface="+mn-ea"/>
                <a:ea typeface="+mn-ea"/>
              </a:rPr>
              <a:t>, publisher</a:t>
            </a:r>
          </a:p>
          <a:p>
            <a:r>
              <a:rPr lang="en-US" altLang="ko-KR" sz="1400" dirty="0">
                <a:solidFill>
                  <a:sysClr val="windowText" lastClr="000000"/>
                </a:solidFill>
                <a:latin typeface="+mn-ea"/>
                <a:ea typeface="+mn-ea"/>
              </a:rPr>
              <a:t>FROM    Book</a:t>
            </a:r>
          </a:p>
          <a:p>
            <a:r>
              <a:rPr lang="en-US" altLang="ko-KR" sz="1400" dirty="0">
                <a:solidFill>
                  <a:sysClr val="windowText" lastClr="000000"/>
                </a:solidFill>
                <a:latin typeface="+mn-ea"/>
                <a:ea typeface="+mn-ea"/>
              </a:rPr>
              <a:t>WHERE   price &gt;= 10000;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7585" y="2185119"/>
            <a:ext cx="79208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HY엽서L" pitchFamily="18" charset="-127"/>
                <a:ea typeface="HY엽서L" pitchFamily="18" charset="-127"/>
              </a:rPr>
              <a:t>키워드</a:t>
            </a:r>
          </a:p>
        </p:txBody>
      </p:sp>
      <p:cxnSp>
        <p:nvCxnSpPr>
          <p:cNvPr id="11" name="직선 화살표 연결선 10"/>
          <p:cNvCxnSpPr>
            <a:stCxn id="7" idx="3"/>
          </p:cNvCxnSpPr>
          <p:nvPr/>
        </p:nvCxnSpPr>
        <p:spPr>
          <a:xfrm>
            <a:off x="1619673" y="2339008"/>
            <a:ext cx="936103" cy="9872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headEnd type="oval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직선 화살표 연결선 13"/>
          <p:cNvCxnSpPr>
            <a:stCxn id="7" idx="3"/>
          </p:cNvCxnSpPr>
          <p:nvPr/>
        </p:nvCxnSpPr>
        <p:spPr>
          <a:xfrm flipV="1">
            <a:off x="1619673" y="2132856"/>
            <a:ext cx="936103" cy="206152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headEnd type="oval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직선 화살표 연결선 15"/>
          <p:cNvCxnSpPr>
            <a:stCxn id="7" idx="3"/>
          </p:cNvCxnSpPr>
          <p:nvPr/>
        </p:nvCxnSpPr>
        <p:spPr>
          <a:xfrm>
            <a:off x="1619673" y="2339008"/>
            <a:ext cx="936103" cy="297904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headEnd type="oval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직선 화살표 연결선 17"/>
          <p:cNvCxnSpPr/>
          <p:nvPr/>
        </p:nvCxnSpPr>
        <p:spPr>
          <a:xfrm>
            <a:off x="3995936" y="2348880"/>
            <a:ext cx="1872208" cy="1588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headEnd type="triangle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직선 화살표 연결선 19"/>
          <p:cNvCxnSpPr/>
          <p:nvPr/>
        </p:nvCxnSpPr>
        <p:spPr>
          <a:xfrm rot="5400000" flipH="1" flipV="1">
            <a:off x="3671900" y="1880828"/>
            <a:ext cx="216024" cy="1588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headEnd type="stealt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직선 화살표 연결선 21"/>
          <p:cNvCxnSpPr/>
          <p:nvPr/>
        </p:nvCxnSpPr>
        <p:spPr>
          <a:xfrm>
            <a:off x="3779912" y="1772816"/>
            <a:ext cx="2088232" cy="1588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직선 화살표 연결선 24"/>
          <p:cNvCxnSpPr/>
          <p:nvPr/>
        </p:nvCxnSpPr>
        <p:spPr>
          <a:xfrm rot="5400000" flipH="1" flipV="1">
            <a:off x="4569110" y="1880034"/>
            <a:ext cx="216024" cy="1588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headEnd type="stealt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직선 화살표 연결선 25"/>
          <p:cNvCxnSpPr/>
          <p:nvPr/>
        </p:nvCxnSpPr>
        <p:spPr>
          <a:xfrm rot="5400000" flipH="1" flipV="1">
            <a:off x="3887129" y="2816138"/>
            <a:ext cx="216024" cy="1588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직선 화살표 연결선 27"/>
          <p:cNvCxnSpPr/>
          <p:nvPr/>
        </p:nvCxnSpPr>
        <p:spPr>
          <a:xfrm>
            <a:off x="3995936" y="2924944"/>
            <a:ext cx="1872208" cy="1588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5940152" y="1623467"/>
            <a:ext cx="108012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HY엽서L" pitchFamily="18" charset="-127"/>
                <a:ea typeface="HY엽서L" pitchFamily="18" charset="-127"/>
              </a:rPr>
              <a:t>속성</a:t>
            </a:r>
            <a:r>
              <a:rPr lang="en-US" altLang="ko-KR" sz="14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HY엽서L" pitchFamily="18" charset="-127"/>
                <a:ea typeface="HY엽서L" pitchFamily="18" charset="-127"/>
              </a:rPr>
              <a:t> </a:t>
            </a:r>
            <a:r>
              <a:rPr lang="ko-KR" altLang="en-US" sz="14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HY엽서L" pitchFamily="18" charset="-127"/>
                <a:ea typeface="HY엽서L" pitchFamily="18" charset="-127"/>
              </a:rPr>
              <a:t>이름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940152" y="2204169"/>
            <a:ext cx="122413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HY엽서L" pitchFamily="18" charset="-127"/>
                <a:ea typeface="HY엽서L" pitchFamily="18" charset="-127"/>
              </a:rPr>
              <a:t>테이블 이름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940152" y="2770708"/>
            <a:ext cx="122413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HY엽서L" pitchFamily="18" charset="-127"/>
                <a:ea typeface="HY엽서L" pitchFamily="18" charset="-127"/>
              </a:rPr>
              <a:t>검색 조건</a:t>
            </a:r>
          </a:p>
        </p:txBody>
      </p:sp>
    </p:spTree>
    <p:extLst>
      <p:ext uri="{BB962C8B-B14F-4D97-AF65-F5344CB8AC3E}">
        <p14:creationId xmlns:p14="http://schemas.microsoft.com/office/powerpoint/2010/main" val="17765942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1. SELECT </a:t>
            </a:r>
            <a:r>
              <a:rPr lang="ko-KR" altLang="en-US" dirty="0"/>
              <a:t>문</a:t>
            </a:r>
            <a:endParaRPr lang="en-US" altLang="ko-KR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prstGeom prst="rect">
            <a:avLst/>
          </a:prstGeom>
        </p:spPr>
        <p:txBody>
          <a:bodyPr/>
          <a:lstStyle/>
          <a:p>
            <a:pPr latinLnBrk="0">
              <a:buFont typeface="Wingdings" pitchFamily="2" charset="2"/>
              <a:buChar char="v"/>
            </a:pPr>
            <a:r>
              <a:rPr lang="ko-KR" altLang="en-US" sz="2000" dirty="0">
                <a:solidFill>
                  <a:schemeClr val="tx2"/>
                </a:solidFill>
              </a:rPr>
              <a:t>쿼리 실행 순서</a:t>
            </a:r>
            <a:endParaRPr lang="en-US" altLang="ko-KR" sz="2000" dirty="0">
              <a:solidFill>
                <a:schemeClr val="tx2"/>
              </a:solidFill>
            </a:endParaRPr>
          </a:p>
          <a:p>
            <a:pPr latinLnBrk="0">
              <a:buFont typeface="Wingdings" pitchFamily="2" charset="2"/>
              <a:buChar char="v"/>
            </a:pPr>
            <a:endParaRPr lang="en-US" altLang="ko-KR" sz="2000" dirty="0">
              <a:solidFill>
                <a:schemeClr val="tx2"/>
              </a:solidFill>
            </a:endParaRPr>
          </a:p>
          <a:p>
            <a:pPr latinLnBrk="0">
              <a:buFont typeface="Wingdings" pitchFamily="2" charset="2"/>
              <a:buChar char="v"/>
            </a:pPr>
            <a:endParaRPr lang="en-US" altLang="ko-KR" sz="2000" dirty="0">
              <a:solidFill>
                <a:schemeClr val="tx2"/>
              </a:solidFill>
            </a:endParaRPr>
          </a:p>
          <a:p>
            <a:pPr latinLnBrk="0">
              <a:buFont typeface="Wingdings" pitchFamily="2" charset="2"/>
              <a:buChar char="v"/>
            </a:pPr>
            <a:endParaRPr lang="en-US" altLang="ko-KR" sz="2000" dirty="0">
              <a:solidFill>
                <a:schemeClr val="tx2"/>
              </a:solidFill>
            </a:endParaRPr>
          </a:p>
          <a:p>
            <a:pPr latinLnBrk="0">
              <a:buFont typeface="Wingdings" pitchFamily="2" charset="2"/>
              <a:buChar char="v"/>
            </a:pPr>
            <a:endParaRPr lang="en-US" altLang="ko-KR" sz="2000" dirty="0">
              <a:solidFill>
                <a:schemeClr val="tx2"/>
              </a:solidFill>
            </a:endParaRPr>
          </a:p>
          <a:p>
            <a:pPr latinLnBrk="0">
              <a:buFont typeface="Wingdings" pitchFamily="2" charset="2"/>
              <a:buChar char="v"/>
            </a:pPr>
            <a:endParaRPr lang="en-US" altLang="ko-KR" sz="2000" dirty="0">
              <a:solidFill>
                <a:schemeClr val="tx2"/>
              </a:solidFill>
            </a:endParaRPr>
          </a:p>
          <a:p>
            <a:pPr lvl="1" latinLnBrk="0">
              <a:buFont typeface="Wingdings" pitchFamily="2" charset="2"/>
              <a:buChar char="v"/>
            </a:pPr>
            <a:r>
              <a:rPr lang="en-US" altLang="ko-KR" sz="1600" dirty="0">
                <a:solidFill>
                  <a:schemeClr val="tx2"/>
                </a:solidFill>
              </a:rPr>
              <a:t> FROM -&gt; WHERE -&gt; GROUP BY -&gt; HAVING -&gt; SELECT -&gt; ORDER BY</a:t>
            </a:r>
          </a:p>
          <a:p>
            <a:pPr lvl="1" latinLnBrk="0">
              <a:buFont typeface="Wingdings" pitchFamily="2" charset="2"/>
              <a:buChar char="v"/>
            </a:pPr>
            <a:r>
              <a:rPr lang="en-US" altLang="ko-KR" sz="1600" dirty="0">
                <a:solidFill>
                  <a:schemeClr val="tx2"/>
                </a:solidFill>
              </a:rPr>
              <a:t> ASC: </a:t>
            </a:r>
            <a:r>
              <a:rPr lang="ko-KR" altLang="en-US" sz="1600" dirty="0">
                <a:solidFill>
                  <a:schemeClr val="tx2"/>
                </a:solidFill>
              </a:rPr>
              <a:t>오름차순</a:t>
            </a:r>
            <a:r>
              <a:rPr lang="en-US" altLang="ko-KR" sz="1600" dirty="0">
                <a:solidFill>
                  <a:schemeClr val="tx2"/>
                </a:solidFill>
              </a:rPr>
              <a:t>, DESC: </a:t>
            </a:r>
            <a:r>
              <a:rPr lang="ko-KR" altLang="en-US" sz="1600" dirty="0">
                <a:solidFill>
                  <a:schemeClr val="tx2"/>
                </a:solidFill>
              </a:rPr>
              <a:t>내림차순</a:t>
            </a:r>
            <a:endParaRPr lang="en-US" altLang="ko-KR" sz="1600" dirty="0">
              <a:solidFill>
                <a:schemeClr val="tx2"/>
              </a:solidFill>
            </a:endParaRPr>
          </a:p>
          <a:p>
            <a:pPr lvl="1" latinLnBrk="0">
              <a:buFont typeface="Wingdings" pitchFamily="2" charset="2"/>
              <a:buChar char="v"/>
            </a:pPr>
            <a:r>
              <a:rPr lang="en-US" altLang="ko-KR" sz="1600" dirty="0">
                <a:solidFill>
                  <a:schemeClr val="tx2"/>
                </a:solidFill>
              </a:rPr>
              <a:t> DISTINCT: </a:t>
            </a:r>
            <a:r>
              <a:rPr lang="ko-KR" altLang="en-US" sz="1600" dirty="0">
                <a:solidFill>
                  <a:schemeClr val="tx2"/>
                </a:solidFill>
              </a:rPr>
              <a:t>중복 제거</a:t>
            </a:r>
            <a:endParaRPr lang="en-US" altLang="ko-KR" sz="1600" dirty="0">
              <a:solidFill>
                <a:schemeClr val="tx2"/>
              </a:solidFill>
            </a:endParaRPr>
          </a:p>
          <a:p>
            <a:pPr latinLnBrk="0">
              <a:buFont typeface="Wingdings" pitchFamily="2" charset="2"/>
              <a:buChar char="v"/>
            </a:pPr>
            <a:endParaRPr lang="en-US" altLang="ko-KR" sz="2000" dirty="0">
              <a:solidFill>
                <a:schemeClr val="tx2"/>
              </a:solidFill>
            </a:endParaRPr>
          </a:p>
          <a:p>
            <a:pPr latinLnBrk="0">
              <a:buFont typeface="Wingdings" pitchFamily="2" charset="2"/>
              <a:buChar char="v"/>
            </a:pPr>
            <a:endParaRPr lang="en-US" altLang="ko-KR" sz="2000" dirty="0">
              <a:solidFill>
                <a:schemeClr val="tx2"/>
              </a:solidFill>
            </a:endParaRPr>
          </a:p>
          <a:p>
            <a:pPr marL="0" indent="0" latinLnBrk="0">
              <a:buNone/>
            </a:pPr>
            <a:endParaRPr lang="en-US" altLang="ko-KR" sz="2000" dirty="0">
              <a:solidFill>
                <a:schemeClr val="tx2"/>
              </a:solidFill>
            </a:endParaRPr>
          </a:p>
          <a:p>
            <a:pPr latinLnBrk="0">
              <a:buFont typeface="Wingdings" pitchFamily="2" charset="2"/>
              <a:buChar char="v"/>
            </a:pPr>
            <a:endParaRPr lang="en-US" altLang="ko-KR" sz="2000" dirty="0">
              <a:solidFill>
                <a:schemeClr val="tx2"/>
              </a:solidFill>
            </a:endParaRPr>
          </a:p>
          <a:p>
            <a:pPr latinLnBrk="0">
              <a:buFont typeface="Wingdings" pitchFamily="2" charset="2"/>
              <a:buChar char="v"/>
            </a:pPr>
            <a:endParaRPr lang="en-US" altLang="ko-KR" sz="2000" dirty="0">
              <a:solidFill>
                <a:schemeClr val="tx2"/>
              </a:solidFill>
            </a:endParaRPr>
          </a:p>
          <a:p>
            <a:pPr latinLnBrk="0">
              <a:buFont typeface="Wingdings" pitchFamily="2" charset="2"/>
              <a:buChar char="v"/>
            </a:pPr>
            <a:endParaRPr lang="en-US" altLang="ko-KR" sz="2000" dirty="0">
              <a:solidFill>
                <a:schemeClr val="tx2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899592" y="1628800"/>
            <a:ext cx="5616624" cy="209738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vert="horz" wrap="none" lIns="91440" tIns="45720" rIns="91440" bIns="45720" rtlCol="0" anchor="ctr">
            <a:normAutofit lnSpcReduction="10000"/>
          </a:bodyPr>
          <a:lstStyle/>
          <a:p>
            <a:pPr marL="266700" lvl="1" indent="0">
              <a:lnSpc>
                <a:spcPct val="150000"/>
              </a:lnSpc>
              <a:buNone/>
            </a:pPr>
            <a:r>
              <a:rPr lang="en-US" altLang="ko-KR" sz="1200" dirty="0">
                <a:latin typeface="+mn-ea"/>
                <a:ea typeface="+mn-ea"/>
              </a:rPr>
              <a:t>SELECT [ALL┃DISTINCT] </a:t>
            </a:r>
            <a:r>
              <a:rPr lang="ko-KR" altLang="en-US" sz="1200" dirty="0">
                <a:latin typeface="+mn-ea"/>
                <a:ea typeface="+mn-ea"/>
              </a:rPr>
              <a:t>속성이름</a:t>
            </a:r>
            <a:r>
              <a:rPr lang="en-US" altLang="ko-KR" sz="1200" dirty="0">
                <a:latin typeface="+mn-ea"/>
                <a:ea typeface="+mn-ea"/>
              </a:rPr>
              <a:t>(</a:t>
            </a:r>
            <a:r>
              <a:rPr lang="ko-KR" altLang="en-US" sz="1200" dirty="0">
                <a:latin typeface="+mn-ea"/>
                <a:ea typeface="+mn-ea"/>
              </a:rPr>
              <a:t>들</a:t>
            </a:r>
            <a:r>
              <a:rPr lang="en-US" altLang="ko-KR" sz="1200" dirty="0">
                <a:latin typeface="+mn-ea"/>
                <a:ea typeface="+mn-ea"/>
              </a:rPr>
              <a:t>)</a:t>
            </a:r>
          </a:p>
          <a:p>
            <a:pPr marL="266700" lvl="1" indent="0">
              <a:lnSpc>
                <a:spcPct val="150000"/>
              </a:lnSpc>
              <a:buNone/>
            </a:pPr>
            <a:r>
              <a:rPr lang="en-US" altLang="ko-KR" sz="1200" dirty="0">
                <a:latin typeface="+mn-ea"/>
                <a:ea typeface="+mn-ea"/>
              </a:rPr>
              <a:t>FROM 	      </a:t>
            </a:r>
            <a:r>
              <a:rPr lang="ko-KR" altLang="en-US" sz="1200" dirty="0">
                <a:latin typeface="+mn-ea"/>
                <a:ea typeface="+mn-ea"/>
              </a:rPr>
              <a:t>테이블이름</a:t>
            </a:r>
            <a:r>
              <a:rPr lang="en-US" altLang="ko-KR" sz="1200" dirty="0">
                <a:latin typeface="+mn-ea"/>
                <a:ea typeface="+mn-ea"/>
              </a:rPr>
              <a:t>(</a:t>
            </a:r>
            <a:r>
              <a:rPr lang="ko-KR" altLang="en-US" sz="1200" dirty="0">
                <a:latin typeface="+mn-ea"/>
                <a:ea typeface="+mn-ea"/>
              </a:rPr>
              <a:t>들</a:t>
            </a:r>
            <a:r>
              <a:rPr lang="en-US" altLang="ko-KR" sz="1200" dirty="0">
                <a:latin typeface="+mn-ea"/>
                <a:ea typeface="+mn-ea"/>
              </a:rPr>
              <a:t>)</a:t>
            </a:r>
          </a:p>
          <a:p>
            <a:pPr marL="266700" lvl="1" indent="0">
              <a:lnSpc>
                <a:spcPct val="150000"/>
              </a:lnSpc>
              <a:buNone/>
            </a:pPr>
            <a:r>
              <a:rPr lang="en-US" altLang="ko-KR" sz="1200" dirty="0">
                <a:latin typeface="+mn-ea"/>
                <a:ea typeface="+mn-ea"/>
              </a:rPr>
              <a:t>[WHERE        </a:t>
            </a:r>
            <a:r>
              <a:rPr lang="ko-KR" altLang="en-US" sz="1200" dirty="0">
                <a:latin typeface="+mn-ea"/>
                <a:ea typeface="+mn-ea"/>
              </a:rPr>
              <a:t>검색조건</a:t>
            </a:r>
            <a:r>
              <a:rPr lang="en-US" altLang="ko-KR" sz="1200" dirty="0">
                <a:latin typeface="+mn-ea"/>
                <a:ea typeface="+mn-ea"/>
              </a:rPr>
              <a:t>(</a:t>
            </a:r>
            <a:r>
              <a:rPr lang="ko-KR" altLang="en-US" sz="1200" dirty="0">
                <a:latin typeface="+mn-ea"/>
                <a:ea typeface="+mn-ea"/>
              </a:rPr>
              <a:t>들</a:t>
            </a:r>
            <a:r>
              <a:rPr lang="en-US" altLang="ko-KR" sz="1200" dirty="0">
                <a:latin typeface="+mn-ea"/>
                <a:ea typeface="+mn-ea"/>
              </a:rPr>
              <a:t>)]</a:t>
            </a:r>
          </a:p>
          <a:p>
            <a:pPr marL="266700" lvl="1" indent="0">
              <a:lnSpc>
                <a:spcPct val="150000"/>
              </a:lnSpc>
              <a:buNone/>
            </a:pPr>
            <a:r>
              <a:rPr lang="en-US" altLang="ko-KR" sz="1200" dirty="0">
                <a:latin typeface="+mn-ea"/>
                <a:ea typeface="+mn-ea"/>
              </a:rPr>
              <a:t>[GROUP BY    </a:t>
            </a:r>
            <a:r>
              <a:rPr lang="ko-KR" altLang="en-US" sz="1200" dirty="0">
                <a:latin typeface="+mn-ea"/>
                <a:ea typeface="+mn-ea"/>
              </a:rPr>
              <a:t>속성이름</a:t>
            </a:r>
            <a:r>
              <a:rPr lang="en-US" altLang="ko-KR" sz="1200" dirty="0">
                <a:latin typeface="+mn-ea"/>
                <a:ea typeface="+mn-ea"/>
              </a:rPr>
              <a:t>]</a:t>
            </a:r>
          </a:p>
          <a:p>
            <a:pPr marL="266700" lvl="1" indent="0">
              <a:lnSpc>
                <a:spcPct val="150000"/>
              </a:lnSpc>
              <a:buNone/>
            </a:pPr>
            <a:r>
              <a:rPr lang="en-US" altLang="ko-KR" sz="1200" dirty="0">
                <a:latin typeface="+mn-ea"/>
                <a:ea typeface="+mn-ea"/>
              </a:rPr>
              <a:t>[HAVING       </a:t>
            </a:r>
            <a:r>
              <a:rPr lang="ko-KR" altLang="en-US" sz="1200" dirty="0">
                <a:latin typeface="+mn-ea"/>
                <a:ea typeface="+mn-ea"/>
              </a:rPr>
              <a:t>검색조건</a:t>
            </a:r>
            <a:r>
              <a:rPr lang="en-US" altLang="ko-KR" sz="1200" dirty="0">
                <a:latin typeface="+mn-ea"/>
                <a:ea typeface="+mn-ea"/>
              </a:rPr>
              <a:t>(</a:t>
            </a:r>
            <a:r>
              <a:rPr lang="ko-KR" altLang="en-US" sz="1200" dirty="0">
                <a:latin typeface="+mn-ea"/>
                <a:ea typeface="+mn-ea"/>
              </a:rPr>
              <a:t>들</a:t>
            </a:r>
            <a:r>
              <a:rPr lang="en-US" altLang="ko-KR" sz="1200" dirty="0">
                <a:latin typeface="+mn-ea"/>
                <a:ea typeface="+mn-ea"/>
              </a:rPr>
              <a:t>)]</a:t>
            </a:r>
          </a:p>
          <a:p>
            <a:pPr marL="266700" lvl="1" indent="0">
              <a:lnSpc>
                <a:spcPct val="150000"/>
              </a:lnSpc>
              <a:buNone/>
            </a:pPr>
            <a:r>
              <a:rPr lang="en-US" altLang="ko-KR" sz="1200" dirty="0">
                <a:latin typeface="+mn-ea"/>
                <a:ea typeface="+mn-ea"/>
              </a:rPr>
              <a:t>[ORDER BY    </a:t>
            </a:r>
            <a:r>
              <a:rPr lang="ko-KR" altLang="en-US" sz="1200" dirty="0">
                <a:latin typeface="+mn-ea"/>
                <a:ea typeface="+mn-ea"/>
              </a:rPr>
              <a:t>속성이름 </a:t>
            </a:r>
            <a:r>
              <a:rPr lang="en-US" altLang="ko-KR" sz="1200" dirty="0">
                <a:latin typeface="+mn-ea"/>
                <a:ea typeface="+mn-ea"/>
              </a:rPr>
              <a:t>[ASC┃DESC]]</a:t>
            </a:r>
          </a:p>
          <a:p>
            <a:pPr marL="266700" lvl="1" indent="0">
              <a:lnSpc>
                <a:spcPct val="110000"/>
              </a:lnSpc>
              <a:buNone/>
            </a:pPr>
            <a:r>
              <a:rPr lang="en-US" altLang="ko-KR" sz="1200" dirty="0">
                <a:latin typeface="+mn-ea"/>
                <a:ea typeface="+mn-ea"/>
              </a:rPr>
              <a:t>--------------------------------------------------------------------------------</a:t>
            </a:r>
            <a:endParaRPr lang="en-US" altLang="ko-KR" sz="1000" dirty="0">
              <a:latin typeface="+mn-ea"/>
              <a:ea typeface="+mn-ea"/>
            </a:endParaRPr>
          </a:p>
          <a:p>
            <a:pPr marL="266700" lvl="1" indent="0">
              <a:lnSpc>
                <a:spcPct val="110000"/>
              </a:lnSpc>
              <a:buNone/>
            </a:pPr>
            <a:r>
              <a:rPr lang="en-US" altLang="ko-KR" sz="900" dirty="0">
                <a:latin typeface="+mn-ea"/>
                <a:ea typeface="+mn-ea"/>
              </a:rPr>
              <a:t>[ ] : </a:t>
            </a:r>
            <a:r>
              <a:rPr lang="ko-KR" altLang="en-US" sz="900" dirty="0">
                <a:latin typeface="+mn-ea"/>
                <a:ea typeface="+mn-ea"/>
              </a:rPr>
              <a:t>대괄호 안의 </a:t>
            </a:r>
            <a:r>
              <a:rPr lang="en-US" altLang="ko-KR" sz="900" dirty="0">
                <a:latin typeface="+mn-ea"/>
                <a:ea typeface="+mn-ea"/>
              </a:rPr>
              <a:t>SQL </a:t>
            </a:r>
            <a:r>
              <a:rPr lang="ko-KR" altLang="en-US" sz="900" dirty="0" err="1">
                <a:latin typeface="+mn-ea"/>
                <a:ea typeface="+mn-ea"/>
              </a:rPr>
              <a:t>예약어들은</a:t>
            </a:r>
            <a:r>
              <a:rPr lang="ko-KR" altLang="en-US" sz="900" dirty="0">
                <a:latin typeface="+mn-ea"/>
                <a:ea typeface="+mn-ea"/>
              </a:rPr>
              <a:t> 선택적으로 사용한다</a:t>
            </a:r>
            <a:r>
              <a:rPr lang="en-US" altLang="ko-KR" sz="900" dirty="0">
                <a:latin typeface="+mn-ea"/>
                <a:ea typeface="+mn-ea"/>
              </a:rPr>
              <a:t>.</a:t>
            </a:r>
          </a:p>
          <a:p>
            <a:pPr marL="266700" lvl="1" indent="0">
              <a:lnSpc>
                <a:spcPct val="110000"/>
              </a:lnSpc>
              <a:buNone/>
            </a:pPr>
            <a:r>
              <a:rPr lang="en-US" altLang="ko-KR" sz="900" dirty="0">
                <a:latin typeface="+mn-ea"/>
                <a:ea typeface="+mn-ea"/>
              </a:rPr>
              <a:t>| : </a:t>
            </a:r>
            <a:r>
              <a:rPr lang="ko-KR" altLang="en-US" sz="900" dirty="0">
                <a:latin typeface="+mn-ea"/>
                <a:ea typeface="+mn-ea"/>
              </a:rPr>
              <a:t>선택 가능한 문법들 중 한 개를 사용할 수 있다</a:t>
            </a:r>
            <a:r>
              <a:rPr lang="en-US" altLang="ko-KR" sz="900" dirty="0">
                <a:latin typeface="+mn-ea"/>
                <a:ea typeface="+mn-ea"/>
              </a:rPr>
              <a:t>.</a:t>
            </a:r>
            <a:endParaRPr lang="ko-KR" altLang="en-US" sz="900" dirty="0"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2150383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4" name="내용 개체 틀 3"/>
          <p:cNvGraphicFramePr>
            <a:graphicFrameLocks/>
          </p:cNvGraphicFramePr>
          <p:nvPr/>
        </p:nvGraphicFramePr>
        <p:xfrm>
          <a:off x="569293" y="1844824"/>
          <a:ext cx="5298851" cy="1102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9885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질의 </a:t>
                      </a:r>
                      <a:r>
                        <a:rPr lang="en-US" altLang="ko-KR" sz="14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3-1   </a:t>
                      </a:r>
                      <a:r>
                        <a:rPr lang="ko-KR" altLang="en-US" sz="14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모든 도서의 이름과 가격을 검색하시오</a:t>
                      </a:r>
                      <a:r>
                        <a:rPr lang="en-US" altLang="ko-KR" sz="14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endParaRPr lang="en-US" altLang="ko-KR" sz="1400" dirty="0">
                        <a:solidFill>
                          <a:sysClr val="windowText" lastClr="000000"/>
                        </a:solidFill>
                      </a:endParaRPr>
                    </a:p>
                    <a:p>
                      <a:r>
                        <a:rPr lang="en-US" altLang="ko-KR" sz="1400" dirty="0">
                          <a:solidFill>
                            <a:schemeClr val="dk1"/>
                          </a:solidFill>
                        </a:rPr>
                        <a:t>SELECT	</a:t>
                      </a:r>
                      <a:r>
                        <a:rPr lang="en-US" altLang="ko-KR" sz="1400" dirty="0" err="1">
                          <a:solidFill>
                            <a:schemeClr val="dk1"/>
                          </a:solidFill>
                        </a:rPr>
                        <a:t>bookname</a:t>
                      </a:r>
                      <a:r>
                        <a:rPr lang="en-US" altLang="ko-KR" sz="1400" dirty="0">
                          <a:solidFill>
                            <a:schemeClr val="dk1"/>
                          </a:solidFill>
                        </a:rPr>
                        <a:t>, price</a:t>
                      </a:r>
                    </a:p>
                    <a:p>
                      <a:r>
                        <a:rPr lang="en-US" altLang="ko-KR" sz="1400" dirty="0">
                          <a:solidFill>
                            <a:schemeClr val="dk1"/>
                          </a:solidFill>
                        </a:rPr>
                        <a:t>FROM 	Book;</a:t>
                      </a:r>
                      <a:endParaRPr lang="en-US" altLang="ko-KR" sz="14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pSp>
        <p:nvGrpSpPr>
          <p:cNvPr id="6" name="그룹 5"/>
          <p:cNvGrpSpPr/>
          <p:nvPr/>
        </p:nvGrpSpPr>
        <p:grpSpPr>
          <a:xfrm>
            <a:off x="569293" y="4128368"/>
            <a:ext cx="5226843" cy="1102360"/>
            <a:chOff x="569293" y="4221088"/>
            <a:chExt cx="5226843" cy="1102360"/>
          </a:xfrm>
        </p:grpSpPr>
        <p:sp>
          <p:nvSpPr>
            <p:cNvPr id="23" name="TextBox 22"/>
            <p:cNvSpPr txBox="1"/>
            <p:nvPr/>
          </p:nvSpPr>
          <p:spPr>
            <a:xfrm>
              <a:off x="611560" y="4509552"/>
              <a:ext cx="2497383" cy="457200"/>
            </a:xfrm>
            <a:prstGeom prst="rect">
              <a:avLst/>
            </a:prstGeom>
          </p:spPr>
          <p:txBody>
            <a:bodyPr vert="horz" wrap="none" lIns="91440" tIns="45720" rIns="91440" bIns="45720" rtlCol="0" anchor="ctr">
              <a:noAutofit/>
            </a:bodyPr>
            <a:lstStyle/>
            <a:p>
              <a:r>
                <a:rPr lang="en-US" altLang="ko-KR" sz="1400" dirty="0">
                  <a:solidFill>
                    <a:schemeClr val="dk1"/>
                  </a:solidFill>
                  <a:ea typeface="맑은 고딕" panose="020B0503020000020004" pitchFamily="50" charset="-127"/>
                </a:rPr>
                <a:t>SELECT	price, </a:t>
              </a:r>
              <a:r>
                <a:rPr lang="en-US" altLang="ko-KR" sz="1400" dirty="0" err="1">
                  <a:solidFill>
                    <a:schemeClr val="dk1"/>
                  </a:solidFill>
                  <a:ea typeface="맑은 고딕" panose="020B0503020000020004" pitchFamily="50" charset="-127"/>
                </a:rPr>
                <a:t>bookname</a:t>
              </a:r>
              <a:endParaRPr lang="en-US" altLang="ko-KR" sz="1400" dirty="0">
                <a:solidFill>
                  <a:schemeClr val="dk1"/>
                </a:solidFill>
                <a:ea typeface="맑은 고딕" panose="020B0503020000020004" pitchFamily="50" charset="-127"/>
              </a:endParaRPr>
            </a:p>
            <a:p>
              <a:r>
                <a:rPr lang="en-US" altLang="ko-KR" sz="1400" dirty="0">
                  <a:solidFill>
                    <a:schemeClr val="dk1"/>
                  </a:solidFill>
                  <a:ea typeface="맑은 고딕" panose="020B0503020000020004" pitchFamily="50" charset="-127"/>
                </a:rPr>
                <a:t>FROM 	Book;</a:t>
              </a:r>
              <a:endParaRPr lang="en-US" altLang="ko-KR" sz="1400" dirty="0">
                <a:solidFill>
                  <a:sysClr val="windowText" lastClr="000000"/>
                </a:solidFill>
                <a:ea typeface="맑은 고딕" panose="020B0503020000020004" pitchFamily="50" charset="-127"/>
              </a:endParaRPr>
            </a:p>
          </p:txBody>
        </p:sp>
        <p:graphicFrame>
          <p:nvGraphicFramePr>
            <p:cNvPr id="27" name="내용 개체 틀 3"/>
            <p:cNvGraphicFramePr>
              <a:graphicFrameLocks/>
            </p:cNvGraphicFramePr>
            <p:nvPr/>
          </p:nvGraphicFramePr>
          <p:xfrm>
            <a:off x="569293" y="4221088"/>
            <a:ext cx="5226843" cy="1102360"/>
          </p:xfrm>
          <a:graphic>
            <a:graphicData uri="http://schemas.openxmlformats.org/drawingml/2006/table">
              <a:tbl>
                <a:tblPr firstRow="1" bandRow="1">
                  <a:tableStyleId>{5C22544A-7EE6-4342-B048-85BDC9FD1C3A}</a:tableStyleId>
                </a:tblPr>
                <a:tblGrid>
                  <a:gridCol w="5226843">
                    <a:extLst>
                      <a:ext uri="{9D8B030D-6E8A-4147-A177-3AD203B41FA5}">
                        <a16:colId xmlns:a16="http://schemas.microsoft.com/office/drawing/2014/main" val="20000"/>
                      </a:ext>
                    </a:extLst>
                  </a:gridCol>
                </a:tblGrid>
                <a:tr h="370840">
                  <a:tc>
                    <a:txBody>
                      <a:bodyPr/>
                      <a:lstStyle/>
                      <a:p>
                        <a:pPr latinLnBrk="1"/>
                        <a:r>
                          <a:rPr lang="en-US" altLang="ko-KR" sz="1400" baseline="0" dirty="0">
                            <a:solidFill>
                              <a:schemeClr val="tx1"/>
                            </a:solidFill>
                            <a:latin typeface="+mn-ea"/>
                            <a:ea typeface="+mn-ea"/>
                          </a:rPr>
                          <a:t>(</a:t>
                        </a:r>
                        <a:r>
                          <a:rPr lang="ko-KR" altLang="en-US" sz="1400" baseline="0" dirty="0">
                            <a:solidFill>
                              <a:schemeClr val="tx1"/>
                            </a:solidFill>
                            <a:latin typeface="+mn-ea"/>
                            <a:ea typeface="+mn-ea"/>
                          </a:rPr>
                          <a:t>질의 </a:t>
                        </a:r>
                        <a:r>
                          <a:rPr lang="en-US" altLang="ko-KR" sz="1400" baseline="0" dirty="0">
                            <a:solidFill>
                              <a:schemeClr val="tx1"/>
                            </a:solidFill>
                            <a:latin typeface="+mn-ea"/>
                            <a:ea typeface="+mn-ea"/>
                          </a:rPr>
                          <a:t>3-1 </a:t>
                        </a:r>
                        <a:r>
                          <a:rPr lang="ko-KR" altLang="en-US" sz="1400" baseline="0" dirty="0">
                            <a:solidFill>
                              <a:schemeClr val="tx1"/>
                            </a:solidFill>
                            <a:latin typeface="+mn-ea"/>
                            <a:ea typeface="+mn-ea"/>
                          </a:rPr>
                          <a:t>변형</a:t>
                        </a:r>
                        <a:r>
                          <a:rPr lang="en-US" altLang="ko-KR" sz="1400" baseline="0" dirty="0">
                            <a:solidFill>
                              <a:schemeClr val="tx1"/>
                            </a:solidFill>
                            <a:latin typeface="+mn-ea"/>
                            <a:ea typeface="+mn-ea"/>
                          </a:rPr>
                          <a:t>) </a:t>
                        </a:r>
                        <a:r>
                          <a:rPr lang="ko-KR" altLang="en-US" sz="1400" baseline="0" dirty="0">
                            <a:solidFill>
                              <a:schemeClr val="tx1"/>
                            </a:solidFill>
                            <a:latin typeface="+mn-ea"/>
                            <a:ea typeface="+mn-ea"/>
                          </a:rPr>
                          <a:t>모든 도서의 가격과 이름을 검색하시오</a:t>
                        </a:r>
                        <a:r>
                          <a:rPr lang="en-US" altLang="ko-KR" sz="1400" baseline="0" dirty="0">
                            <a:solidFill>
                              <a:schemeClr val="tx1"/>
                            </a:solidFill>
                            <a:latin typeface="+mn-ea"/>
                            <a:ea typeface="+mn-ea"/>
                          </a:rPr>
                          <a:t>.</a:t>
                        </a:r>
                        <a:endParaRPr lang="ko-KR" altLang="en-US" sz="14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endParaRPr>
                      </a:p>
                    </a:txBody>
                    <a:tcPr anchor="ctr">
                      <a:lnL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solidFill>
                        <a:schemeClr val="tx2">
                          <a:lumMod val="20000"/>
                          <a:lumOff val="80000"/>
                        </a:schemeClr>
                      </a:solidFill>
                    </a:tcPr>
                  </a:tc>
                  <a:extLst>
                    <a:ext uri="{0D108BD9-81ED-4DB2-BD59-A6C34878D82A}">
                      <a16:rowId xmlns:a16="http://schemas.microsoft.com/office/drawing/2014/main" val="10000"/>
                    </a:ext>
                  </a:extLst>
                </a:tr>
                <a:tr h="370840">
                  <a:tc>
                    <a:txBody>
                      <a:bodyPr/>
                      <a:lstStyle/>
                      <a:p>
                        <a:pPr latinLnBrk="1"/>
                        <a:endParaRPr lang="en-US" altLang="ko-KR" sz="1400" dirty="0">
                          <a:solidFill>
                            <a:sysClr val="windowText" lastClr="000000"/>
                          </a:solidFill>
                        </a:endParaRPr>
                      </a:p>
                      <a:p>
                        <a:r>
                          <a:rPr lang="en-US" altLang="ko-KR" sz="1400" dirty="0">
                            <a:solidFill>
                              <a:schemeClr val="dk1"/>
                            </a:solidFill>
                          </a:rPr>
                          <a:t>SELECT	price, </a:t>
                        </a:r>
                        <a:r>
                          <a:rPr lang="en-US" altLang="ko-KR" sz="1400" dirty="0" err="1">
                            <a:solidFill>
                              <a:schemeClr val="dk1"/>
                            </a:solidFill>
                          </a:rPr>
                          <a:t>bookname</a:t>
                        </a:r>
                        <a:endParaRPr lang="en-US" altLang="ko-KR" sz="1400" dirty="0">
                          <a:solidFill>
                            <a:schemeClr val="dk1"/>
                          </a:solidFill>
                        </a:endParaRPr>
                      </a:p>
                      <a:p>
                        <a:r>
                          <a:rPr lang="en-US" altLang="ko-KR" sz="1400" dirty="0">
                            <a:solidFill>
                              <a:schemeClr val="dk1"/>
                            </a:solidFill>
                          </a:rPr>
                          <a:t>FROM 	Book;</a:t>
                        </a:r>
                        <a:endParaRPr lang="en-US" altLang="ko-KR" sz="1400" dirty="0">
                          <a:solidFill>
                            <a:sysClr val="windowText" lastClr="000000"/>
                          </a:solidFill>
                        </a:endParaRPr>
                      </a:p>
                    </a:txBody>
                    <a:tcPr>
                      <a:lnL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solidFill>
                        <a:schemeClr val="bg1"/>
                      </a:solidFill>
                    </a:tcPr>
                  </a:tc>
                  <a:extLst>
                    <a:ext uri="{0D108BD9-81ED-4DB2-BD59-A6C34878D82A}">
                      <a16:rowId xmlns:a16="http://schemas.microsoft.com/office/drawing/2014/main" val="10001"/>
                    </a:ext>
                  </a:extLst>
                </a:tr>
              </a:tbl>
            </a:graphicData>
          </a:graphic>
        </p:graphicFrame>
      </p:grp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1. SELECT </a:t>
            </a:r>
            <a:r>
              <a:rPr lang="ko-KR" altLang="en-US" dirty="0"/>
              <a:t>문</a:t>
            </a:r>
          </a:p>
        </p:txBody>
      </p:sp>
      <p:sp>
        <p:nvSpPr>
          <p:cNvPr id="12" name="내용 개체 틀 2"/>
          <p:cNvSpPr>
            <a:spLocks noGrp="1"/>
          </p:cNvSpPr>
          <p:nvPr>
            <p:ph idx="1"/>
          </p:nvPr>
        </p:nvSpPr>
        <p:spPr>
          <a:xfrm>
            <a:off x="539552" y="1085503"/>
            <a:ext cx="8064896" cy="603597"/>
          </a:xfrm>
          <a:prstGeom prst="rect">
            <a:avLst/>
          </a:prstGeom>
        </p:spPr>
        <p:txBody>
          <a:bodyPr/>
          <a:lstStyle/>
          <a:p>
            <a:pPr latinLnBrk="0">
              <a:buChar char="v"/>
            </a:pPr>
            <a:r>
              <a:rPr lang="en-US" altLang="ko-KR" sz="2000" dirty="0">
                <a:solidFill>
                  <a:schemeClr val="tx2"/>
                </a:solidFill>
              </a:rPr>
              <a:t>SELECT/FROM_</a:t>
            </a:r>
            <a:r>
              <a:rPr lang="ko-KR" altLang="en-US" sz="1200" dirty="0">
                <a:solidFill>
                  <a:schemeClr val="tx2">
                    <a:lumMod val="60000"/>
                    <a:lumOff val="40000"/>
                  </a:schemeClr>
                </a:solidFill>
                <a:latin typeface="+mj-lt"/>
                <a:ea typeface="+mj-ea"/>
                <a:cs typeface="+mj-cs"/>
              </a:rPr>
              <a:t>서점에 어떤 도서가 있는지 알고 싶다 </a:t>
            </a:r>
            <a:r>
              <a:rPr lang="en-US" altLang="ko-KR" sz="1200" dirty="0">
                <a:solidFill>
                  <a:schemeClr val="tx2">
                    <a:lumMod val="60000"/>
                    <a:lumOff val="40000"/>
                  </a:schemeClr>
                </a:solidFill>
                <a:latin typeface="+mj-lt"/>
                <a:ea typeface="+mj-ea"/>
                <a:cs typeface="+mj-cs"/>
              </a:rPr>
              <a:t> </a:t>
            </a:r>
            <a:endParaRPr lang="ko-KR" altLang="en-US" sz="1200" dirty="0">
              <a:solidFill>
                <a:schemeClr val="tx2">
                  <a:lumMod val="60000"/>
                  <a:lumOff val="40000"/>
                </a:schemeClr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4DE6F891-5463-273C-C887-A19102F06B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84168" y="1844824"/>
            <a:ext cx="2021106" cy="2160240"/>
          </a:xfrm>
          <a:prstGeom prst="rect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A732B932-4CA0-ED5D-A7DB-4BCBFCE0A4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84168" y="4128368"/>
            <a:ext cx="2160240" cy="2293299"/>
          </a:xfrm>
          <a:prstGeom prst="rect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25249811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1. SELECT </a:t>
            </a:r>
            <a:r>
              <a:rPr lang="ko-KR" altLang="en-US" dirty="0"/>
              <a:t>문</a:t>
            </a:r>
            <a:endParaRPr lang="ko-KR" altLang="en-US" sz="1200" dirty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  <p:grpSp>
        <p:nvGrpSpPr>
          <p:cNvPr id="6" name="그룹 5"/>
          <p:cNvGrpSpPr/>
          <p:nvPr/>
        </p:nvGrpSpPr>
        <p:grpSpPr>
          <a:xfrm>
            <a:off x="581844" y="1844824"/>
            <a:ext cx="7272808" cy="3377544"/>
            <a:chOff x="467544" y="2042032"/>
            <a:chExt cx="7272808" cy="3377544"/>
          </a:xfrm>
        </p:grpSpPr>
        <p:sp>
          <p:nvSpPr>
            <p:cNvPr id="11" name="TextBox 10"/>
            <p:cNvSpPr txBox="1"/>
            <p:nvPr/>
          </p:nvSpPr>
          <p:spPr>
            <a:xfrm>
              <a:off x="634457" y="4811043"/>
              <a:ext cx="2497383" cy="608533"/>
            </a:xfrm>
            <a:prstGeom prst="rect">
              <a:avLst/>
            </a:prstGeom>
          </p:spPr>
          <p:txBody>
            <a:bodyPr vert="horz" wrap="none" lIns="91440" tIns="45720" rIns="91440" bIns="45720" rtlCol="0" anchor="ctr">
              <a:normAutofit/>
            </a:bodyPr>
            <a:lstStyle/>
            <a:p>
              <a:r>
                <a:rPr lang="en-US" altLang="ko-KR" sz="1400" dirty="0">
                  <a:solidFill>
                    <a:schemeClr val="dk1"/>
                  </a:solidFill>
                  <a:ea typeface="맑은 고딕" panose="020B0503020000020004" pitchFamily="50" charset="-127"/>
                </a:rPr>
                <a:t>SELECT	*</a:t>
              </a:r>
            </a:p>
            <a:p>
              <a:r>
                <a:rPr lang="en-US" altLang="ko-KR" sz="1400" dirty="0">
                  <a:solidFill>
                    <a:schemeClr val="dk1"/>
                  </a:solidFill>
                  <a:ea typeface="맑은 고딕" panose="020B0503020000020004" pitchFamily="50" charset="-127"/>
                </a:rPr>
                <a:t>FROM	Book;</a:t>
              </a:r>
              <a:endParaRPr lang="en-US" altLang="ko-KR" sz="1400" dirty="0">
                <a:solidFill>
                  <a:sysClr val="windowText" lastClr="000000"/>
                </a:solidFill>
                <a:ea typeface="맑은 고딕" panose="020B0503020000020004" pitchFamily="50" charset="-127"/>
              </a:endParaRPr>
            </a:p>
          </p:txBody>
        </p:sp>
        <p:graphicFrame>
          <p:nvGraphicFramePr>
            <p:cNvPr id="9" name="내용 개체 틀 3"/>
            <p:cNvGraphicFramePr>
              <a:graphicFrameLocks/>
            </p:cNvGraphicFramePr>
            <p:nvPr/>
          </p:nvGraphicFramePr>
          <p:xfrm>
            <a:off x="467544" y="2042032"/>
            <a:ext cx="7272808" cy="1102360"/>
          </p:xfrm>
          <a:graphic>
            <a:graphicData uri="http://schemas.openxmlformats.org/drawingml/2006/table">
              <a:tbl>
                <a:tblPr firstRow="1" bandRow="1">
                  <a:tableStyleId>{5C22544A-7EE6-4342-B048-85BDC9FD1C3A}</a:tableStyleId>
                </a:tblPr>
                <a:tblGrid>
                  <a:gridCol w="7272808">
                    <a:extLst>
                      <a:ext uri="{9D8B030D-6E8A-4147-A177-3AD203B41FA5}">
                        <a16:colId xmlns:a16="http://schemas.microsoft.com/office/drawing/2014/main" val="20000"/>
                      </a:ext>
                    </a:extLst>
                  </a:gridCol>
                </a:tblGrid>
                <a:tr h="370840">
                  <a:tc>
                    <a:txBody>
                      <a:bodyPr/>
                      <a:lstStyle/>
                      <a:p>
                        <a:pPr latinLnBrk="1"/>
                        <a:r>
                          <a:rPr lang="ko-KR" altLang="en-US" sz="1400" baseline="0" dirty="0">
                            <a:solidFill>
                              <a:schemeClr val="tx1"/>
                            </a:solidFill>
                            <a:latin typeface="+mn-ea"/>
                            <a:ea typeface="+mn-ea"/>
                          </a:rPr>
                          <a:t>질의 </a:t>
                        </a:r>
                        <a:r>
                          <a:rPr lang="en-US" altLang="ko-KR" sz="1400" baseline="0" dirty="0">
                            <a:solidFill>
                              <a:schemeClr val="tx1"/>
                            </a:solidFill>
                            <a:latin typeface="+mn-ea"/>
                            <a:ea typeface="+mn-ea"/>
                          </a:rPr>
                          <a:t>3-2   </a:t>
                        </a:r>
                        <a:r>
                          <a:rPr lang="ko-KR" altLang="en-US" sz="1400" baseline="0" dirty="0">
                            <a:solidFill>
                              <a:schemeClr val="tx1"/>
                            </a:solidFill>
                            <a:latin typeface="+mn-ea"/>
                            <a:ea typeface="+mn-ea"/>
                          </a:rPr>
                          <a:t>모든 도서의 도서번호</a:t>
                        </a:r>
                        <a:r>
                          <a:rPr lang="en-US" altLang="ko-KR" sz="1400" baseline="0" dirty="0">
                            <a:solidFill>
                              <a:schemeClr val="tx1"/>
                            </a:solidFill>
                            <a:latin typeface="+mn-ea"/>
                            <a:ea typeface="+mn-ea"/>
                          </a:rPr>
                          <a:t>,  </a:t>
                        </a:r>
                        <a:r>
                          <a:rPr lang="ko-KR" altLang="en-US" sz="1400" baseline="0" dirty="0">
                            <a:solidFill>
                              <a:schemeClr val="tx1"/>
                            </a:solidFill>
                            <a:latin typeface="+mn-ea"/>
                            <a:ea typeface="+mn-ea"/>
                          </a:rPr>
                          <a:t>도서이름</a:t>
                        </a:r>
                        <a:r>
                          <a:rPr lang="en-US" altLang="ko-KR" sz="1400" baseline="0" dirty="0">
                            <a:solidFill>
                              <a:schemeClr val="tx1"/>
                            </a:solidFill>
                            <a:latin typeface="+mn-ea"/>
                            <a:ea typeface="+mn-ea"/>
                          </a:rPr>
                          <a:t>, </a:t>
                        </a:r>
                        <a:r>
                          <a:rPr lang="ko-KR" altLang="en-US" sz="1400" baseline="0" dirty="0">
                            <a:solidFill>
                              <a:schemeClr val="tx1"/>
                            </a:solidFill>
                            <a:latin typeface="+mn-ea"/>
                            <a:ea typeface="+mn-ea"/>
                          </a:rPr>
                          <a:t>출판사</a:t>
                        </a:r>
                        <a:r>
                          <a:rPr lang="en-US" altLang="ko-KR" sz="1400" baseline="0" dirty="0">
                            <a:solidFill>
                              <a:schemeClr val="tx1"/>
                            </a:solidFill>
                            <a:latin typeface="+mn-ea"/>
                            <a:ea typeface="+mn-ea"/>
                          </a:rPr>
                          <a:t>, </a:t>
                        </a:r>
                        <a:r>
                          <a:rPr lang="ko-KR" altLang="en-US" sz="1400" baseline="0" dirty="0">
                            <a:solidFill>
                              <a:schemeClr val="tx1"/>
                            </a:solidFill>
                            <a:latin typeface="+mn-ea"/>
                            <a:ea typeface="+mn-ea"/>
                          </a:rPr>
                          <a:t>가격을 검색하시오</a:t>
                        </a:r>
                        <a:r>
                          <a:rPr lang="en-US" altLang="ko-KR" sz="1400" baseline="0" dirty="0">
                            <a:solidFill>
                              <a:schemeClr val="tx1"/>
                            </a:solidFill>
                            <a:latin typeface="+mn-ea"/>
                            <a:ea typeface="+mn-ea"/>
                          </a:rPr>
                          <a:t>.</a:t>
                        </a:r>
                        <a:endParaRPr lang="ko-KR" altLang="en-US" sz="14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endParaRPr>
                      </a:p>
                    </a:txBody>
                    <a:tcPr anchor="ctr">
                      <a:lnL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solidFill>
                        <a:schemeClr val="tx2">
                          <a:lumMod val="20000"/>
                          <a:lumOff val="80000"/>
                        </a:schemeClr>
                      </a:solidFill>
                    </a:tcPr>
                  </a:tc>
                  <a:extLst>
                    <a:ext uri="{0D108BD9-81ED-4DB2-BD59-A6C34878D82A}">
                      <a16:rowId xmlns:a16="http://schemas.microsoft.com/office/drawing/2014/main" val="10000"/>
                    </a:ext>
                  </a:extLst>
                </a:tr>
                <a:tr h="370840">
                  <a:tc>
                    <a:txBody>
                      <a:bodyPr/>
                      <a:lstStyle/>
                      <a:p>
                        <a:pPr latinLnBrk="1"/>
                        <a:endParaRPr lang="en-US" altLang="ko-KR" sz="1400" dirty="0">
                          <a:solidFill>
                            <a:sysClr val="windowText" lastClr="000000"/>
                          </a:solidFill>
                        </a:endParaRPr>
                      </a:p>
                      <a:p>
                        <a:r>
                          <a:rPr lang="en-US" altLang="ko-KR" sz="1400" dirty="0">
                            <a:solidFill>
                              <a:schemeClr val="dk1"/>
                            </a:solidFill>
                          </a:rPr>
                          <a:t>SELECT	</a:t>
                        </a:r>
                        <a:r>
                          <a:rPr lang="en-US" altLang="ko-KR" sz="1400" dirty="0" err="1">
                            <a:solidFill>
                              <a:schemeClr val="dk1"/>
                            </a:solidFill>
                          </a:rPr>
                          <a:t>bookid</a:t>
                        </a:r>
                        <a:r>
                          <a:rPr lang="en-US" altLang="ko-KR" sz="1400" dirty="0">
                            <a:solidFill>
                              <a:schemeClr val="dk1"/>
                            </a:solidFill>
                          </a:rPr>
                          <a:t>, </a:t>
                        </a:r>
                        <a:r>
                          <a:rPr lang="en-US" altLang="ko-KR" sz="1400" dirty="0" err="1">
                            <a:solidFill>
                              <a:schemeClr val="dk1"/>
                            </a:solidFill>
                          </a:rPr>
                          <a:t>bookname</a:t>
                        </a:r>
                        <a:r>
                          <a:rPr lang="en-US" altLang="ko-KR" sz="1400" dirty="0">
                            <a:solidFill>
                              <a:schemeClr val="dk1"/>
                            </a:solidFill>
                          </a:rPr>
                          <a:t>, publisher, price</a:t>
                        </a:r>
                      </a:p>
                      <a:p>
                        <a:r>
                          <a:rPr lang="en-US" altLang="ko-KR" sz="1400" dirty="0">
                            <a:solidFill>
                              <a:schemeClr val="dk1"/>
                            </a:solidFill>
                          </a:rPr>
                          <a:t>FROM	Book;</a:t>
                        </a:r>
                        <a:endParaRPr lang="en-US" altLang="ko-KR" sz="1400" dirty="0">
                          <a:solidFill>
                            <a:sysClr val="windowText" lastClr="000000"/>
                          </a:solidFill>
                        </a:endParaRPr>
                      </a:p>
                    </a:txBody>
                    <a:tcPr>
                      <a:lnL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solidFill>
                        <a:schemeClr val="bg1"/>
                      </a:solidFill>
                    </a:tcPr>
                  </a:tc>
                  <a:extLst>
                    <a:ext uri="{0D108BD9-81ED-4DB2-BD59-A6C34878D82A}">
                      <a16:rowId xmlns:a16="http://schemas.microsoft.com/office/drawing/2014/main" val="10001"/>
                    </a:ext>
                  </a:extLst>
                </a:tr>
              </a:tbl>
            </a:graphicData>
          </a:graphic>
        </p:graphicFrame>
      </p:grpSp>
      <p:sp>
        <p:nvSpPr>
          <p:cNvPr id="8" name="내용 개체 틀 2"/>
          <p:cNvSpPr>
            <a:spLocks noGrp="1"/>
          </p:cNvSpPr>
          <p:nvPr>
            <p:ph idx="1"/>
          </p:nvPr>
        </p:nvSpPr>
        <p:spPr>
          <a:xfrm>
            <a:off x="539552" y="1085503"/>
            <a:ext cx="8064896" cy="603597"/>
          </a:xfrm>
          <a:prstGeom prst="rect">
            <a:avLst/>
          </a:prstGeom>
        </p:spPr>
        <p:txBody>
          <a:bodyPr/>
          <a:lstStyle/>
          <a:p>
            <a:pPr latinLnBrk="0">
              <a:buChar char="v"/>
            </a:pPr>
            <a:r>
              <a:rPr lang="en-US" altLang="ko-KR" sz="2000" dirty="0">
                <a:solidFill>
                  <a:schemeClr val="tx2"/>
                </a:solidFill>
              </a:rPr>
              <a:t>SELECT/FROM_</a:t>
            </a:r>
            <a:r>
              <a:rPr lang="ko-KR" altLang="en-US" sz="1200" dirty="0">
                <a:solidFill>
                  <a:schemeClr val="tx2">
                    <a:lumMod val="60000"/>
                    <a:lumOff val="40000"/>
                  </a:schemeClr>
                </a:solidFill>
                <a:latin typeface="+mj-lt"/>
                <a:ea typeface="+mj-ea"/>
                <a:cs typeface="+mj-cs"/>
              </a:rPr>
              <a:t>서점에 어떤 도서가 있는지 알고 싶다 </a:t>
            </a:r>
            <a:r>
              <a:rPr lang="en-US" altLang="ko-KR" sz="1200" dirty="0">
                <a:solidFill>
                  <a:schemeClr val="tx2">
                    <a:lumMod val="60000"/>
                    <a:lumOff val="40000"/>
                  </a:schemeClr>
                </a:solidFill>
                <a:latin typeface="+mj-lt"/>
                <a:ea typeface="+mj-ea"/>
                <a:cs typeface="+mj-cs"/>
              </a:rPr>
              <a:t> </a:t>
            </a:r>
            <a:endParaRPr lang="ko-KR" altLang="en-US" sz="1200" dirty="0">
              <a:solidFill>
                <a:schemeClr val="tx2">
                  <a:lumMod val="60000"/>
                  <a:lumOff val="40000"/>
                </a:schemeClr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ADD09D86-F5A9-F8E6-7265-9DABE2428B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60032" y="2420888"/>
            <a:ext cx="3042832" cy="1944216"/>
          </a:xfrm>
          <a:prstGeom prst="rect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FE8DCE59-79B4-1666-D8AD-F7EBB5EC752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57456" y="4548659"/>
            <a:ext cx="3042832" cy="1966137"/>
          </a:xfrm>
          <a:prstGeom prst="rect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6396699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1. SELECT </a:t>
            </a:r>
            <a:r>
              <a:rPr lang="ko-KR" altLang="en-US" dirty="0"/>
              <a:t>문</a:t>
            </a:r>
            <a:endParaRPr lang="ko-KR" altLang="en-US" sz="1200" dirty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0" name="내용 개체 틀 2"/>
          <p:cNvSpPr txBox="1">
            <a:spLocks/>
          </p:cNvSpPr>
          <p:nvPr/>
        </p:nvSpPr>
        <p:spPr bwMode="auto">
          <a:xfrm>
            <a:off x="517525" y="4725144"/>
            <a:ext cx="6121375" cy="43204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latinLnBrk="1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chemeClr val="accent3">
                  <a:lumMod val="75000"/>
                </a:schemeClr>
              </a:buClr>
              <a:buFont typeface="Wingdings" pitchFamily="2" charset="2"/>
              <a:buChar char="n"/>
              <a:defRPr sz="1600" b="1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447675" indent="-180975" algn="l" rtl="0" eaLnBrk="0" fontAlgn="base" latinLnBrk="1" hangingPunct="0">
              <a:spcBef>
                <a:spcPct val="20000"/>
              </a:spcBef>
              <a:spcAft>
                <a:spcPts val="400"/>
              </a:spcAft>
              <a:buClr>
                <a:schemeClr val="bg1">
                  <a:lumMod val="50000"/>
                </a:schemeClr>
              </a:buClr>
              <a:buFont typeface="Wingdings" pitchFamily="2" charset="2"/>
              <a:buChar char="§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28650" indent="-180975" algn="l" rtl="0" eaLnBrk="0" fontAlgn="base" latinLnBrk="1" hangingPunct="0">
              <a:spcBef>
                <a:spcPct val="20000"/>
              </a:spcBef>
              <a:spcAft>
                <a:spcPts val="300"/>
              </a:spcAft>
              <a:buClr>
                <a:schemeClr val="bg1">
                  <a:lumMod val="50000"/>
                </a:schemeClr>
              </a:buClr>
              <a:buFont typeface="Arial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09625" indent="-180975" algn="l" rtl="0" eaLnBrk="0" fontAlgn="base" latinLnBrk="1" hangingPunct="0">
              <a:spcBef>
                <a:spcPct val="20000"/>
              </a:spcBef>
              <a:spcAft>
                <a:spcPts val="300"/>
              </a:spcAft>
              <a:buSzPct val="96000"/>
              <a:buFont typeface="Arial" charset="0"/>
              <a:buChar char="–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90600" indent="-180975" algn="l" rtl="0" eaLnBrk="0" fontAlgn="base" latinLnBrk="1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ko-KR" sz="1400" dirty="0"/>
              <a:t>※ </a:t>
            </a:r>
            <a:r>
              <a:rPr lang="ko-KR" altLang="en-US" sz="1400" dirty="0"/>
              <a:t>중복을 제거하고 싶으면 </a:t>
            </a:r>
            <a:r>
              <a:rPr lang="en-US" altLang="ko-KR" sz="1400" dirty="0"/>
              <a:t>DISTINCT</a:t>
            </a:r>
            <a:r>
              <a:rPr lang="ko-KR" altLang="en-US" sz="1400" dirty="0"/>
              <a:t>라는 키워드를 사용한다</a:t>
            </a:r>
            <a:r>
              <a:rPr lang="en-US" altLang="ko-KR" sz="1400" dirty="0"/>
              <a:t>.</a:t>
            </a:r>
            <a:endParaRPr lang="ko-KR" altLang="en-US" sz="1400" dirty="0"/>
          </a:p>
          <a:p>
            <a:pPr marL="0" indent="0">
              <a:buNone/>
            </a:pPr>
            <a:endParaRPr lang="en-US" altLang="ko-KR" sz="800" dirty="0"/>
          </a:p>
          <a:p>
            <a:pPr marL="0" indent="0">
              <a:buFont typeface="Wingdings" pitchFamily="2" charset="2"/>
              <a:buNone/>
            </a:pPr>
            <a:endParaRPr kumimoji="0" lang="en-US" altLang="ko-KR" sz="800" dirty="0"/>
          </a:p>
          <a:p>
            <a:endParaRPr kumimoji="0" lang="en-US" altLang="ko-KR" dirty="0"/>
          </a:p>
          <a:p>
            <a:endParaRPr kumimoji="0" lang="en-US" altLang="ko-KR" dirty="0"/>
          </a:p>
          <a:p>
            <a:endParaRPr kumimoji="0" lang="en-US" altLang="ko-KR" dirty="0"/>
          </a:p>
          <a:p>
            <a:endParaRPr kumimoji="0" lang="en-US" altLang="ko-KR" dirty="0"/>
          </a:p>
          <a:p>
            <a:endParaRPr kumimoji="0" lang="en-US" altLang="ko-KR" dirty="0"/>
          </a:p>
          <a:p>
            <a:endParaRPr kumimoji="0" lang="en-US" altLang="ko-KR" dirty="0"/>
          </a:p>
          <a:p>
            <a:endParaRPr kumimoji="0" lang="en-US" altLang="ko-KR" dirty="0"/>
          </a:p>
          <a:p>
            <a:endParaRPr kumimoji="0" lang="en-US" altLang="ko-KR" dirty="0"/>
          </a:p>
        </p:txBody>
      </p:sp>
      <p:sp>
        <p:nvSpPr>
          <p:cNvPr id="11" name="TextBox 10"/>
          <p:cNvSpPr txBox="1"/>
          <p:nvPr/>
        </p:nvSpPr>
        <p:spPr>
          <a:xfrm>
            <a:off x="605535" y="5261297"/>
            <a:ext cx="2497383" cy="608533"/>
          </a:xfrm>
          <a:prstGeom prst="rect">
            <a:avLst/>
          </a:prstGeom>
        </p:spPr>
        <p:txBody>
          <a:bodyPr vert="horz" wrap="none" lIns="91440" tIns="45720" rIns="91440" bIns="45720" rtlCol="0" anchor="ctr">
            <a:normAutofit/>
          </a:bodyPr>
          <a:lstStyle/>
          <a:p>
            <a:r>
              <a:rPr lang="en-US" altLang="ko-KR" sz="1400" dirty="0">
                <a:latin typeface="+mn-ea"/>
                <a:ea typeface="+mn-ea"/>
              </a:rPr>
              <a:t>SELECT	DISTINCT publisher</a:t>
            </a:r>
          </a:p>
          <a:p>
            <a:r>
              <a:rPr lang="en-US" altLang="ko-KR" sz="1400" dirty="0">
                <a:latin typeface="+mn-ea"/>
                <a:ea typeface="+mn-ea"/>
              </a:rPr>
              <a:t>FROM	Book;</a:t>
            </a:r>
            <a:endParaRPr lang="en-US" altLang="ko-KR" sz="1400" dirty="0">
              <a:solidFill>
                <a:sysClr val="windowText" lastClr="000000"/>
              </a:solidFill>
              <a:latin typeface="+mn-ea"/>
              <a:ea typeface="+mn-ea"/>
            </a:endParaRPr>
          </a:p>
        </p:txBody>
      </p:sp>
      <p:graphicFrame>
        <p:nvGraphicFramePr>
          <p:cNvPr id="9" name="내용 개체 틀 3"/>
          <p:cNvGraphicFramePr>
            <a:graphicFrameLocks/>
          </p:cNvGraphicFramePr>
          <p:nvPr/>
        </p:nvGraphicFramePr>
        <p:xfrm>
          <a:off x="569293" y="1844824"/>
          <a:ext cx="7272808" cy="1102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27280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질의 </a:t>
                      </a:r>
                      <a:r>
                        <a:rPr lang="en-US" altLang="ko-KR" sz="14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3-3   </a:t>
                      </a:r>
                      <a:r>
                        <a:rPr lang="ko-KR" altLang="en-US" sz="14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도서 테이블에 있는 모든 출판사를 검색하시오</a:t>
                      </a:r>
                      <a:r>
                        <a:rPr lang="en-US" altLang="ko-KR" sz="14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endParaRPr lang="en-US" altLang="ko-KR" sz="1400" dirty="0">
                        <a:solidFill>
                          <a:sysClr val="windowText" lastClr="000000"/>
                        </a:solidFill>
                      </a:endParaRPr>
                    </a:p>
                    <a:p>
                      <a:r>
                        <a:rPr lang="en-US" altLang="ko-KR" sz="1400" dirty="0">
                          <a:solidFill>
                            <a:schemeClr val="dk1"/>
                          </a:solidFill>
                        </a:rPr>
                        <a:t>SELECT	publisher</a:t>
                      </a:r>
                    </a:p>
                    <a:p>
                      <a:r>
                        <a:rPr lang="en-US" altLang="ko-KR" sz="1400" dirty="0">
                          <a:solidFill>
                            <a:schemeClr val="dk1"/>
                          </a:solidFill>
                        </a:rPr>
                        <a:t>FROM	Book;</a:t>
                      </a:r>
                      <a:endParaRPr lang="en-US" altLang="ko-KR" sz="14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2" name="내용 개체 틀 2"/>
          <p:cNvSpPr>
            <a:spLocks noGrp="1"/>
          </p:cNvSpPr>
          <p:nvPr>
            <p:ph idx="1"/>
          </p:nvPr>
        </p:nvSpPr>
        <p:spPr>
          <a:xfrm>
            <a:off x="539552" y="1085503"/>
            <a:ext cx="8064896" cy="603597"/>
          </a:xfrm>
          <a:prstGeom prst="rect">
            <a:avLst/>
          </a:prstGeom>
        </p:spPr>
        <p:txBody>
          <a:bodyPr/>
          <a:lstStyle/>
          <a:p>
            <a:pPr latinLnBrk="0">
              <a:buChar char="v"/>
            </a:pPr>
            <a:r>
              <a:rPr lang="en-US" altLang="ko-KR" sz="2000" dirty="0">
                <a:solidFill>
                  <a:schemeClr val="tx2"/>
                </a:solidFill>
              </a:rPr>
              <a:t>SELECT/FROM_</a:t>
            </a:r>
            <a:r>
              <a:rPr lang="ko-KR" altLang="en-US" sz="1200" dirty="0">
                <a:solidFill>
                  <a:schemeClr val="tx2">
                    <a:lumMod val="60000"/>
                    <a:lumOff val="40000"/>
                  </a:schemeClr>
                </a:solidFill>
                <a:latin typeface="+mj-lt"/>
                <a:ea typeface="+mj-ea"/>
                <a:cs typeface="+mj-cs"/>
              </a:rPr>
              <a:t>서점에 어떤 도서가 있는지 알고 싶다 </a:t>
            </a:r>
            <a:r>
              <a:rPr lang="en-US" altLang="ko-KR" sz="1200" dirty="0">
                <a:solidFill>
                  <a:schemeClr val="tx2">
                    <a:lumMod val="60000"/>
                    <a:lumOff val="40000"/>
                  </a:schemeClr>
                </a:solidFill>
                <a:latin typeface="+mj-lt"/>
                <a:ea typeface="+mj-ea"/>
                <a:cs typeface="+mj-cs"/>
              </a:rPr>
              <a:t> </a:t>
            </a:r>
            <a:endParaRPr lang="ko-KR" altLang="en-US" sz="1200" dirty="0">
              <a:solidFill>
                <a:schemeClr val="tx2">
                  <a:lumMod val="60000"/>
                  <a:lumOff val="40000"/>
                </a:schemeClr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13" name="그림 1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72200" y="2276872"/>
            <a:ext cx="944435" cy="2340099"/>
          </a:xfrm>
          <a:prstGeom prst="rect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14" name="그림 1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72200" y="4981153"/>
            <a:ext cx="945423" cy="1544191"/>
          </a:xfrm>
          <a:prstGeom prst="rect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35227950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1. SELECT </a:t>
            </a:r>
            <a:r>
              <a:rPr lang="ko-KR" altLang="en-US" dirty="0"/>
              <a:t>문</a:t>
            </a:r>
            <a:endParaRPr lang="ko-KR" altLang="en-US" sz="1200" dirty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  <p:graphicFrame>
        <p:nvGraphicFramePr>
          <p:cNvPr id="4" name="표 3"/>
          <p:cNvGraphicFramePr>
            <a:graphicFrameLocks noGrp="1"/>
          </p:cNvGraphicFramePr>
          <p:nvPr/>
        </p:nvGraphicFramePr>
        <p:xfrm>
          <a:off x="949053" y="2452483"/>
          <a:ext cx="7229376" cy="2298954"/>
        </p:xfrm>
        <a:graphic>
          <a:graphicData uri="http://schemas.openxmlformats.org/drawingml/2006/table">
            <a:tbl>
              <a:tblPr/>
              <a:tblGrid>
                <a:gridCol w="104906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3184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4847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0481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b="1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술어</a:t>
                      </a:r>
                    </a:p>
                  </a:txBody>
                  <a:tcPr marL="64770" marR="64770" marT="17907" marB="17907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b="1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연산자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b="1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예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5892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비교</a:t>
                      </a:r>
                    </a:p>
                  </a:txBody>
                  <a:tcPr marL="64770" marR="64770" marT="17907" marB="17907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=, &lt;&gt;, &lt;, &lt;=, &gt;, &gt;=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price &lt; 20000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5892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범위</a:t>
                      </a:r>
                    </a:p>
                  </a:txBody>
                  <a:tcPr marL="64770" marR="64770" marT="17907" marB="17907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BETWEEN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price BETWEEN 10000 AND 20000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05892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집합</a:t>
                      </a:r>
                    </a:p>
                  </a:txBody>
                  <a:tcPr marL="64770" marR="64770" marT="17907" marB="17907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IN, NOT IN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price IN (10000, 20000, 30000)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05892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패턴</a:t>
                      </a:r>
                    </a:p>
                  </a:txBody>
                  <a:tcPr marL="64770" marR="64770" marT="17907" marB="17907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LIKE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 err="1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bookname</a:t>
                      </a:r>
                      <a:r>
                        <a:rPr lang="en-US" sz="12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LIKE '</a:t>
                      </a:r>
                      <a:r>
                        <a:rPr lang="ko-KR" altLang="en-US" sz="12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축구의 역사</a:t>
                      </a:r>
                      <a:r>
                        <a:rPr lang="en-US" altLang="ko-KR" sz="12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'</a:t>
                      </a:r>
                      <a:endParaRPr lang="ko-KR" altLang="en-US" sz="120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05892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NULL</a:t>
                      </a:r>
                    </a:p>
                  </a:txBody>
                  <a:tcPr marL="64770" marR="64770" marT="17907" marB="17907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IS NULL, IS NOT NULL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price IS NULL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05892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복합조건</a:t>
                      </a:r>
                    </a:p>
                  </a:txBody>
                  <a:tcPr marL="64770" marR="64770" marT="17907" marB="17907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AND, OR, NOT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(price &lt; 20000) AND (</a:t>
                      </a:r>
                      <a:r>
                        <a:rPr lang="en-US" sz="1200" dirty="0" err="1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bookname</a:t>
                      </a:r>
                      <a:r>
                        <a:rPr lang="en-US" sz="12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LIKE '</a:t>
                      </a:r>
                      <a:r>
                        <a:rPr lang="ko-KR" altLang="en-US" sz="12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축구의 역사</a:t>
                      </a:r>
                      <a:r>
                        <a:rPr lang="en-US" altLang="ko-KR" sz="12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')</a:t>
                      </a:r>
                      <a:endParaRPr lang="ko-KR" altLang="en-US" sz="120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827584" y="2135246"/>
            <a:ext cx="1872208" cy="288032"/>
          </a:xfrm>
          <a:prstGeom prst="rect">
            <a:avLst/>
          </a:prstGeom>
        </p:spPr>
        <p:txBody>
          <a:bodyPr vert="horz" wrap="none" lIns="91440" tIns="45720" rIns="91440" bIns="45720" rtlCol="0" anchor="ctr">
            <a:noAutofit/>
          </a:bodyPr>
          <a:lstStyle/>
          <a:p>
            <a:r>
              <a:rPr lang="ko-KR" altLang="en-US" sz="1400" b="1" dirty="0">
                <a:solidFill>
                  <a:schemeClr val="bg1">
                    <a:lumMod val="50000"/>
                  </a:schemeClr>
                </a:solidFill>
                <a:ea typeface="맑은 고딕" panose="020B0503020000020004" pitchFamily="50" charset="-127"/>
              </a:rPr>
              <a:t>표 </a:t>
            </a:r>
            <a:r>
              <a:rPr lang="en-US" altLang="ko-KR" sz="1400" b="1" dirty="0">
                <a:solidFill>
                  <a:schemeClr val="bg1">
                    <a:lumMod val="50000"/>
                  </a:schemeClr>
                </a:solidFill>
                <a:ea typeface="맑은 고딕" panose="020B0503020000020004" pitchFamily="50" charset="-127"/>
              </a:rPr>
              <a:t>3-5 </a:t>
            </a:r>
            <a:r>
              <a:rPr lang="en-US" altLang="ko-KR" sz="1400" b="1" dirty="0">
                <a:ea typeface="맑은 고딕" panose="020B0503020000020004" pitchFamily="50" charset="-127"/>
              </a:rPr>
              <a:t>WHERE </a:t>
            </a:r>
            <a:r>
              <a:rPr lang="ko-KR" altLang="en-US" sz="1400" b="1" dirty="0">
                <a:ea typeface="맑은 고딕" panose="020B0503020000020004" pitchFamily="50" charset="-127"/>
              </a:rPr>
              <a:t>절에 조건으로 사용할 수 있는 술어</a:t>
            </a:r>
          </a:p>
        </p:txBody>
      </p:sp>
      <p:sp>
        <p:nvSpPr>
          <p:cNvPr id="8" name="내용 개체 틀 2"/>
          <p:cNvSpPr txBox="1">
            <a:spLocks/>
          </p:cNvSpPr>
          <p:nvPr/>
        </p:nvSpPr>
        <p:spPr>
          <a:xfrm>
            <a:off x="539552" y="1085503"/>
            <a:ext cx="8064896" cy="603597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latinLnBrk="1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rgbClr val="50ABCC"/>
              </a:buClr>
              <a:buFont typeface="Wingdings" pitchFamily="2" charset="2"/>
              <a:buChar char="n"/>
              <a:defRPr sz="1600" b="1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447675" indent="-180975" algn="l" rtl="0" eaLnBrk="0" fontAlgn="base" latinLnBrk="1" hangingPunct="0">
              <a:spcBef>
                <a:spcPct val="20000"/>
              </a:spcBef>
              <a:spcAft>
                <a:spcPts val="400"/>
              </a:spcAft>
              <a:buClr>
                <a:schemeClr val="bg1">
                  <a:lumMod val="50000"/>
                </a:schemeClr>
              </a:buClr>
              <a:buFont typeface="Wingdings" pitchFamily="2" charset="2"/>
              <a:buChar char="§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28650" indent="-180975" algn="l" rtl="0" eaLnBrk="0" fontAlgn="base" latinLnBrk="1" hangingPunct="0">
              <a:spcBef>
                <a:spcPct val="20000"/>
              </a:spcBef>
              <a:spcAft>
                <a:spcPts val="300"/>
              </a:spcAft>
              <a:buClr>
                <a:schemeClr val="bg1">
                  <a:lumMod val="50000"/>
                </a:schemeClr>
              </a:buClr>
              <a:buFont typeface="Arial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09625" indent="-180975" algn="l" rtl="0" eaLnBrk="0" fontAlgn="base" latinLnBrk="1" hangingPunct="0">
              <a:spcBef>
                <a:spcPct val="20000"/>
              </a:spcBef>
              <a:spcAft>
                <a:spcPts val="300"/>
              </a:spcAft>
              <a:buSzPct val="96000"/>
              <a:buFont typeface="Arial" charset="0"/>
              <a:buChar char="–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90600" indent="-180975" algn="l" rtl="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rgbClr val="50ABCC"/>
              </a:buClr>
              <a:buFont typeface="Arial" panose="020B0604020202020204" pitchFamily="34" charset="0"/>
              <a:buChar char="»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atinLnBrk="0">
              <a:buFont typeface="Wingdings" pitchFamily="2" charset="2"/>
              <a:buChar char="v"/>
            </a:pPr>
            <a:r>
              <a:rPr kumimoji="0" lang="en-US" altLang="ko-KR" sz="2000" dirty="0">
                <a:solidFill>
                  <a:schemeClr val="tx2"/>
                </a:solidFill>
              </a:rPr>
              <a:t>WHERE </a:t>
            </a:r>
            <a:r>
              <a:rPr kumimoji="0" lang="ko-KR" altLang="en-US" sz="2000" dirty="0">
                <a:solidFill>
                  <a:schemeClr val="tx2"/>
                </a:solidFill>
              </a:rPr>
              <a:t>조건</a:t>
            </a:r>
            <a:r>
              <a:rPr kumimoji="0" lang="en-US" altLang="ko-KR" sz="2000" dirty="0">
                <a:solidFill>
                  <a:schemeClr val="tx2"/>
                </a:solidFill>
              </a:rPr>
              <a:t>_</a:t>
            </a:r>
            <a:r>
              <a:rPr lang="ko-KR" altLang="en-US" sz="1200" dirty="0">
                <a:solidFill>
                  <a:schemeClr val="tx2">
                    <a:lumMod val="60000"/>
                    <a:lumOff val="40000"/>
                  </a:schemeClr>
                </a:solidFill>
                <a:latin typeface="+mj-lt"/>
                <a:ea typeface="+mj-ea"/>
                <a:cs typeface="+mj-cs"/>
              </a:rPr>
              <a:t>가격이 </a:t>
            </a:r>
            <a:r>
              <a:rPr lang="en-US" altLang="ko-KR" sz="1200" dirty="0">
                <a:solidFill>
                  <a:schemeClr val="tx2">
                    <a:lumMod val="60000"/>
                    <a:lumOff val="40000"/>
                  </a:schemeClr>
                </a:solidFill>
                <a:latin typeface="+mj-lt"/>
                <a:ea typeface="+mj-ea"/>
                <a:cs typeface="+mj-cs"/>
              </a:rPr>
              <a:t>20,000</a:t>
            </a:r>
            <a:r>
              <a:rPr lang="ko-KR" altLang="en-US" sz="1200" dirty="0">
                <a:solidFill>
                  <a:schemeClr val="tx2">
                    <a:lumMod val="60000"/>
                    <a:lumOff val="40000"/>
                  </a:schemeClr>
                </a:solidFill>
                <a:latin typeface="+mj-lt"/>
                <a:ea typeface="+mj-ea"/>
                <a:cs typeface="+mj-cs"/>
              </a:rPr>
              <a:t>원 미만인 도서가 무엇인지 알고 싶다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1. SELECT </a:t>
            </a:r>
            <a:r>
              <a:rPr lang="ko-KR" altLang="en-US" dirty="0"/>
              <a:t>문</a:t>
            </a:r>
            <a:endParaRPr lang="ko-KR" altLang="en-US" sz="1200" dirty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9" name="내용 개체 틀 2"/>
          <p:cNvSpPr>
            <a:spLocks noGrp="1"/>
          </p:cNvSpPr>
          <p:nvPr>
            <p:ph idx="1"/>
          </p:nvPr>
        </p:nvSpPr>
        <p:spPr>
          <a:xfrm>
            <a:off x="755576" y="1783755"/>
            <a:ext cx="8064896" cy="565125"/>
          </a:xfrm>
          <a:prstGeom prst="rect">
            <a:avLst/>
          </a:prstGeom>
        </p:spPr>
        <p:txBody>
          <a:bodyPr/>
          <a:lstStyle/>
          <a:p>
            <a:pPr>
              <a:lnSpc>
                <a:spcPct val="100000"/>
              </a:lnSpc>
            </a:pPr>
            <a:r>
              <a:rPr lang="ko-KR" altLang="en-US" dirty="0"/>
              <a:t>비교</a:t>
            </a:r>
            <a:endParaRPr lang="en-US" altLang="ko-KR" dirty="0"/>
          </a:p>
          <a:p>
            <a:pPr>
              <a:lnSpc>
                <a:spcPct val="100000"/>
              </a:lnSpc>
            </a:pPr>
            <a:endParaRPr lang="en-US" altLang="ko-KR" dirty="0"/>
          </a:p>
          <a:p>
            <a:pPr>
              <a:lnSpc>
                <a:spcPct val="100000"/>
              </a:lnSpc>
            </a:pPr>
            <a:endParaRPr lang="en-US" altLang="ko-KR" dirty="0"/>
          </a:p>
          <a:p>
            <a:pPr>
              <a:lnSpc>
                <a:spcPct val="100000"/>
              </a:lnSpc>
            </a:pPr>
            <a:endParaRPr lang="en-US" altLang="ko-KR" dirty="0"/>
          </a:p>
          <a:p>
            <a:pPr>
              <a:lnSpc>
                <a:spcPct val="100000"/>
              </a:lnSpc>
            </a:pPr>
            <a:endParaRPr lang="en-US" altLang="ko-KR" dirty="0"/>
          </a:p>
          <a:p>
            <a:pPr>
              <a:lnSpc>
                <a:spcPct val="100000"/>
              </a:lnSpc>
            </a:pPr>
            <a:endParaRPr lang="en-US" altLang="ko-KR" dirty="0"/>
          </a:p>
          <a:p>
            <a:pPr>
              <a:lnSpc>
                <a:spcPct val="100000"/>
              </a:lnSpc>
              <a:buNone/>
            </a:pPr>
            <a:endParaRPr lang="en-US" altLang="ko-KR" dirty="0"/>
          </a:p>
          <a:p>
            <a:pPr>
              <a:lnSpc>
                <a:spcPct val="100000"/>
              </a:lnSpc>
              <a:buNone/>
            </a:pPr>
            <a:endParaRPr lang="en-US" altLang="ko-KR" dirty="0"/>
          </a:p>
        </p:txBody>
      </p:sp>
      <p:graphicFrame>
        <p:nvGraphicFramePr>
          <p:cNvPr id="10" name="내용 개체 틀 3"/>
          <p:cNvGraphicFramePr>
            <a:graphicFrameLocks/>
          </p:cNvGraphicFramePr>
          <p:nvPr/>
        </p:nvGraphicFramePr>
        <p:xfrm>
          <a:off x="929333" y="2420888"/>
          <a:ext cx="7272808" cy="1315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27280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질의 </a:t>
                      </a:r>
                      <a:r>
                        <a:rPr lang="en-US" altLang="ko-KR" sz="14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3-4   </a:t>
                      </a:r>
                      <a:r>
                        <a:rPr lang="ko-KR" altLang="en-US" sz="14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가격이 </a:t>
                      </a:r>
                      <a:r>
                        <a:rPr lang="en-US" altLang="ko-KR" sz="14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20,000</a:t>
                      </a:r>
                      <a:r>
                        <a:rPr lang="ko-KR" altLang="en-US" sz="14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원 미만인 도서를 검색하시오</a:t>
                      </a:r>
                      <a:r>
                        <a:rPr lang="en-US" altLang="ko-KR" sz="14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endParaRPr lang="en-US" altLang="ko-KR" sz="1400" dirty="0">
                        <a:solidFill>
                          <a:sysClr val="windowText" lastClr="000000"/>
                        </a:solidFill>
                      </a:endParaRPr>
                    </a:p>
                    <a:p>
                      <a:r>
                        <a:rPr lang="en-US" altLang="ko-KR" sz="1400" dirty="0">
                          <a:solidFill>
                            <a:schemeClr val="dk1"/>
                          </a:solidFill>
                        </a:rPr>
                        <a:t>SELECT	*</a:t>
                      </a:r>
                    </a:p>
                    <a:p>
                      <a:r>
                        <a:rPr lang="en-US" altLang="ko-KR" sz="1400" dirty="0">
                          <a:solidFill>
                            <a:schemeClr val="dk1"/>
                          </a:solidFill>
                        </a:rPr>
                        <a:t>FROM	Book</a:t>
                      </a:r>
                    </a:p>
                    <a:p>
                      <a:r>
                        <a:rPr lang="en-US" altLang="ko-KR" sz="1400" dirty="0">
                          <a:solidFill>
                            <a:schemeClr val="dk1"/>
                          </a:solidFill>
                        </a:rPr>
                        <a:t>WHERE	price &lt; 20000;</a:t>
                      </a:r>
                      <a:endParaRPr lang="en-US" altLang="ko-KR" sz="14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8" name="내용 개체 틀 2"/>
          <p:cNvSpPr txBox="1">
            <a:spLocks/>
          </p:cNvSpPr>
          <p:nvPr/>
        </p:nvSpPr>
        <p:spPr>
          <a:xfrm>
            <a:off x="539552" y="1085503"/>
            <a:ext cx="8064896" cy="603597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latinLnBrk="1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rgbClr val="50ABCC"/>
              </a:buClr>
              <a:buFont typeface="Wingdings" pitchFamily="2" charset="2"/>
              <a:buChar char="n"/>
              <a:defRPr sz="1600" b="1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447675" indent="-180975" algn="l" rtl="0" eaLnBrk="0" fontAlgn="base" latinLnBrk="1" hangingPunct="0">
              <a:spcBef>
                <a:spcPct val="20000"/>
              </a:spcBef>
              <a:spcAft>
                <a:spcPts val="400"/>
              </a:spcAft>
              <a:buClr>
                <a:schemeClr val="bg1">
                  <a:lumMod val="50000"/>
                </a:schemeClr>
              </a:buClr>
              <a:buFont typeface="Wingdings" pitchFamily="2" charset="2"/>
              <a:buChar char="§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28650" indent="-180975" algn="l" rtl="0" eaLnBrk="0" fontAlgn="base" latinLnBrk="1" hangingPunct="0">
              <a:spcBef>
                <a:spcPct val="20000"/>
              </a:spcBef>
              <a:spcAft>
                <a:spcPts val="300"/>
              </a:spcAft>
              <a:buClr>
                <a:schemeClr val="bg1">
                  <a:lumMod val="50000"/>
                </a:schemeClr>
              </a:buClr>
              <a:buFont typeface="Arial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09625" indent="-180975" algn="l" rtl="0" eaLnBrk="0" fontAlgn="base" latinLnBrk="1" hangingPunct="0">
              <a:spcBef>
                <a:spcPct val="20000"/>
              </a:spcBef>
              <a:spcAft>
                <a:spcPts val="300"/>
              </a:spcAft>
              <a:buSzPct val="96000"/>
              <a:buFont typeface="Arial" charset="0"/>
              <a:buChar char="–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90600" indent="-180975" algn="l" rtl="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rgbClr val="50ABCC"/>
              </a:buClr>
              <a:buFont typeface="Arial" panose="020B0604020202020204" pitchFamily="34" charset="0"/>
              <a:buChar char="»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atinLnBrk="0">
              <a:buFont typeface="Wingdings" pitchFamily="2" charset="2"/>
              <a:buChar char="v"/>
            </a:pPr>
            <a:r>
              <a:rPr kumimoji="0" lang="en-US" altLang="ko-KR" sz="2000" dirty="0">
                <a:solidFill>
                  <a:schemeClr val="tx2"/>
                </a:solidFill>
              </a:rPr>
              <a:t>WHERE </a:t>
            </a:r>
            <a:r>
              <a:rPr kumimoji="0" lang="ko-KR" altLang="en-US" sz="2000" dirty="0">
                <a:solidFill>
                  <a:schemeClr val="tx2"/>
                </a:solidFill>
              </a:rPr>
              <a:t>조건</a:t>
            </a:r>
            <a:r>
              <a:rPr kumimoji="0" lang="en-US" altLang="ko-KR" sz="2000" dirty="0">
                <a:solidFill>
                  <a:schemeClr val="tx2"/>
                </a:solidFill>
              </a:rPr>
              <a:t>_</a:t>
            </a:r>
            <a:r>
              <a:rPr lang="ko-KR" altLang="en-US" sz="1200" dirty="0">
                <a:solidFill>
                  <a:schemeClr val="tx2">
                    <a:lumMod val="60000"/>
                    <a:lumOff val="40000"/>
                  </a:schemeClr>
                </a:solidFill>
                <a:latin typeface="+mj-lt"/>
                <a:ea typeface="+mj-ea"/>
                <a:cs typeface="+mj-cs"/>
              </a:rPr>
              <a:t>가격이 </a:t>
            </a:r>
            <a:r>
              <a:rPr lang="en-US" altLang="ko-KR" sz="1200" dirty="0">
                <a:solidFill>
                  <a:schemeClr val="tx2">
                    <a:lumMod val="60000"/>
                    <a:lumOff val="40000"/>
                  </a:schemeClr>
                </a:solidFill>
                <a:latin typeface="+mj-lt"/>
                <a:ea typeface="+mj-ea"/>
                <a:cs typeface="+mj-cs"/>
              </a:rPr>
              <a:t>20,000</a:t>
            </a:r>
            <a:r>
              <a:rPr lang="ko-KR" altLang="en-US" sz="1200" dirty="0">
                <a:solidFill>
                  <a:schemeClr val="tx2">
                    <a:lumMod val="60000"/>
                    <a:lumOff val="40000"/>
                  </a:schemeClr>
                </a:solidFill>
                <a:latin typeface="+mj-lt"/>
                <a:ea typeface="+mj-ea"/>
                <a:cs typeface="+mj-cs"/>
              </a:rPr>
              <a:t>원 미만인 도서가 무엇인지 알고 싶다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6809F87D-767A-18B9-E2FF-09DDEA4AB4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2040" y="3049604"/>
            <a:ext cx="3168352" cy="1518024"/>
          </a:xfrm>
          <a:prstGeom prst="rect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25367935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1. SELECT </a:t>
            </a:r>
            <a:r>
              <a:rPr lang="ko-KR" altLang="en-US" dirty="0"/>
              <a:t>문</a:t>
            </a:r>
            <a:endParaRPr lang="ko-KR" altLang="en-US" sz="1200" dirty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39552" y="1641500"/>
            <a:ext cx="8064896" cy="4955852"/>
          </a:xfrm>
          <a:prstGeom prst="rect">
            <a:avLst/>
          </a:prstGeom>
        </p:spPr>
        <p:txBody>
          <a:bodyPr/>
          <a:lstStyle/>
          <a:p>
            <a:r>
              <a:rPr lang="ko-KR" altLang="en-US" dirty="0"/>
              <a:t>범위</a:t>
            </a:r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pPr marL="0" indent="0">
              <a:buNone/>
            </a:pPr>
            <a:r>
              <a:rPr lang="en-US" altLang="ko-KR" sz="1400" dirty="0"/>
              <a:t>※ BETWEEN</a:t>
            </a:r>
            <a:r>
              <a:rPr lang="ko-KR" altLang="en-US" sz="1400" dirty="0"/>
              <a:t>은 논리 연산자인 </a:t>
            </a:r>
            <a:r>
              <a:rPr lang="en-US" altLang="ko-KR" sz="1400" dirty="0"/>
              <a:t>AND</a:t>
            </a:r>
            <a:r>
              <a:rPr lang="ko-KR" altLang="en-US" sz="1400" dirty="0"/>
              <a:t>를 사용할 수 있다</a:t>
            </a:r>
            <a:r>
              <a:rPr lang="en-US" altLang="ko-KR" sz="1400" dirty="0"/>
              <a:t>.</a:t>
            </a:r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pPr>
              <a:buNone/>
            </a:pPr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pPr>
              <a:buNone/>
            </a:pPr>
            <a:endParaRPr lang="en-US" altLang="ko-KR" dirty="0"/>
          </a:p>
          <a:p>
            <a:pPr>
              <a:buNone/>
            </a:pPr>
            <a:endParaRPr lang="en-US" altLang="ko-KR" dirty="0"/>
          </a:p>
        </p:txBody>
      </p:sp>
      <p:graphicFrame>
        <p:nvGraphicFramePr>
          <p:cNvPr id="4" name="내용 개체 틀 3"/>
          <p:cNvGraphicFramePr>
            <a:graphicFrameLocks/>
          </p:cNvGraphicFramePr>
          <p:nvPr/>
        </p:nvGraphicFramePr>
        <p:xfrm>
          <a:off x="569293" y="2234565"/>
          <a:ext cx="7272808" cy="1315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27280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질의 </a:t>
                      </a:r>
                      <a:r>
                        <a:rPr lang="en-US" altLang="ko-KR" sz="14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3-5   </a:t>
                      </a:r>
                      <a:r>
                        <a:rPr lang="ko-KR" altLang="en-US" sz="14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가격이 </a:t>
                      </a:r>
                      <a:r>
                        <a:rPr lang="en-US" altLang="ko-KR" sz="14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10,000</a:t>
                      </a:r>
                      <a:r>
                        <a:rPr lang="ko-KR" altLang="en-US" sz="14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원 이상 </a:t>
                      </a:r>
                      <a:r>
                        <a:rPr lang="en-US" altLang="ko-KR" sz="14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20,000 </a:t>
                      </a:r>
                      <a:r>
                        <a:rPr lang="ko-KR" altLang="en-US" sz="14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이하인 도서를 검색하시오</a:t>
                      </a:r>
                      <a:r>
                        <a:rPr lang="en-US" altLang="ko-KR" sz="14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endParaRPr lang="en-US" altLang="ko-KR" sz="1400" dirty="0">
                        <a:solidFill>
                          <a:sysClr val="windowText" lastClr="000000"/>
                        </a:solidFill>
                      </a:endParaRPr>
                    </a:p>
                    <a:p>
                      <a:r>
                        <a:rPr lang="en-US" altLang="ko-KR" sz="1400" dirty="0">
                          <a:solidFill>
                            <a:schemeClr val="dk1"/>
                          </a:solidFill>
                        </a:rPr>
                        <a:t>SELECT	*</a:t>
                      </a:r>
                    </a:p>
                    <a:p>
                      <a:r>
                        <a:rPr lang="en-US" altLang="ko-KR" sz="1400" dirty="0">
                          <a:solidFill>
                            <a:schemeClr val="dk1"/>
                          </a:solidFill>
                        </a:rPr>
                        <a:t>FROM	Book</a:t>
                      </a:r>
                    </a:p>
                    <a:p>
                      <a:r>
                        <a:rPr lang="en-US" altLang="ko-KR" sz="1400" dirty="0">
                          <a:solidFill>
                            <a:schemeClr val="dk1"/>
                          </a:solidFill>
                        </a:rPr>
                        <a:t>WHERE	price BETWEEN 10000 AND 20000;</a:t>
                      </a:r>
                      <a:endParaRPr lang="en-US" altLang="ko-KR" sz="14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34457" y="4816624"/>
            <a:ext cx="2497383" cy="608533"/>
          </a:xfrm>
          <a:prstGeom prst="rect">
            <a:avLst/>
          </a:prstGeom>
        </p:spPr>
        <p:txBody>
          <a:bodyPr vert="horz" wrap="none" lIns="91440" tIns="45720" rIns="91440" bIns="45720" rtlCol="0" anchor="ctr">
            <a:noAutofit/>
          </a:bodyPr>
          <a:lstStyle/>
          <a:p>
            <a:r>
              <a:rPr lang="en-US" altLang="ko-KR" sz="1400" dirty="0">
                <a:latin typeface="+mn-ea"/>
                <a:ea typeface="맑은 고딕" panose="020B0503020000020004" pitchFamily="50" charset="-127"/>
              </a:rPr>
              <a:t>SELECT	*</a:t>
            </a:r>
          </a:p>
          <a:p>
            <a:r>
              <a:rPr lang="en-US" altLang="ko-KR" sz="1400" dirty="0">
                <a:latin typeface="+mn-ea"/>
                <a:ea typeface="맑은 고딕" panose="020B0503020000020004" pitchFamily="50" charset="-127"/>
              </a:rPr>
              <a:t>FROM	Book</a:t>
            </a:r>
          </a:p>
          <a:p>
            <a:r>
              <a:rPr lang="en-US" altLang="ko-KR" sz="1400" dirty="0">
                <a:latin typeface="+mn-ea"/>
                <a:ea typeface="맑은 고딕" panose="020B0503020000020004" pitchFamily="50" charset="-127"/>
              </a:rPr>
              <a:t>WHERE	price &gt;= 10000 AND price &lt;= 20000;</a:t>
            </a:r>
            <a:endParaRPr lang="en-US" altLang="ko-KR" sz="1400" dirty="0">
              <a:solidFill>
                <a:sysClr val="windowText" lastClr="000000"/>
              </a:solidFill>
              <a:latin typeface="+mn-ea"/>
              <a:ea typeface="맑은 고딕" panose="020B0503020000020004" pitchFamily="50" charset="-127"/>
            </a:endParaRPr>
          </a:p>
        </p:txBody>
      </p:sp>
      <p:sp>
        <p:nvSpPr>
          <p:cNvPr id="8" name="내용 개체 틀 2"/>
          <p:cNvSpPr txBox="1">
            <a:spLocks/>
          </p:cNvSpPr>
          <p:nvPr/>
        </p:nvSpPr>
        <p:spPr>
          <a:xfrm>
            <a:off x="539552" y="1085503"/>
            <a:ext cx="8064896" cy="603597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latinLnBrk="1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rgbClr val="50ABCC"/>
              </a:buClr>
              <a:buFont typeface="Wingdings" pitchFamily="2" charset="2"/>
              <a:buChar char="n"/>
              <a:defRPr sz="1600" b="1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447675" indent="-180975" algn="l" rtl="0" eaLnBrk="0" fontAlgn="base" latinLnBrk="1" hangingPunct="0">
              <a:spcBef>
                <a:spcPct val="20000"/>
              </a:spcBef>
              <a:spcAft>
                <a:spcPts val="400"/>
              </a:spcAft>
              <a:buClr>
                <a:schemeClr val="bg1">
                  <a:lumMod val="50000"/>
                </a:schemeClr>
              </a:buClr>
              <a:buFont typeface="Wingdings" pitchFamily="2" charset="2"/>
              <a:buChar char="§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28650" indent="-180975" algn="l" rtl="0" eaLnBrk="0" fontAlgn="base" latinLnBrk="1" hangingPunct="0">
              <a:spcBef>
                <a:spcPct val="20000"/>
              </a:spcBef>
              <a:spcAft>
                <a:spcPts val="300"/>
              </a:spcAft>
              <a:buClr>
                <a:schemeClr val="bg1">
                  <a:lumMod val="50000"/>
                </a:schemeClr>
              </a:buClr>
              <a:buFont typeface="Arial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09625" indent="-180975" algn="l" rtl="0" eaLnBrk="0" fontAlgn="base" latinLnBrk="1" hangingPunct="0">
              <a:spcBef>
                <a:spcPct val="20000"/>
              </a:spcBef>
              <a:spcAft>
                <a:spcPts val="300"/>
              </a:spcAft>
              <a:buSzPct val="96000"/>
              <a:buFont typeface="Arial" charset="0"/>
              <a:buChar char="–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90600" indent="-180975" algn="l" rtl="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rgbClr val="50ABCC"/>
              </a:buClr>
              <a:buFont typeface="Arial" panose="020B0604020202020204" pitchFamily="34" charset="0"/>
              <a:buChar char="»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atinLnBrk="0">
              <a:buFont typeface="Wingdings" pitchFamily="2" charset="2"/>
              <a:buChar char="v"/>
            </a:pPr>
            <a:r>
              <a:rPr kumimoji="0" lang="en-US" altLang="ko-KR" sz="2000" dirty="0">
                <a:solidFill>
                  <a:schemeClr val="tx2"/>
                </a:solidFill>
              </a:rPr>
              <a:t>WHERE </a:t>
            </a:r>
            <a:r>
              <a:rPr kumimoji="0" lang="ko-KR" altLang="en-US" sz="2000" dirty="0">
                <a:solidFill>
                  <a:schemeClr val="tx2"/>
                </a:solidFill>
              </a:rPr>
              <a:t>조건</a:t>
            </a:r>
            <a:r>
              <a:rPr kumimoji="0" lang="en-US" altLang="ko-KR" sz="2000" dirty="0">
                <a:solidFill>
                  <a:schemeClr val="tx2"/>
                </a:solidFill>
              </a:rPr>
              <a:t>_</a:t>
            </a:r>
            <a:r>
              <a:rPr lang="ko-KR" altLang="en-US" sz="1200" dirty="0">
                <a:solidFill>
                  <a:schemeClr val="tx2">
                    <a:lumMod val="60000"/>
                    <a:lumOff val="40000"/>
                  </a:schemeClr>
                </a:solidFill>
                <a:latin typeface="+mj-lt"/>
                <a:ea typeface="+mj-ea"/>
                <a:cs typeface="+mj-cs"/>
              </a:rPr>
              <a:t>가격이 </a:t>
            </a:r>
            <a:r>
              <a:rPr lang="en-US" altLang="ko-KR" sz="1200" dirty="0">
                <a:solidFill>
                  <a:schemeClr val="tx2">
                    <a:lumMod val="60000"/>
                    <a:lumOff val="40000"/>
                  </a:schemeClr>
                </a:solidFill>
                <a:latin typeface="+mj-lt"/>
                <a:ea typeface="+mj-ea"/>
                <a:cs typeface="+mj-cs"/>
              </a:rPr>
              <a:t>20,000</a:t>
            </a:r>
            <a:r>
              <a:rPr lang="ko-KR" altLang="en-US" sz="1200" dirty="0">
                <a:solidFill>
                  <a:schemeClr val="tx2">
                    <a:lumMod val="60000"/>
                    <a:lumOff val="40000"/>
                  </a:schemeClr>
                </a:solidFill>
                <a:latin typeface="+mj-lt"/>
                <a:ea typeface="+mj-ea"/>
                <a:cs typeface="+mj-cs"/>
              </a:rPr>
              <a:t>원 미만인 도서가 무엇인지 알고 싶다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F7225AD9-F63A-CB2F-9D4A-7FBD1594D3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88025" y="2805888"/>
            <a:ext cx="3388400" cy="1055160"/>
          </a:xfrm>
          <a:prstGeom prst="rect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CD0310C6-0543-2F40-2980-32730A0918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88025" y="4977836"/>
            <a:ext cx="3388400" cy="1055160"/>
          </a:xfrm>
          <a:prstGeom prst="rect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1. SELECT </a:t>
            </a:r>
            <a:r>
              <a:rPr lang="ko-KR" altLang="en-US" dirty="0"/>
              <a:t>문</a:t>
            </a:r>
            <a:endParaRPr lang="ko-KR" altLang="en-US" sz="1200" dirty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  <p:graphicFrame>
        <p:nvGraphicFramePr>
          <p:cNvPr id="9" name="내용 개체 틀 3"/>
          <p:cNvGraphicFramePr>
            <a:graphicFrameLocks/>
          </p:cNvGraphicFramePr>
          <p:nvPr/>
        </p:nvGraphicFramePr>
        <p:xfrm>
          <a:off x="569293" y="1844824"/>
          <a:ext cx="7272808" cy="1315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27280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질의 </a:t>
                      </a:r>
                      <a:r>
                        <a:rPr lang="en-US" altLang="ko-KR" sz="14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3-12   </a:t>
                      </a:r>
                      <a:r>
                        <a:rPr lang="ko-KR" altLang="en-US" sz="14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도서를 이름순으로 검색하시오</a:t>
                      </a:r>
                      <a:r>
                        <a:rPr lang="en-US" altLang="ko-KR" sz="14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endParaRPr lang="en-US" altLang="ko-KR" sz="1400" dirty="0">
                        <a:solidFill>
                          <a:sysClr val="windowText" lastClr="000000"/>
                        </a:solidFill>
                      </a:endParaRPr>
                    </a:p>
                    <a:p>
                      <a:r>
                        <a:rPr lang="en-US" altLang="ko-KR" sz="1400" dirty="0">
                          <a:solidFill>
                            <a:schemeClr val="dk1"/>
                          </a:solidFill>
                          <a:latin typeface="+mn-ea"/>
                        </a:rPr>
                        <a:t>SELECT	*</a:t>
                      </a:r>
                    </a:p>
                    <a:p>
                      <a:r>
                        <a:rPr lang="en-US" altLang="ko-KR" sz="1400" dirty="0">
                          <a:solidFill>
                            <a:schemeClr val="dk1"/>
                          </a:solidFill>
                          <a:latin typeface="+mn-ea"/>
                        </a:rPr>
                        <a:t>FROM	Book</a:t>
                      </a:r>
                    </a:p>
                    <a:p>
                      <a:r>
                        <a:rPr lang="en-US" altLang="ko-KR" sz="1400" dirty="0">
                          <a:solidFill>
                            <a:schemeClr val="dk1"/>
                          </a:solidFill>
                          <a:latin typeface="+mn-ea"/>
                        </a:rPr>
                        <a:t>ORDER BY	</a:t>
                      </a:r>
                      <a:r>
                        <a:rPr lang="en-US" altLang="ko-KR" sz="1400" dirty="0" err="1">
                          <a:solidFill>
                            <a:schemeClr val="dk1"/>
                          </a:solidFill>
                          <a:latin typeface="+mn-ea"/>
                        </a:rPr>
                        <a:t>bookname</a:t>
                      </a:r>
                      <a:r>
                        <a:rPr lang="en-US" altLang="ko-KR" sz="1400" dirty="0">
                          <a:solidFill>
                            <a:schemeClr val="dk1"/>
                          </a:solidFill>
                          <a:latin typeface="+mn-ea"/>
                        </a:rPr>
                        <a:t>;</a:t>
                      </a:r>
                      <a:endParaRPr lang="en-US" altLang="ko-KR" sz="1400" dirty="0">
                        <a:solidFill>
                          <a:sysClr val="windowText" lastClr="000000"/>
                        </a:solidFill>
                        <a:latin typeface="+mn-ea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8" name="내용 개체 틀 2"/>
          <p:cNvSpPr txBox="1">
            <a:spLocks/>
          </p:cNvSpPr>
          <p:nvPr/>
        </p:nvSpPr>
        <p:spPr>
          <a:xfrm>
            <a:off x="539552" y="1085503"/>
            <a:ext cx="8064896" cy="603597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latinLnBrk="1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rgbClr val="50ABCC"/>
              </a:buClr>
              <a:buFont typeface="Wingdings" pitchFamily="2" charset="2"/>
              <a:buChar char="n"/>
              <a:defRPr sz="1600" b="1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447675" indent="-180975" algn="l" rtl="0" eaLnBrk="0" fontAlgn="base" latinLnBrk="1" hangingPunct="0">
              <a:spcBef>
                <a:spcPct val="20000"/>
              </a:spcBef>
              <a:spcAft>
                <a:spcPts val="400"/>
              </a:spcAft>
              <a:buClr>
                <a:schemeClr val="bg1">
                  <a:lumMod val="50000"/>
                </a:schemeClr>
              </a:buClr>
              <a:buFont typeface="Wingdings" pitchFamily="2" charset="2"/>
              <a:buChar char="§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28650" indent="-180975" algn="l" rtl="0" eaLnBrk="0" fontAlgn="base" latinLnBrk="1" hangingPunct="0">
              <a:spcBef>
                <a:spcPct val="20000"/>
              </a:spcBef>
              <a:spcAft>
                <a:spcPts val="300"/>
              </a:spcAft>
              <a:buClr>
                <a:schemeClr val="bg1">
                  <a:lumMod val="50000"/>
                </a:schemeClr>
              </a:buClr>
              <a:buFont typeface="Arial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09625" indent="-180975" algn="l" rtl="0" eaLnBrk="0" fontAlgn="base" latinLnBrk="1" hangingPunct="0">
              <a:spcBef>
                <a:spcPct val="20000"/>
              </a:spcBef>
              <a:spcAft>
                <a:spcPts val="300"/>
              </a:spcAft>
              <a:buSzPct val="96000"/>
              <a:buFont typeface="Arial" charset="0"/>
              <a:buChar char="–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90600" indent="-180975" algn="l" rtl="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rgbClr val="50ABCC"/>
              </a:buClr>
              <a:buFont typeface="Arial" panose="020B0604020202020204" pitchFamily="34" charset="0"/>
              <a:buChar char="»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atinLnBrk="0">
              <a:buFont typeface="Wingdings" pitchFamily="2" charset="2"/>
              <a:buChar char="v"/>
            </a:pPr>
            <a:r>
              <a:rPr kumimoji="0" lang="en-US" altLang="ko-KR" sz="2000" dirty="0">
                <a:solidFill>
                  <a:schemeClr val="tx2"/>
                </a:solidFill>
              </a:rPr>
              <a:t>ORDER BY_</a:t>
            </a:r>
            <a:r>
              <a:rPr lang="ko-KR" altLang="en-US" sz="1200" dirty="0">
                <a:solidFill>
                  <a:schemeClr val="tx2">
                    <a:lumMod val="60000"/>
                    <a:lumOff val="40000"/>
                  </a:schemeClr>
                </a:solidFill>
                <a:latin typeface="+mj-lt"/>
                <a:ea typeface="+mj-ea"/>
                <a:cs typeface="+mj-cs"/>
              </a:rPr>
              <a:t>도서를 이름순으로 보고 싶다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61DFBE9A-B31F-B263-467D-AA04D74F7E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35896" y="2564904"/>
            <a:ext cx="3155529" cy="2016224"/>
          </a:xfrm>
          <a:prstGeom prst="rect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1. SELECT </a:t>
            </a:r>
            <a:r>
              <a:rPr lang="ko-KR" altLang="en-US" dirty="0"/>
              <a:t>문</a:t>
            </a:r>
            <a:endParaRPr lang="ko-KR" altLang="en-US" sz="1200" dirty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  <p:graphicFrame>
        <p:nvGraphicFramePr>
          <p:cNvPr id="14" name="내용 개체 틀 3"/>
          <p:cNvGraphicFramePr>
            <a:graphicFrameLocks/>
          </p:cNvGraphicFramePr>
          <p:nvPr/>
        </p:nvGraphicFramePr>
        <p:xfrm>
          <a:off x="569293" y="1843876"/>
          <a:ext cx="7272808" cy="1315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27280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질의 </a:t>
                      </a:r>
                      <a:r>
                        <a:rPr lang="en-US" altLang="ko-KR" sz="14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3-13   </a:t>
                      </a:r>
                      <a:r>
                        <a:rPr lang="ko-KR" altLang="en-US" sz="14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도서를 </a:t>
                      </a:r>
                      <a:r>
                        <a:rPr lang="ko-KR" altLang="en-US" sz="1400" baseline="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가격순으로</a:t>
                      </a:r>
                      <a:r>
                        <a:rPr lang="ko-KR" altLang="en-US" sz="14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검색하고</a:t>
                      </a:r>
                      <a:r>
                        <a:rPr lang="en-US" altLang="ko-KR" sz="14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4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가격이 같으면 이름순으로 검색하시오</a:t>
                      </a:r>
                      <a:r>
                        <a:rPr lang="en-US" altLang="ko-KR" sz="14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endParaRPr lang="en-US" altLang="ko-KR" sz="1400" dirty="0">
                        <a:solidFill>
                          <a:sysClr val="windowText" lastClr="000000"/>
                        </a:solidFill>
                      </a:endParaRPr>
                    </a:p>
                    <a:p>
                      <a:r>
                        <a:rPr lang="en-US" altLang="ko-KR" sz="1400" dirty="0">
                          <a:solidFill>
                            <a:schemeClr val="dk1"/>
                          </a:solidFill>
                          <a:latin typeface="+mn-ea"/>
                        </a:rPr>
                        <a:t>SELECT	*</a:t>
                      </a:r>
                    </a:p>
                    <a:p>
                      <a:r>
                        <a:rPr lang="en-US" altLang="ko-KR" sz="1400" dirty="0">
                          <a:solidFill>
                            <a:schemeClr val="dk1"/>
                          </a:solidFill>
                          <a:latin typeface="+mn-ea"/>
                        </a:rPr>
                        <a:t>FROM	Book</a:t>
                      </a:r>
                    </a:p>
                    <a:p>
                      <a:r>
                        <a:rPr lang="en-US" altLang="ko-KR" sz="1400" dirty="0">
                          <a:solidFill>
                            <a:schemeClr val="dk1"/>
                          </a:solidFill>
                          <a:latin typeface="+mn-ea"/>
                        </a:rPr>
                        <a:t>ORDER BY	price, </a:t>
                      </a:r>
                      <a:r>
                        <a:rPr lang="en-US" altLang="ko-KR" sz="1400" dirty="0" err="1">
                          <a:solidFill>
                            <a:schemeClr val="dk1"/>
                          </a:solidFill>
                          <a:latin typeface="+mn-ea"/>
                        </a:rPr>
                        <a:t>bookname</a:t>
                      </a:r>
                      <a:r>
                        <a:rPr lang="en-US" altLang="ko-KR" sz="1400" dirty="0">
                          <a:solidFill>
                            <a:schemeClr val="dk1"/>
                          </a:solidFill>
                          <a:latin typeface="+mn-ea"/>
                        </a:rPr>
                        <a:t>; </a:t>
                      </a:r>
                      <a:endParaRPr lang="en-US" altLang="ko-KR" sz="1400" dirty="0">
                        <a:solidFill>
                          <a:sysClr val="windowText" lastClr="000000"/>
                        </a:solidFill>
                        <a:latin typeface="+mn-ea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8" name="내용 개체 틀 2"/>
          <p:cNvSpPr txBox="1">
            <a:spLocks/>
          </p:cNvSpPr>
          <p:nvPr/>
        </p:nvSpPr>
        <p:spPr>
          <a:xfrm>
            <a:off x="539552" y="1085503"/>
            <a:ext cx="8064896" cy="603597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latinLnBrk="1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rgbClr val="50ABCC"/>
              </a:buClr>
              <a:buFont typeface="Wingdings" pitchFamily="2" charset="2"/>
              <a:buChar char="n"/>
              <a:defRPr sz="1600" b="1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447675" indent="-180975" algn="l" rtl="0" eaLnBrk="0" fontAlgn="base" latinLnBrk="1" hangingPunct="0">
              <a:spcBef>
                <a:spcPct val="20000"/>
              </a:spcBef>
              <a:spcAft>
                <a:spcPts val="400"/>
              </a:spcAft>
              <a:buClr>
                <a:schemeClr val="bg1">
                  <a:lumMod val="50000"/>
                </a:schemeClr>
              </a:buClr>
              <a:buFont typeface="Wingdings" pitchFamily="2" charset="2"/>
              <a:buChar char="§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28650" indent="-180975" algn="l" rtl="0" eaLnBrk="0" fontAlgn="base" latinLnBrk="1" hangingPunct="0">
              <a:spcBef>
                <a:spcPct val="20000"/>
              </a:spcBef>
              <a:spcAft>
                <a:spcPts val="300"/>
              </a:spcAft>
              <a:buClr>
                <a:schemeClr val="bg1">
                  <a:lumMod val="50000"/>
                </a:schemeClr>
              </a:buClr>
              <a:buFont typeface="Arial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09625" indent="-180975" algn="l" rtl="0" eaLnBrk="0" fontAlgn="base" latinLnBrk="1" hangingPunct="0">
              <a:spcBef>
                <a:spcPct val="20000"/>
              </a:spcBef>
              <a:spcAft>
                <a:spcPts val="300"/>
              </a:spcAft>
              <a:buSzPct val="96000"/>
              <a:buFont typeface="Arial" charset="0"/>
              <a:buChar char="–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90600" indent="-180975" algn="l" rtl="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rgbClr val="50ABCC"/>
              </a:buClr>
              <a:buFont typeface="Arial" panose="020B0604020202020204" pitchFamily="34" charset="0"/>
              <a:buChar char="»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atinLnBrk="0">
              <a:buFont typeface="Wingdings" pitchFamily="2" charset="2"/>
              <a:buChar char="v"/>
            </a:pPr>
            <a:r>
              <a:rPr kumimoji="0" lang="en-US" altLang="ko-KR" sz="2000" dirty="0">
                <a:solidFill>
                  <a:schemeClr val="tx2"/>
                </a:solidFill>
              </a:rPr>
              <a:t>ORDER BY_</a:t>
            </a:r>
            <a:r>
              <a:rPr lang="ko-KR" altLang="en-US" sz="1200" dirty="0">
                <a:solidFill>
                  <a:schemeClr val="tx2">
                    <a:lumMod val="60000"/>
                    <a:lumOff val="40000"/>
                  </a:schemeClr>
                </a:solidFill>
                <a:latin typeface="+mj-lt"/>
                <a:ea typeface="+mj-ea"/>
                <a:cs typeface="+mj-cs"/>
              </a:rPr>
              <a:t>도서를 이름순으로 보고 싶다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9D7840BC-5AD7-ED08-61CF-36317F70D2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99992" y="2707349"/>
            <a:ext cx="3066915" cy="1982111"/>
          </a:xfrm>
          <a:prstGeom prst="rect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260952116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1. SELECT </a:t>
            </a:r>
            <a:r>
              <a:rPr lang="ko-KR" altLang="en-US" dirty="0"/>
              <a:t>문</a:t>
            </a:r>
            <a:endParaRPr lang="ko-KR" altLang="en-US" sz="1200" dirty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  <p:graphicFrame>
        <p:nvGraphicFramePr>
          <p:cNvPr id="9" name="내용 개체 틀 3"/>
          <p:cNvGraphicFramePr>
            <a:graphicFrameLocks/>
          </p:cNvGraphicFramePr>
          <p:nvPr/>
        </p:nvGraphicFramePr>
        <p:xfrm>
          <a:off x="569293" y="1816943"/>
          <a:ext cx="7272808" cy="15418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27280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>
                        <a:lnSpc>
                          <a:spcPts val="2100"/>
                        </a:lnSpc>
                      </a:pPr>
                      <a:r>
                        <a:rPr lang="ko-KR" altLang="en-US" sz="14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질의 </a:t>
                      </a:r>
                      <a:r>
                        <a:rPr lang="en-US" altLang="ko-KR" sz="14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3-14   </a:t>
                      </a:r>
                      <a:r>
                        <a:rPr lang="ko-KR" altLang="en-US" sz="14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도서를 가격의 내림차순으로 검색하시오</a:t>
                      </a:r>
                      <a:r>
                        <a:rPr lang="en-US" altLang="ko-KR" sz="14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 </a:t>
                      </a:r>
                      <a:r>
                        <a:rPr lang="ko-KR" altLang="en-US" sz="14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만약 가격이 같다면 출판사의 오름</a:t>
                      </a:r>
                      <a:endParaRPr lang="en-US" altLang="ko-KR" sz="140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latinLnBrk="1">
                        <a:lnSpc>
                          <a:spcPts val="2100"/>
                        </a:lnSpc>
                      </a:pPr>
                      <a:r>
                        <a:rPr lang="ko-KR" altLang="en-US" sz="1400" baseline="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차순으로</a:t>
                      </a:r>
                      <a:r>
                        <a:rPr lang="ko-KR" altLang="en-US" sz="14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검색한다</a:t>
                      </a:r>
                      <a:r>
                        <a:rPr lang="en-US" altLang="ko-KR" sz="14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endParaRPr lang="en-US" altLang="ko-KR" sz="1400" dirty="0">
                        <a:solidFill>
                          <a:sysClr val="windowText" lastClr="000000"/>
                        </a:solidFill>
                      </a:endParaRPr>
                    </a:p>
                    <a:p>
                      <a:r>
                        <a:rPr lang="en-US" altLang="ko-KR" sz="1400" dirty="0">
                          <a:solidFill>
                            <a:schemeClr val="dk1"/>
                          </a:solidFill>
                          <a:latin typeface="+mn-ea"/>
                        </a:rPr>
                        <a:t>SELECT	  *</a:t>
                      </a:r>
                    </a:p>
                    <a:p>
                      <a:r>
                        <a:rPr lang="en-US" altLang="ko-KR" sz="1400" dirty="0">
                          <a:solidFill>
                            <a:schemeClr val="dk1"/>
                          </a:solidFill>
                          <a:latin typeface="+mn-ea"/>
                        </a:rPr>
                        <a:t>FROM	  Book</a:t>
                      </a:r>
                    </a:p>
                    <a:p>
                      <a:r>
                        <a:rPr lang="en-US" altLang="ko-KR" sz="1400" dirty="0">
                          <a:solidFill>
                            <a:schemeClr val="dk1"/>
                          </a:solidFill>
                          <a:latin typeface="+mn-ea"/>
                        </a:rPr>
                        <a:t>ORDER BY	  </a:t>
                      </a:r>
                      <a:r>
                        <a:rPr lang="en-US" altLang="ko-KR" sz="1400" dirty="0">
                          <a:solidFill>
                            <a:schemeClr val="dk1"/>
                          </a:solidFill>
                        </a:rPr>
                        <a:t>price DESC, publisher ASC;</a:t>
                      </a:r>
                      <a:endParaRPr lang="en-US" altLang="ko-KR" sz="1400" dirty="0">
                        <a:solidFill>
                          <a:sysClr val="windowText" lastClr="000000"/>
                        </a:solidFill>
                        <a:latin typeface="+mn-ea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6" name="내용 개체 틀 2"/>
          <p:cNvSpPr txBox="1">
            <a:spLocks/>
          </p:cNvSpPr>
          <p:nvPr/>
        </p:nvSpPr>
        <p:spPr>
          <a:xfrm>
            <a:off x="539552" y="1085503"/>
            <a:ext cx="8064896" cy="603597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latinLnBrk="1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rgbClr val="50ABCC"/>
              </a:buClr>
              <a:buFont typeface="Wingdings" pitchFamily="2" charset="2"/>
              <a:buChar char="n"/>
              <a:defRPr sz="1600" b="1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447675" indent="-180975" algn="l" rtl="0" eaLnBrk="0" fontAlgn="base" latinLnBrk="1" hangingPunct="0">
              <a:spcBef>
                <a:spcPct val="20000"/>
              </a:spcBef>
              <a:spcAft>
                <a:spcPts val="400"/>
              </a:spcAft>
              <a:buClr>
                <a:schemeClr val="bg1">
                  <a:lumMod val="50000"/>
                </a:schemeClr>
              </a:buClr>
              <a:buFont typeface="Wingdings" pitchFamily="2" charset="2"/>
              <a:buChar char="§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28650" indent="-180975" algn="l" rtl="0" eaLnBrk="0" fontAlgn="base" latinLnBrk="1" hangingPunct="0">
              <a:spcBef>
                <a:spcPct val="20000"/>
              </a:spcBef>
              <a:spcAft>
                <a:spcPts val="300"/>
              </a:spcAft>
              <a:buClr>
                <a:schemeClr val="bg1">
                  <a:lumMod val="50000"/>
                </a:schemeClr>
              </a:buClr>
              <a:buFont typeface="Arial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09625" indent="-180975" algn="l" rtl="0" eaLnBrk="0" fontAlgn="base" latinLnBrk="1" hangingPunct="0">
              <a:spcBef>
                <a:spcPct val="20000"/>
              </a:spcBef>
              <a:spcAft>
                <a:spcPts val="300"/>
              </a:spcAft>
              <a:buSzPct val="96000"/>
              <a:buFont typeface="Arial" charset="0"/>
              <a:buChar char="–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90600" indent="-180975" algn="l" rtl="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rgbClr val="50ABCC"/>
              </a:buClr>
              <a:buFont typeface="Arial" panose="020B0604020202020204" pitchFamily="34" charset="0"/>
              <a:buChar char="»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atinLnBrk="0">
              <a:buFont typeface="Wingdings" pitchFamily="2" charset="2"/>
              <a:buChar char="v"/>
            </a:pPr>
            <a:r>
              <a:rPr kumimoji="0" lang="en-US" altLang="ko-KR" sz="2000" dirty="0">
                <a:solidFill>
                  <a:schemeClr val="tx2"/>
                </a:solidFill>
              </a:rPr>
              <a:t>ORDER BY_</a:t>
            </a:r>
            <a:r>
              <a:rPr lang="ko-KR" altLang="en-US" sz="1200" dirty="0">
                <a:solidFill>
                  <a:schemeClr val="tx2">
                    <a:lumMod val="60000"/>
                    <a:lumOff val="40000"/>
                  </a:schemeClr>
                </a:solidFill>
                <a:latin typeface="+mj-lt"/>
                <a:ea typeface="+mj-ea"/>
                <a:cs typeface="+mj-cs"/>
              </a:rPr>
              <a:t>도서를 이름순으로 보고 싶다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C75F4C11-F93B-E677-B466-9795927782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5576" y="3522286"/>
            <a:ext cx="3528392" cy="2250211"/>
          </a:xfrm>
          <a:prstGeom prst="rect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txDef>
      <a:spPr/>
      <a:bodyPr vert="horz" lIns="91440" tIns="45720" rIns="91440" bIns="45720" rtlCol="0" anchor="ctr">
        <a:normAutofit/>
      </a:bodyPr>
      <a:lstStyle>
        <a:defPPr>
          <a:defRPr sz="3600" dirty="0" smtClean="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8173</TotalTime>
  <Words>459</Words>
  <Application>Microsoft Office PowerPoint</Application>
  <PresentationFormat>화면 슬라이드 쇼(4:3)</PresentationFormat>
  <Paragraphs>209</Paragraphs>
  <Slides>15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15</vt:i4>
      </vt:variant>
    </vt:vector>
  </HeadingPairs>
  <TitlesOfParts>
    <vt:vector size="21" baseType="lpstr">
      <vt:lpstr>HY엽서L</vt:lpstr>
      <vt:lpstr>굴림</vt:lpstr>
      <vt:lpstr>맑은 고딕</vt:lpstr>
      <vt:lpstr>Arial</vt:lpstr>
      <vt:lpstr>Wingdings</vt:lpstr>
      <vt:lpstr>Office 테마</vt:lpstr>
      <vt:lpstr>  데이터베이스 시스템</vt:lpstr>
      <vt:lpstr>  </vt:lpstr>
      <vt:lpstr>Database 생성</vt:lpstr>
      <vt:lpstr>Database 생성</vt:lpstr>
      <vt:lpstr>1. SELECT 문</vt:lpstr>
      <vt:lpstr>1. SELECT 문</vt:lpstr>
      <vt:lpstr>1. SELECT 문</vt:lpstr>
      <vt:lpstr>1. SELECT 문</vt:lpstr>
      <vt:lpstr>1. SELECT 문</vt:lpstr>
      <vt:lpstr>1. SELECT 문</vt:lpstr>
      <vt:lpstr>1. SELECT 문</vt:lpstr>
      <vt:lpstr>1. SELECT 문</vt:lpstr>
      <vt:lpstr>1. SELECT 문</vt:lpstr>
      <vt:lpstr>1. SELECT 문</vt:lpstr>
      <vt:lpstr>1. SELECT 문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김이화</dc:creator>
  <cp:lastModifiedBy>AI-00</cp:lastModifiedBy>
  <cp:revision>605</cp:revision>
  <cp:lastPrinted>2023-02-19T06:43:06Z</cp:lastPrinted>
  <dcterms:created xsi:type="dcterms:W3CDTF">2012-07-11T10:23:22Z</dcterms:created>
  <dcterms:modified xsi:type="dcterms:W3CDTF">2026-03-05T08:40:14Z</dcterms:modified>
</cp:coreProperties>
</file>