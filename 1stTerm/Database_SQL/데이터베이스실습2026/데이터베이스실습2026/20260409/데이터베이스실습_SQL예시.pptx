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415" r:id="rId3"/>
    <p:sldId id="414" r:id="rId4"/>
    <p:sldId id="412" r:id="rId5"/>
    <p:sldId id="413" r:id="rId6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  <p15:guide id="3" orient="horz" pos="1162">
          <p15:clr>
            <a:srgbClr val="A4A3A4"/>
          </p15:clr>
        </p15:guide>
        <p15:guide id="4" pos="43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00CC"/>
    <a:srgbClr val="CDF1FF"/>
    <a:srgbClr val="99CCFF"/>
    <a:srgbClr val="FF5050"/>
    <a:srgbClr val="97E1FF"/>
    <a:srgbClr val="00A4E6"/>
    <a:srgbClr val="5BD0FF"/>
    <a:srgbClr val="29C2FF"/>
    <a:srgbClr val="11B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2" autoAdjust="0"/>
    <p:restoredTop sz="98901" autoAdjust="0"/>
  </p:normalViewPr>
  <p:slideViewPr>
    <p:cSldViewPr>
      <p:cViewPr varScale="1">
        <p:scale>
          <a:sx n="117" d="100"/>
          <a:sy n="117" d="100"/>
        </p:scale>
        <p:origin x="292" y="296"/>
      </p:cViewPr>
      <p:guideLst>
        <p:guide orient="horz" pos="119"/>
        <p:guide pos="158"/>
        <p:guide orient="horz" pos="1162"/>
        <p:guide pos="43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39FFA-0F1A-413B-9BFE-941741C2D487}" type="datetimeFigureOut">
              <a:rPr lang="ko-KR" altLang="en-US" smtClean="0">
                <a:ea typeface="맑은 고딕" panose="020B0503020000020004" pitchFamily="50" charset="-127"/>
              </a:rPr>
              <a:pPr/>
              <a:t>2025-04-07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E8097-7531-4C06-8889-FE1FF848364C}" type="slidenum">
              <a:rPr lang="ko-KR" altLang="en-US" smtClean="0">
                <a:ea typeface="맑은 고딕" panose="020B0503020000020004" pitchFamily="50" charset="-127"/>
              </a:rPr>
              <a:pPr/>
              <a:t>‹#›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2329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3140B-A455-4A59-916C-960D4A936015}" type="datetimeFigureOut">
              <a:rPr lang="ko-KR" altLang="en-US" smtClean="0"/>
              <a:t>2025-04-07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BE1D51-9158-4745-94AC-4FA4FE8FC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78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789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5724128" y="93663"/>
            <a:ext cx="3380100" cy="523220"/>
            <a:chOff x="6752029" y="188640"/>
            <a:chExt cx="3381457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1796645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2800" b="1" kern="1200" spc="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SQL</a:t>
              </a:r>
              <a:r>
                <a:rPr kumimoji="1" lang="en-US" altLang="ko-KR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기초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1478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41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0" y="836712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39752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36712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10496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3084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3084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0" y="836712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39752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36712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81326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실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50825" y="188913"/>
            <a:ext cx="7560840" cy="548680"/>
          </a:xfrm>
        </p:spPr>
        <p:txBody>
          <a:bodyPr/>
          <a:lstStyle>
            <a:lvl1pPr algn="l">
              <a:defRPr sz="2400" b="1" baseline="0">
                <a:solidFill>
                  <a:srgbClr val="0000CC"/>
                </a:solidFill>
              </a:defRPr>
            </a:lvl1pPr>
          </a:lstStyle>
          <a:p>
            <a:r>
              <a:rPr lang="ko-KR" altLang="en-US"/>
              <a:t>연습문제 풀이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55576" y="980728"/>
            <a:ext cx="8136904" cy="54726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>
                <a:latin typeface="+mn-lt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accent5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accent5">
                  <a:lumMod val="50000"/>
                </a:schemeClr>
              </a:buClr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908720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2339752" y="908720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908720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908720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88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2025-04-07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1" r:id="rId2"/>
    <p:sldLayoutId id="2147483692" r:id="rId3"/>
    <p:sldLayoutId id="2147483693" r:id="rId4"/>
    <p:sldLayoutId id="2147483690" r:id="rId5"/>
    <p:sldLayoutId id="2147483679" r:id="rId6"/>
    <p:sldLayoutId id="2147483680" r:id="rId7"/>
    <p:sldLayoutId id="2147483686" r:id="rId8"/>
    <p:sldLayoutId id="2147483688" r:id="rId9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11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 bwMode="auto">
          <a:xfrm>
            <a:off x="156810" y="35730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br>
              <a:rPr kumimoji="0" lang="en-US" altLang="ko-KR" dirty="0">
                <a:solidFill>
                  <a:schemeClr val="bg1"/>
                </a:solidFill>
              </a:rPr>
            </a:br>
            <a:r>
              <a:rPr kumimoji="0" lang="ko-KR" altLang="en-US" sz="4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실습 </a:t>
            </a:r>
            <a:r>
              <a:rPr kumimoji="0" lang="en-US" altLang="ko-KR" sz="4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#4</a:t>
            </a:r>
            <a:endParaRPr lang="ko-KR" altLang="en-US" sz="4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A9359-5ACF-F5B4-34A6-7F08F0BD5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0F368-A07C-9E2D-602D-D07D0E4CE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26EC05D-41C4-4384-AB6E-A8F6B1FD9C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1540586"/>
              </p:ext>
            </p:extLst>
          </p:nvPr>
        </p:nvGraphicFramePr>
        <p:xfrm>
          <a:off x="539750" y="1085850"/>
          <a:ext cx="8065252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NewBook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이름을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Book1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변경</a:t>
                      </a: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BF9D3019-6111-C689-DD03-B35C79AE1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022659-D586-26B1-52AE-DD6F307A2CE1}"/>
              </a:ext>
            </a:extLst>
          </p:cNvPr>
          <p:cNvSpPr/>
          <p:nvPr/>
        </p:nvSpPr>
        <p:spPr>
          <a:xfrm>
            <a:off x="611283" y="1772816"/>
            <a:ext cx="792143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RENAME</a:t>
            </a:r>
            <a:r>
              <a:rPr lang="ko-KR" altLang="en-US" sz="1400" dirty="0"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ea typeface="맑은 고딕" panose="020B0503020000020004" pitchFamily="50" charset="-127"/>
              </a:rPr>
              <a:t>TABLE</a:t>
            </a:r>
            <a:r>
              <a:rPr lang="ko-KR" altLang="en-US" sz="1400" dirty="0"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ea typeface="맑은 고딕" panose="020B0503020000020004" pitchFamily="50" charset="-127"/>
              </a:rPr>
              <a:t>newbook</a:t>
            </a:r>
            <a:r>
              <a:rPr lang="en-US" altLang="ko-KR" sz="1400" dirty="0">
                <a:ea typeface="맑은 고딕" panose="020B0503020000020004" pitchFamily="50" charset="-127"/>
              </a:rPr>
              <a:t> to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book1</a:t>
            </a:r>
            <a:r>
              <a:rPr lang="en-US" altLang="ko-KR" sz="1400" dirty="0">
                <a:ea typeface="맑은 고딕" panose="020B0503020000020004" pitchFamily="50" charset="-127"/>
              </a:rPr>
              <a:t>;</a:t>
            </a:r>
          </a:p>
          <a:p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ALTER TABLE </a:t>
            </a:r>
            <a:r>
              <a:rPr lang="en-US" altLang="ko-KR" sz="1400" dirty="0" err="1">
                <a:ea typeface="맑은 고딕" panose="020B0503020000020004" pitchFamily="50" charset="-127"/>
              </a:rPr>
              <a:t>newbook</a:t>
            </a:r>
            <a:r>
              <a:rPr lang="en-US" altLang="ko-KR" sz="1400" dirty="0">
                <a:ea typeface="맑은 고딕" panose="020B0503020000020004" pitchFamily="50" charset="-127"/>
              </a:rPr>
              <a:t> rename to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book1</a:t>
            </a:r>
            <a:r>
              <a:rPr lang="en-US" altLang="ko-KR" sz="1400" dirty="0">
                <a:ea typeface="맑은 고딕" panose="020B0503020000020004" pitchFamily="50" charset="-127"/>
              </a:rPr>
              <a:t>;</a:t>
            </a:r>
          </a:p>
        </p:txBody>
      </p:sp>
      <p:graphicFrame>
        <p:nvGraphicFramePr>
          <p:cNvPr id="10" name="내용 개체 틀 3">
            <a:extLst>
              <a:ext uri="{FF2B5EF4-FFF2-40B4-BE49-F238E27FC236}">
                <a16:creationId xmlns:a16="http://schemas.microsoft.com/office/drawing/2014/main" id="{8969A057-DACF-E669-1DE0-2A90DE7BDC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480828"/>
              </p:ext>
            </p:extLst>
          </p:nvPr>
        </p:nvGraphicFramePr>
        <p:xfrm>
          <a:off x="539750" y="2852936"/>
          <a:ext cx="8065252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Book1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이름을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NewBook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변경</a:t>
                      </a: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FB75EF-9831-D921-7997-66219CAEBB1C}"/>
              </a:ext>
            </a:extLst>
          </p:cNvPr>
          <p:cNvSpPr/>
          <p:nvPr/>
        </p:nvSpPr>
        <p:spPr>
          <a:xfrm>
            <a:off x="605773" y="3501008"/>
            <a:ext cx="792143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RENAME</a:t>
            </a:r>
            <a:r>
              <a:rPr lang="ko-KR" altLang="en-US" sz="1400" dirty="0"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ea typeface="맑은 고딕" panose="020B0503020000020004" pitchFamily="50" charset="-127"/>
              </a:rPr>
              <a:t>TABLE</a:t>
            </a:r>
            <a:r>
              <a:rPr lang="ko-KR" altLang="en-US" sz="1400" dirty="0"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book1</a:t>
            </a:r>
            <a:r>
              <a:rPr lang="en-US" altLang="ko-KR" sz="1400" dirty="0">
                <a:ea typeface="맑은 고딕" panose="020B0503020000020004" pitchFamily="50" charset="-127"/>
              </a:rPr>
              <a:t> to </a:t>
            </a:r>
            <a:r>
              <a:rPr lang="en-US" altLang="ko-KR" sz="1400" dirty="0" err="1">
                <a:ea typeface="맑은 고딕" panose="020B0503020000020004" pitchFamily="50" charset="-127"/>
              </a:rPr>
              <a:t>newbook</a:t>
            </a:r>
            <a:r>
              <a:rPr lang="en-US" altLang="ko-KR" sz="1400" dirty="0">
                <a:ea typeface="맑은 고딕" panose="020B0503020000020004" pitchFamily="50" charset="-127"/>
              </a:rPr>
              <a:t>;</a:t>
            </a:r>
          </a:p>
          <a:p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ALTER TABLE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book1</a:t>
            </a:r>
            <a:r>
              <a:rPr lang="en-US" altLang="ko-KR" sz="1400" dirty="0">
                <a:ea typeface="맑은 고딕" panose="020B0503020000020004" pitchFamily="50" charset="-127"/>
              </a:rPr>
              <a:t> rename to </a:t>
            </a:r>
            <a:r>
              <a:rPr lang="en-US" altLang="ko-KR" sz="1400" dirty="0" err="1">
                <a:ea typeface="맑은 고딕" panose="020B0503020000020004" pitchFamily="50" charset="-127"/>
              </a:rPr>
              <a:t>newbook</a:t>
            </a:r>
            <a:r>
              <a:rPr lang="en-US" altLang="ko-KR" sz="1400" dirty="0">
                <a:ea typeface="맑은 고딕" panose="020B0503020000020004" pitchFamily="50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33377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A0332-07BA-3537-DF60-4736AD7D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9DA011-3CA3-82CB-43E9-B607B3FDB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058E9B49-8B4A-C2ED-4091-7866F554D5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3182299"/>
              </p:ext>
            </p:extLst>
          </p:nvPr>
        </p:nvGraphicFramePr>
        <p:xfrm>
          <a:off x="539750" y="1085850"/>
          <a:ext cx="8065252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Book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bookid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auto_increment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속성을 추가하자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2E33EAD3-69E5-9382-8743-88F113640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A88B1B-B51A-3AE9-FB76-5C6ABC195351}"/>
              </a:ext>
            </a:extLst>
          </p:cNvPr>
          <p:cNvSpPr/>
          <p:nvPr/>
        </p:nvSpPr>
        <p:spPr>
          <a:xfrm>
            <a:off x="611283" y="1772816"/>
            <a:ext cx="792143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set </a:t>
            </a:r>
            <a:r>
              <a:rPr lang="en-US" altLang="ko-KR" sz="1400" dirty="0" err="1">
                <a:ea typeface="맑은 고딕" panose="020B0503020000020004" pitchFamily="50" charset="-127"/>
              </a:rPr>
              <a:t>foreign_key_checks</a:t>
            </a:r>
            <a:r>
              <a:rPr lang="en-US" altLang="ko-KR" sz="1400" dirty="0">
                <a:ea typeface="맑은 고딕" panose="020B0503020000020004" pitchFamily="50" charset="-127"/>
              </a:rPr>
              <a:t>=0; //</a:t>
            </a:r>
            <a:r>
              <a:rPr lang="en-US" altLang="ko-KR" sz="1400" dirty="0" err="1">
                <a:ea typeface="맑은 고딕" panose="020B0503020000020004" pitchFamily="50" charset="-127"/>
              </a:rPr>
              <a:t>foreignkey</a:t>
            </a:r>
            <a:r>
              <a:rPr lang="en-US" altLang="ko-KR" sz="1400" dirty="0"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ea typeface="맑은 고딕" panose="020B0503020000020004" pitchFamily="50" charset="-127"/>
              </a:rPr>
              <a:t>무결성 체크 중지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ALTER TABLE book MODIFY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 INTEGER </a:t>
            </a:r>
            <a:r>
              <a:rPr lang="en-US" altLang="ko-KR" sz="1400" dirty="0" err="1">
                <a:ea typeface="맑은 고딕" panose="020B0503020000020004" pitchFamily="50" charset="-127"/>
              </a:rPr>
              <a:t>AUTO_INCREMENT</a:t>
            </a:r>
            <a:r>
              <a:rPr lang="en-US" altLang="ko-KR" sz="1400" dirty="0">
                <a:ea typeface="맑은 고딕" panose="020B0503020000020004" pitchFamily="50" charset="-127"/>
              </a:rPr>
              <a:t>;</a:t>
            </a:r>
          </a:p>
        </p:txBody>
      </p:sp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C0687030-ED15-EF06-1F26-161984F605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664130"/>
              </p:ext>
            </p:extLst>
          </p:nvPr>
        </p:nvGraphicFramePr>
        <p:xfrm>
          <a:off x="539750" y="2644466"/>
          <a:ext cx="8065252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Book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bookid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값에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NULL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입력하고 레코드를 하나 추가해보자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DBD3F278-9D39-6758-CFA6-0A56969FF00C}"/>
              </a:ext>
            </a:extLst>
          </p:cNvPr>
          <p:cNvSpPr/>
          <p:nvPr/>
        </p:nvSpPr>
        <p:spPr>
          <a:xfrm>
            <a:off x="611283" y="3181096"/>
            <a:ext cx="792143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INSERT INTO book SET VALUES (NULL, ‘</a:t>
            </a:r>
            <a:r>
              <a:rPr lang="ko-KR" altLang="en-US" sz="1400" dirty="0">
                <a:ea typeface="맑은 고딕" panose="020B0503020000020004" pitchFamily="50" charset="-127"/>
              </a:rPr>
              <a:t>데이터베이스실습</a:t>
            </a:r>
            <a:r>
              <a:rPr lang="en-US" altLang="ko-KR" sz="1400" dirty="0">
                <a:ea typeface="맑은 고딕" panose="020B0503020000020004" pitchFamily="50" charset="-127"/>
              </a:rPr>
              <a:t>’, ‘’, 50000);</a:t>
            </a:r>
          </a:p>
          <a:p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INSERT INTO book SET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=‘</a:t>
            </a:r>
            <a:r>
              <a:rPr lang="ko-KR" altLang="en-US" sz="1400" dirty="0">
                <a:ea typeface="맑은 고딕" panose="020B0503020000020004" pitchFamily="50" charset="-127"/>
              </a:rPr>
              <a:t>데이터베이스실습</a:t>
            </a:r>
            <a:r>
              <a:rPr lang="en-US" altLang="ko-KR" sz="1400" dirty="0">
                <a:ea typeface="맑은 고딕" panose="020B0503020000020004" pitchFamily="50" charset="-127"/>
              </a:rPr>
              <a:t>’, price=60000;</a:t>
            </a:r>
          </a:p>
          <a:p>
            <a:endParaRPr lang="en-US" altLang="ko-KR" sz="14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1129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1441204"/>
              </p:ext>
            </p:extLst>
          </p:nvPr>
        </p:nvGraphicFramePr>
        <p:xfrm>
          <a:off x="539750" y="1085850"/>
          <a:ext cx="8065252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Orders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테이블에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필드를 추가하고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다중행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UPDATE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값을 채워 넣자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EF595C-C08E-8361-2D4A-3BDBCFF8ED0A}"/>
              </a:ext>
            </a:extLst>
          </p:cNvPr>
          <p:cNvSpPr/>
          <p:nvPr/>
        </p:nvSpPr>
        <p:spPr>
          <a:xfrm>
            <a:off x="611283" y="1772816"/>
            <a:ext cx="792143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ALTER TABLE orders ADD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 varchar(40);</a:t>
            </a:r>
          </a:p>
          <a:p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SET </a:t>
            </a:r>
            <a:r>
              <a:rPr lang="en-US" altLang="ko-KR" sz="1400" dirty="0" err="1">
                <a:ea typeface="맑은 고딕" panose="020B0503020000020004" pitchFamily="50" charset="-127"/>
              </a:rPr>
              <a:t>SQL_SAFE_UPDATES</a:t>
            </a:r>
            <a:r>
              <a:rPr lang="en-US" altLang="ko-KR" sz="1400" dirty="0">
                <a:ea typeface="맑은 고딕" panose="020B0503020000020004" pitchFamily="50" charset="-127"/>
              </a:rPr>
              <a:t> = 0;</a:t>
            </a:r>
          </a:p>
          <a:p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UPDATE orders o JOIN book b ON </a:t>
            </a:r>
            <a:r>
              <a:rPr lang="en-US" altLang="ko-KR" sz="1400" dirty="0" err="1">
                <a:ea typeface="맑은 고딕" panose="020B0503020000020004" pitchFamily="50" charset="-127"/>
              </a:rPr>
              <a:t>o.bookid</a:t>
            </a:r>
            <a:r>
              <a:rPr lang="en-US" altLang="ko-KR" sz="1400" dirty="0">
                <a:ea typeface="맑은 고딕" panose="020B0503020000020004" pitchFamily="50" charset="-127"/>
              </a:rPr>
              <a:t>=</a:t>
            </a:r>
            <a:r>
              <a:rPr lang="en-US" altLang="ko-KR" sz="1400" dirty="0" err="1">
                <a:ea typeface="맑은 고딕" panose="020B0503020000020004" pitchFamily="50" charset="-127"/>
              </a:rPr>
              <a:t>b.bookid</a:t>
            </a:r>
            <a:r>
              <a:rPr lang="en-US" altLang="ko-KR" sz="1400" dirty="0">
                <a:ea typeface="맑은 고딕" panose="020B0503020000020004" pitchFamily="50" charset="-127"/>
              </a:rPr>
              <a:t> SET </a:t>
            </a:r>
            <a:r>
              <a:rPr lang="en-US" altLang="ko-KR" sz="1400" dirty="0" err="1">
                <a:ea typeface="맑은 고딕" panose="020B0503020000020004" pitchFamily="50" charset="-127"/>
              </a:rPr>
              <a:t>o.bookname</a:t>
            </a:r>
            <a:r>
              <a:rPr lang="en-US" altLang="ko-KR" sz="1400" dirty="0">
                <a:ea typeface="맑은 고딕" panose="020B0503020000020004" pitchFamily="50" charset="-127"/>
              </a:rPr>
              <a:t> = </a:t>
            </a:r>
            <a:r>
              <a:rPr lang="en-US" altLang="ko-KR" sz="1400" dirty="0" err="1">
                <a:ea typeface="맑은 고딕" panose="020B0503020000020004" pitchFamily="50" charset="-127"/>
              </a:rPr>
              <a:t>b.bookname</a:t>
            </a:r>
            <a:r>
              <a:rPr lang="en-US" altLang="ko-KR" sz="1400" dirty="0">
                <a:ea typeface="맑은 고딕" panose="020B0503020000020004" pitchFamily="50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067026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4FE22-A21E-CDA0-8B22-F185AA2E3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24D396-3CBD-995A-1C2C-FAF1D2404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8FC4229F-898F-4269-0B3D-CCBBFBBABA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3462943"/>
              </p:ext>
            </p:extLst>
          </p:nvPr>
        </p:nvGraphicFramePr>
        <p:xfrm>
          <a:off x="539750" y="1085850"/>
          <a:ext cx="8065252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Orders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테이블에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ForeignKey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bookid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References book(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bookid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on delete cascade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추가하자</a:t>
                      </a: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3E5080FF-296E-730A-FCE3-12AC4341E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3CB703-4FDA-7DA5-3EF6-E15291648462}"/>
              </a:ext>
            </a:extLst>
          </p:cNvPr>
          <p:cNvSpPr/>
          <p:nvPr/>
        </p:nvSpPr>
        <p:spPr>
          <a:xfrm>
            <a:off x="611283" y="1772816"/>
            <a:ext cx="79214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ALTER TABLE orders ADD FOREIGN KEY (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) REFERENCES book(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) ON </a:t>
            </a:r>
            <a:r>
              <a:rPr lang="en-US" altLang="ko-KR" sz="1400" dirty="0" err="1">
                <a:ea typeface="맑은 고딕" panose="020B0503020000020004" pitchFamily="50" charset="-127"/>
              </a:rPr>
              <a:t>DELTE</a:t>
            </a:r>
            <a:r>
              <a:rPr lang="en-US" altLang="ko-KR" sz="1400" dirty="0">
                <a:ea typeface="맑은 고딕" panose="020B0503020000020004" pitchFamily="50" charset="-127"/>
              </a:rPr>
              <a:t> CASCADE;</a:t>
            </a:r>
          </a:p>
        </p:txBody>
      </p:sp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38B09652-E1DC-E326-4FC8-7F6942A217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6821237"/>
              </p:ext>
            </p:extLst>
          </p:nvPr>
        </p:nvGraphicFramePr>
        <p:xfrm>
          <a:off x="555965" y="2538502"/>
          <a:ext cx="8065252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Book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테이블에서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bookid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인 레코드를 삭제하자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46267C37-61C6-27E6-0ACE-4DECA3AC2D99}"/>
              </a:ext>
            </a:extLst>
          </p:cNvPr>
          <p:cNvSpPr/>
          <p:nvPr/>
        </p:nvSpPr>
        <p:spPr>
          <a:xfrm>
            <a:off x="627498" y="3225468"/>
            <a:ext cx="792143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DELETE FROM book where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=1;</a:t>
            </a:r>
          </a:p>
          <a:p>
            <a:endParaRPr lang="en-US" altLang="ko-KR" sz="1400" dirty="0">
              <a:ea typeface="맑은 고딕" panose="020B0503020000020004" pitchFamily="50" charset="-127"/>
            </a:endParaRPr>
          </a:p>
          <a:p>
            <a:endParaRPr lang="en-US" altLang="ko-KR" sz="1400" dirty="0">
              <a:ea typeface="맑은 고딕" panose="020B0503020000020004" pitchFamily="50" charset="-127"/>
            </a:endParaRPr>
          </a:p>
        </p:txBody>
      </p:sp>
      <p:graphicFrame>
        <p:nvGraphicFramePr>
          <p:cNvPr id="8" name="내용 개체 틀 3">
            <a:extLst>
              <a:ext uri="{FF2B5EF4-FFF2-40B4-BE49-F238E27FC236}">
                <a16:creationId xmlns:a16="http://schemas.microsoft.com/office/drawing/2014/main" id="{F27B8ABB-B538-A4F0-483B-E0825160BE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2350593"/>
              </p:ext>
            </p:extLst>
          </p:nvPr>
        </p:nvGraphicFramePr>
        <p:xfrm>
          <a:off x="555965" y="3861048"/>
          <a:ext cx="8065252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Orders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테이블에서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bookid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레코드가 같이 삭제되었는지 확인하자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F164E6D4-A565-4DB8-D0AF-97E24F69671F}"/>
              </a:ext>
            </a:extLst>
          </p:cNvPr>
          <p:cNvSpPr/>
          <p:nvPr/>
        </p:nvSpPr>
        <p:spPr>
          <a:xfrm>
            <a:off x="627498" y="4548014"/>
            <a:ext cx="792143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* FROM orders;</a:t>
            </a:r>
          </a:p>
          <a:p>
            <a:endParaRPr lang="en-US" altLang="ko-KR" sz="1400" dirty="0">
              <a:ea typeface="맑은 고딕" panose="020B0503020000020004" pitchFamily="50" charset="-127"/>
            </a:endParaRPr>
          </a:p>
          <a:p>
            <a:endParaRPr lang="en-US" altLang="ko-KR" sz="14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891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9854</TotalTime>
  <Words>235</Words>
  <Application>Microsoft Office PowerPoint</Application>
  <PresentationFormat>화면 슬라이드 쇼(4:3)</PresentationFormat>
  <Paragraphs>33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HY견고딕</vt:lpstr>
      <vt:lpstr>맑은 고딕</vt:lpstr>
      <vt:lpstr>Arial</vt:lpstr>
      <vt:lpstr>Wingdings</vt:lpstr>
      <vt:lpstr>Office 테마</vt:lpstr>
      <vt:lpstr>PowerPoint 프레젠테이션</vt:lpstr>
      <vt:lpstr>문제</vt:lpstr>
      <vt:lpstr>문제</vt:lpstr>
      <vt:lpstr>문제</vt:lpstr>
      <vt:lpstr>문제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준영 장</cp:lastModifiedBy>
  <cp:revision>781</cp:revision>
  <dcterms:created xsi:type="dcterms:W3CDTF">2012-07-11T10:23:22Z</dcterms:created>
  <dcterms:modified xsi:type="dcterms:W3CDTF">2025-04-07T10:01:32Z</dcterms:modified>
</cp:coreProperties>
</file>