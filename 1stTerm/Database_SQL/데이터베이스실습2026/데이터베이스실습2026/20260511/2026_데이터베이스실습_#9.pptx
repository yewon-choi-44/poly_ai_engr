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51"/>
  </p:notesMasterIdLst>
  <p:handoutMasterIdLst>
    <p:handoutMasterId r:id="rId52"/>
  </p:handoutMasterIdLst>
  <p:sldIdLst>
    <p:sldId id="256" r:id="rId3"/>
    <p:sldId id="524" r:id="rId4"/>
    <p:sldId id="526" r:id="rId5"/>
    <p:sldId id="603" r:id="rId6"/>
    <p:sldId id="604" r:id="rId7"/>
    <p:sldId id="605" r:id="rId8"/>
    <p:sldId id="606" r:id="rId9"/>
    <p:sldId id="607" r:id="rId10"/>
    <p:sldId id="608" r:id="rId11"/>
    <p:sldId id="610" r:id="rId12"/>
    <p:sldId id="609" r:id="rId13"/>
    <p:sldId id="615" r:id="rId14"/>
    <p:sldId id="614" r:id="rId15"/>
    <p:sldId id="616" r:id="rId16"/>
    <p:sldId id="617" r:id="rId17"/>
    <p:sldId id="618" r:id="rId18"/>
    <p:sldId id="511" r:id="rId19"/>
    <p:sldId id="611" r:id="rId20"/>
    <p:sldId id="612" r:id="rId21"/>
    <p:sldId id="642" r:id="rId22"/>
    <p:sldId id="640" r:id="rId23"/>
    <p:sldId id="620" r:id="rId24"/>
    <p:sldId id="613" r:id="rId25"/>
    <p:sldId id="517" r:id="rId26"/>
    <p:sldId id="518" r:id="rId27"/>
    <p:sldId id="621" r:id="rId28"/>
    <p:sldId id="622" r:id="rId29"/>
    <p:sldId id="623" r:id="rId30"/>
    <p:sldId id="624" r:id="rId31"/>
    <p:sldId id="625" r:id="rId32"/>
    <p:sldId id="619" r:id="rId33"/>
    <p:sldId id="643" r:id="rId34"/>
    <p:sldId id="535" r:id="rId35"/>
    <p:sldId id="525" r:id="rId36"/>
    <p:sldId id="644" r:id="rId37"/>
    <p:sldId id="626" r:id="rId38"/>
    <p:sldId id="627" r:id="rId39"/>
    <p:sldId id="628" r:id="rId40"/>
    <p:sldId id="629" r:id="rId41"/>
    <p:sldId id="630" r:id="rId42"/>
    <p:sldId id="631" r:id="rId43"/>
    <p:sldId id="632" r:id="rId44"/>
    <p:sldId id="633" r:id="rId45"/>
    <p:sldId id="634" r:id="rId46"/>
    <p:sldId id="635" r:id="rId47"/>
    <p:sldId id="636" r:id="rId48"/>
    <p:sldId id="639" r:id="rId49"/>
    <p:sldId id="638" r:id="rId50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33" d="100"/>
          <a:sy n="133" d="100"/>
        </p:scale>
        <p:origin x="176" y="76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2026-05-07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2026-05-07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utty.org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filezilla-project.org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djangoproject.com/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syntaxwiki.com:3001/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871768"/>
            <a:ext cx="7257115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연동 파이썬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21431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/>
              <a:t>리눅스 환경에서 개발</a:t>
            </a:r>
            <a:endParaRPr lang="en-US" altLang="ko-KR"/>
          </a:p>
          <a:p>
            <a:pPr lvl="1"/>
            <a:r>
              <a:rPr lang="ko-KR" altLang="en-US" sz="1400"/>
              <a:t>명령 프롬프트에서 개발</a:t>
            </a:r>
            <a:endParaRPr lang="en-US" altLang="ko-KR" sz="1400"/>
          </a:p>
          <a:p>
            <a:pPr lvl="1"/>
            <a:r>
              <a:rPr lang="ko-KR" altLang="en-US" sz="1400"/>
              <a:t>원격 접속을 위해 터미널 접속 프로그램 사용</a:t>
            </a:r>
            <a:r>
              <a:rPr lang="en-US" altLang="ko-KR" sz="1400"/>
              <a:t>(putty, ftp)</a:t>
            </a:r>
          </a:p>
          <a:p>
            <a:pPr lvl="1"/>
            <a:r>
              <a:rPr lang="ko-KR" altLang="en-US" sz="1400"/>
              <a:t>리눅스는 다중 계정을 가진다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r>
              <a:rPr lang="ko-KR" altLang="en-US" b="1"/>
              <a:t>터미널 접속 프로그램 </a:t>
            </a:r>
            <a:r>
              <a:rPr lang="en-US" altLang="ko-KR" b="1"/>
              <a:t>putty </a:t>
            </a:r>
            <a:r>
              <a:rPr lang="ko-KR" altLang="en-US" b="1"/>
              <a:t>설치</a:t>
            </a:r>
            <a:endParaRPr lang="en-US" altLang="ko-KR" b="1"/>
          </a:p>
          <a:p>
            <a:pPr lvl="1"/>
            <a:r>
              <a:rPr lang="en-US" altLang="ko-KR" sz="1400">
                <a:hlinkClick r:id="rId2"/>
              </a:rPr>
              <a:t>https://</a:t>
            </a:r>
            <a:r>
              <a:rPr lang="en-US" altLang="ko-KR" sz="1400" err="1">
                <a:hlinkClick r:id="rId2"/>
              </a:rPr>
              <a:t>www.putty.org</a:t>
            </a:r>
            <a:r>
              <a:rPr lang="en-US" altLang="ko-KR" sz="1400">
                <a:hlinkClick r:id="rId2"/>
              </a:rPr>
              <a:t>/</a:t>
            </a:r>
            <a:endParaRPr lang="en-US" altLang="ko-KR" sz="1400"/>
          </a:p>
          <a:p>
            <a:pPr lvl="1"/>
            <a:r>
              <a:rPr lang="en-US" altLang="ko-KR" sz="1400"/>
              <a:t>64-bit </a:t>
            </a:r>
            <a:r>
              <a:rPr lang="en-US" altLang="ko-KR" sz="1400" err="1"/>
              <a:t>x86</a:t>
            </a:r>
            <a:r>
              <a:rPr lang="en-US" altLang="ko-KR" sz="1400"/>
              <a:t> Windows Installer </a:t>
            </a:r>
            <a:r>
              <a:rPr lang="ko-KR" altLang="en-US" sz="1400"/>
              <a:t>로 설치</a:t>
            </a:r>
            <a:endParaRPr lang="en-US" altLang="ko-KR" sz="1400"/>
          </a:p>
          <a:p>
            <a:endParaRPr lang="en-US" altLang="ko-KR" sz="1800"/>
          </a:p>
          <a:p>
            <a:r>
              <a:rPr lang="ko-KR" altLang="en-US" sz="1800"/>
              <a:t>리눅스 서버에 접속</a:t>
            </a:r>
            <a:endParaRPr lang="en-US" altLang="ko-KR" sz="1800"/>
          </a:p>
          <a:p>
            <a:pPr lvl="1"/>
            <a:r>
              <a:rPr lang="en-US" altLang="ko-KR" sz="1400"/>
              <a:t>Host Name: </a:t>
            </a:r>
            <a:r>
              <a:rPr lang="en-US" altLang="ko-KR" sz="1400" err="1"/>
              <a:t>syntaxwiki.com</a:t>
            </a:r>
            <a:endParaRPr lang="en-US" altLang="ko-KR" sz="1400"/>
          </a:p>
          <a:p>
            <a:pPr lvl="1"/>
            <a:r>
              <a:rPr lang="en-US" altLang="ko-KR" sz="1400"/>
              <a:t>Port: 22</a:t>
            </a:r>
          </a:p>
          <a:p>
            <a:pPr lvl="1"/>
            <a:r>
              <a:rPr lang="en-US" altLang="ko-KR" sz="1400"/>
              <a:t>Connection Type: SSH</a:t>
            </a:r>
          </a:p>
          <a:p>
            <a:pPr lvl="1"/>
            <a:endParaRPr lang="en-US" altLang="ko-KR" sz="1400" b="1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40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D5FE4-4D96-7B17-0FA9-CA4ABFE9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15025-EC72-5EF5-3B6B-AE384F6E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CCB5A-FB80-5F27-0DEF-F24C9C115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Putty</a:t>
            </a:r>
            <a:r>
              <a:rPr lang="ko-KR" altLang="en-US"/>
              <a:t> 터미널 접속 프로그램</a:t>
            </a:r>
            <a:endParaRPr lang="en-US" altLang="ko-KR"/>
          </a:p>
          <a:p>
            <a:pPr lvl="1"/>
            <a:r>
              <a:rPr lang="en-US" altLang="ko-KR" sz="1400"/>
              <a:t>Host Name: </a:t>
            </a:r>
            <a:r>
              <a:rPr lang="en-US" altLang="ko-KR" sz="1400" err="1"/>
              <a:t>syntaxwiki.com</a:t>
            </a:r>
            <a:endParaRPr lang="en-US" altLang="ko-KR" sz="1400"/>
          </a:p>
          <a:p>
            <a:pPr lvl="1"/>
            <a:r>
              <a:rPr lang="en-US" altLang="ko-KR" sz="1400"/>
              <a:t>Port: 22</a:t>
            </a:r>
          </a:p>
          <a:p>
            <a:pPr lvl="1"/>
            <a:r>
              <a:rPr lang="en-US" altLang="ko-KR" sz="1400"/>
              <a:t>Connection Type: SSH</a:t>
            </a:r>
          </a:p>
          <a:p>
            <a:endParaRPr lang="en-US" altLang="ko-KR" sz="1800"/>
          </a:p>
          <a:p>
            <a:r>
              <a:rPr lang="ko-KR" altLang="en-US"/>
              <a:t>리눅스 계정</a:t>
            </a:r>
            <a:endParaRPr lang="en-US" altLang="ko-KR"/>
          </a:p>
          <a:p>
            <a:pPr lvl="1"/>
            <a:r>
              <a:rPr lang="en-US" altLang="ko-KR" sz="1400" err="1"/>
              <a:t>Usename</a:t>
            </a:r>
            <a:r>
              <a:rPr lang="en-US" altLang="ko-KR" sz="1400"/>
              <a:t> : </a:t>
            </a:r>
            <a:r>
              <a:rPr lang="en-US" altLang="ko-KR" sz="1400" err="1"/>
              <a:t>poly01</a:t>
            </a:r>
            <a:r>
              <a:rPr lang="en-US" altLang="ko-KR" sz="1400"/>
              <a:t> </a:t>
            </a:r>
          </a:p>
          <a:p>
            <a:pPr lvl="2"/>
            <a:r>
              <a:rPr lang="en-US" altLang="ko-KR" sz="1400"/>
              <a:t>(2613340001</a:t>
            </a:r>
            <a:r>
              <a:rPr lang="ko-KR" altLang="en-US" sz="1400"/>
              <a:t> </a:t>
            </a:r>
            <a:r>
              <a:rPr lang="en-US" altLang="ko-KR" sz="1400"/>
              <a:t>-&gt;</a:t>
            </a:r>
            <a:r>
              <a:rPr lang="ko-KR" altLang="en-US" sz="1400"/>
              <a:t> </a:t>
            </a:r>
            <a:r>
              <a:rPr lang="en-US" altLang="ko-KR" sz="1400"/>
              <a:t>01, </a:t>
            </a:r>
            <a:r>
              <a:rPr lang="ko-KR" altLang="en-US" sz="1400"/>
              <a:t>학번 뒷자리 </a:t>
            </a:r>
            <a:r>
              <a:rPr lang="en-US" altLang="ko-KR" sz="1400"/>
              <a:t>2</a:t>
            </a:r>
            <a:r>
              <a:rPr lang="ko-KR" altLang="en-US" sz="1400"/>
              <a:t>개</a:t>
            </a:r>
            <a:r>
              <a:rPr lang="en-US" altLang="ko-KR" sz="1400"/>
              <a:t>)</a:t>
            </a:r>
          </a:p>
          <a:p>
            <a:pPr lvl="1"/>
            <a:r>
              <a:rPr lang="en-US" altLang="ko-KR" sz="1400"/>
              <a:t>Password : poly2026</a:t>
            </a:r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4" name="그림 3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C209AD6A-4580-5C88-26E0-74B05CE74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68760"/>
            <a:ext cx="4105896" cy="40938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2280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7211-6624-459D-6292-FB5F1178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2CE7C-E0E9-5ACF-7512-AC272772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6BEF59-BD69-4751-58B3-58A863804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 err="1"/>
              <a:t>편집툴</a:t>
            </a:r>
            <a:r>
              <a:rPr lang="ko-KR" altLang="en-US"/>
              <a:t> </a:t>
            </a:r>
            <a:r>
              <a:rPr lang="en-US" altLang="ko-KR"/>
              <a:t>VI</a:t>
            </a:r>
          </a:p>
          <a:p>
            <a:pPr lvl="1"/>
            <a:r>
              <a:rPr lang="ko-KR" altLang="en-US" sz="1400"/>
              <a:t>리눅스 기반 </a:t>
            </a:r>
            <a:r>
              <a:rPr lang="ko-KR" altLang="en-US" sz="1400" err="1"/>
              <a:t>편집툴</a:t>
            </a:r>
            <a:endParaRPr lang="en-US" altLang="ko-KR" sz="1400"/>
          </a:p>
          <a:p>
            <a:pPr lvl="1"/>
            <a:r>
              <a:rPr lang="ko-KR" altLang="en-US" sz="1400"/>
              <a:t>명령모드와 편집모드가 존재</a:t>
            </a:r>
            <a:endParaRPr lang="en-US" altLang="ko-KR" sz="1400"/>
          </a:p>
          <a:p>
            <a:pPr lvl="1"/>
            <a:r>
              <a:rPr lang="ko-KR" altLang="en-US" sz="1400"/>
              <a:t>명령 프롬프트에 </a:t>
            </a:r>
            <a:r>
              <a:rPr lang="en-US" altLang="ko-KR" sz="1400"/>
              <a:t>vi </a:t>
            </a:r>
            <a:r>
              <a:rPr lang="en-US" altLang="ko-KR" sz="1400" err="1"/>
              <a:t>readme.md</a:t>
            </a:r>
            <a:endParaRPr lang="en-US" altLang="ko-KR" sz="1400"/>
          </a:p>
          <a:p>
            <a:pPr lvl="1"/>
            <a:r>
              <a:rPr lang="ko-KR" altLang="en-US" sz="1400"/>
              <a:t>편집 모드 전환 </a:t>
            </a:r>
            <a:r>
              <a:rPr lang="en-US" altLang="ko-KR" sz="1400"/>
              <a:t>: i</a:t>
            </a:r>
          </a:p>
          <a:p>
            <a:pPr lvl="1"/>
            <a:r>
              <a:rPr lang="en-US" altLang="ko-KR" sz="1400"/>
              <a:t>Hello World~ </a:t>
            </a:r>
            <a:r>
              <a:rPr lang="ko-KR" altLang="en-US" sz="1400"/>
              <a:t>입력</a:t>
            </a:r>
            <a:endParaRPr lang="en-US" altLang="ko-KR" sz="1400"/>
          </a:p>
          <a:p>
            <a:pPr lvl="1"/>
            <a:r>
              <a:rPr lang="ko-KR" altLang="en-US" sz="1400"/>
              <a:t>명령모드 전환 </a:t>
            </a:r>
            <a:r>
              <a:rPr lang="en-US" altLang="ko-KR" sz="1400"/>
              <a:t>: ESC</a:t>
            </a:r>
          </a:p>
          <a:p>
            <a:pPr lvl="1"/>
            <a:r>
              <a:rPr lang="ko-KR" altLang="en-US" sz="1400"/>
              <a:t>파일 저장</a:t>
            </a:r>
            <a:r>
              <a:rPr lang="en-US" altLang="ko-KR" sz="1400"/>
              <a:t>: </a:t>
            </a:r>
            <a:r>
              <a:rPr lang="ko-KR" altLang="en-US" sz="1400"/>
              <a:t>명령모드 상태에서 </a:t>
            </a:r>
            <a:r>
              <a:rPr lang="en-US" altLang="ko-KR" sz="1400"/>
              <a:t>:w </a:t>
            </a:r>
            <a:r>
              <a:rPr lang="ko-KR" altLang="en-US" sz="1400"/>
              <a:t>입력</a:t>
            </a:r>
            <a:endParaRPr lang="en-US" altLang="ko-KR" sz="1400"/>
          </a:p>
          <a:p>
            <a:pPr lvl="1"/>
            <a:r>
              <a:rPr lang="ko-KR" altLang="en-US" sz="1400"/>
              <a:t>파일 닫기</a:t>
            </a:r>
            <a:r>
              <a:rPr lang="en-US" altLang="ko-KR" sz="1400"/>
              <a:t>: </a:t>
            </a:r>
            <a:r>
              <a:rPr lang="ko-KR" altLang="en-US" sz="1400"/>
              <a:t>명령모드 상태에서 </a:t>
            </a:r>
            <a:r>
              <a:rPr lang="en-US" altLang="ko-KR" sz="1400"/>
              <a:t>:q </a:t>
            </a:r>
            <a:r>
              <a:rPr lang="ko-KR" altLang="en-US" sz="1400"/>
              <a:t>입력</a:t>
            </a:r>
            <a:endParaRPr lang="en-US" altLang="ko-KR" sz="1400"/>
          </a:p>
          <a:p>
            <a:pPr lvl="1"/>
            <a:r>
              <a:rPr lang="ko-KR" altLang="en-US" sz="1400"/>
              <a:t>파일 저장후 닫기</a:t>
            </a:r>
            <a:r>
              <a:rPr lang="en-US" altLang="ko-KR" sz="1400"/>
              <a:t>: </a:t>
            </a:r>
            <a:r>
              <a:rPr lang="ko-KR" altLang="en-US" sz="1400"/>
              <a:t>명령모드 </a:t>
            </a:r>
            <a:r>
              <a:rPr lang="en-US" altLang="ko-KR" sz="1400"/>
              <a:t>+ :wq</a:t>
            </a:r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45426E-C113-D40F-F05F-9FA1FF722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700808"/>
            <a:ext cx="3103571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0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6F93-5D60-A1FE-51AE-621E0228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9661F-E7ED-875B-E9FA-A6D27C90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57B008-A0BC-5E8C-A26D-49CF2291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서버에 접속</a:t>
            </a:r>
            <a:endParaRPr lang="en-US" altLang="ko-KR"/>
          </a:p>
          <a:p>
            <a:pPr lvl="1"/>
            <a:r>
              <a:rPr lang="ko-KR" altLang="en-US" sz="1400"/>
              <a:t>계정</a:t>
            </a:r>
            <a:r>
              <a:rPr lang="en-US" altLang="ko-KR" sz="1400"/>
              <a:t>: poly01(</a:t>
            </a:r>
            <a:r>
              <a:rPr lang="ko-KR" altLang="en-US" sz="1400"/>
              <a:t>리눅스 계정과 동일</a:t>
            </a:r>
            <a:r>
              <a:rPr lang="en-US" altLang="ko-KR" sz="1400"/>
              <a:t>, </a:t>
            </a:r>
            <a:r>
              <a:rPr lang="ko-KR" altLang="en-US" sz="1400"/>
              <a:t>학번 뒷자리 </a:t>
            </a:r>
            <a:r>
              <a:rPr lang="en-US" altLang="ko-KR" sz="1400"/>
              <a:t>2</a:t>
            </a:r>
            <a:r>
              <a:rPr lang="ko-KR" altLang="en-US" sz="1400"/>
              <a:t>개</a:t>
            </a:r>
            <a:r>
              <a:rPr lang="en-US" altLang="ko-KR" sz="1400"/>
              <a:t>)</a:t>
            </a:r>
          </a:p>
          <a:p>
            <a:pPr lvl="1"/>
            <a:r>
              <a:rPr lang="ko-KR" altLang="en-US" sz="1400"/>
              <a:t>비밀번호</a:t>
            </a:r>
            <a:r>
              <a:rPr lang="en-US" altLang="ko-KR" sz="1400"/>
              <a:t>: poly2026</a:t>
            </a:r>
          </a:p>
          <a:p>
            <a:pPr lvl="1"/>
            <a:r>
              <a:rPr lang="ko-KR" altLang="en-US" sz="1400"/>
              <a:t>터미널에서 </a:t>
            </a:r>
            <a:r>
              <a:rPr lang="en-US" altLang="ko-KR" sz="1400"/>
              <a:t>mysql –upoly01 –p </a:t>
            </a:r>
            <a:r>
              <a:rPr lang="ko-KR" altLang="en-US" sz="1400"/>
              <a:t>입력</a:t>
            </a:r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r>
              <a:rPr lang="en-US" altLang="ko-KR" sz="1400"/>
              <a:t>Enter password </a:t>
            </a:r>
            <a:r>
              <a:rPr lang="ko-KR" altLang="en-US" sz="1400"/>
              <a:t>가 표시되면 비밀번호 입력</a:t>
            </a:r>
            <a:endParaRPr lang="en-US" altLang="ko-KR" sz="1400"/>
          </a:p>
          <a:p>
            <a:pPr lvl="1"/>
            <a:r>
              <a:rPr lang="en-US" altLang="ko-KR" sz="1400"/>
              <a:t>show databases; 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r>
              <a:rPr lang="en-US" altLang="ko-KR" sz="1400"/>
              <a:t>use poly01;</a:t>
            </a:r>
            <a:r>
              <a:rPr lang="ko-KR" altLang="en-US" sz="1400"/>
              <a:t> </a:t>
            </a:r>
            <a:endParaRPr lang="en-US" altLang="ko-KR" sz="1400"/>
          </a:p>
          <a:p>
            <a:r>
              <a:rPr lang="en-US" altLang="ko-KR"/>
              <a:t>MySQL Client </a:t>
            </a:r>
            <a:r>
              <a:rPr lang="ko-KR" altLang="en-US"/>
              <a:t>종료</a:t>
            </a:r>
            <a:endParaRPr lang="en-US" altLang="ko-KR"/>
          </a:p>
          <a:p>
            <a:pPr lvl="1"/>
            <a:r>
              <a:rPr lang="en-US" altLang="ko-KR"/>
              <a:t>quit;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4B4806-416C-D5B3-5C24-923D0D3C9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64" y="2420888"/>
            <a:ext cx="3384376" cy="5434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FFBD31-E20F-F717-4D79-9E9568D0F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64" y="3617897"/>
            <a:ext cx="1987268" cy="11411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A70812-0288-FA51-7C47-E9F194D99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824692"/>
            <a:ext cx="2448272" cy="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1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A05B-E77D-511A-8AEC-7E0B7AEE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AADB5-9D1B-3234-0C9B-B5A99616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C9F3E-C4A8-9E1E-0942-4F049DBB6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/>
              <a:t>파일질라</a:t>
            </a:r>
            <a:endParaRPr lang="en-US" altLang="ko-KR"/>
          </a:p>
          <a:p>
            <a:pPr lvl="1"/>
            <a:r>
              <a:rPr lang="en-US" altLang="ko-KR"/>
              <a:t>FTP </a:t>
            </a:r>
            <a:r>
              <a:rPr lang="ko-KR" altLang="en-US"/>
              <a:t>프로토콜을 사용하는 파일 관리 프로그램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https://filezilla-project.org/</a:t>
            </a:r>
            <a:endParaRPr lang="en-US" altLang="ko-KR"/>
          </a:p>
          <a:p>
            <a:pPr lvl="1"/>
            <a:r>
              <a:rPr lang="en-US" altLang="ko-KR"/>
              <a:t>FileZilla Client </a:t>
            </a:r>
            <a:r>
              <a:rPr lang="ko-KR" altLang="en-US"/>
              <a:t>버전 다운 및 설치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파일 업로드</a:t>
            </a:r>
            <a:endParaRPr lang="en-US" altLang="ko-KR"/>
          </a:p>
          <a:p>
            <a:pPr lvl="1"/>
            <a:r>
              <a:rPr lang="ko-KR" altLang="en-US"/>
              <a:t>호스트</a:t>
            </a:r>
            <a:r>
              <a:rPr lang="en-US" altLang="ko-KR"/>
              <a:t>: syntaxwiki.com</a:t>
            </a:r>
          </a:p>
          <a:p>
            <a:pPr lvl="1"/>
            <a:r>
              <a:rPr lang="ko-KR" altLang="en-US"/>
              <a:t>사용자명</a:t>
            </a:r>
            <a:r>
              <a:rPr lang="en-US" altLang="ko-KR"/>
              <a:t>: poly01</a:t>
            </a:r>
          </a:p>
          <a:p>
            <a:pPr lvl="1"/>
            <a:r>
              <a:rPr lang="ko-KR" altLang="en-US"/>
              <a:t>비밀번호</a:t>
            </a:r>
            <a:r>
              <a:rPr lang="en-US" altLang="ko-KR"/>
              <a:t>: poly2026</a:t>
            </a:r>
          </a:p>
          <a:p>
            <a:pPr lvl="1"/>
            <a:r>
              <a:rPr lang="ko-KR" altLang="en-US"/>
              <a:t>파일 드래그로 업로드</a:t>
            </a:r>
            <a:endParaRPr lang="en-US" altLang="ko-KR"/>
          </a:p>
          <a:p>
            <a:pPr lvl="1"/>
            <a:r>
              <a:rPr lang="ko-KR" altLang="en-US"/>
              <a:t>실습자료실에서 </a:t>
            </a:r>
            <a:r>
              <a:rPr lang="en-US" altLang="ko-KR"/>
              <a:t>practice_py.sql </a:t>
            </a:r>
            <a:r>
              <a:rPr lang="ko-KR" altLang="en-US"/>
              <a:t>다운로드 </a:t>
            </a:r>
            <a:endParaRPr lang="en-US" altLang="ko-KR"/>
          </a:p>
          <a:p>
            <a:pPr lvl="1"/>
            <a:r>
              <a:rPr lang="en-US" altLang="ko-KR"/>
              <a:t>“practice_py.sql” </a:t>
            </a:r>
            <a:r>
              <a:rPr lang="ko-KR" altLang="en-US"/>
              <a:t>업로드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B5870A-D809-8B8C-B18A-A48C5DD9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619" y="1772816"/>
            <a:ext cx="4441348" cy="35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2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E91D-D93F-E41F-9A95-2B3736D6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E1018-C16F-4013-8201-A99AAC62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E70DF-56AB-4E73-0F5E-794B730A5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/>
              <a:t>프롬프트 명령어</a:t>
            </a:r>
            <a:endParaRPr lang="en-US" altLang="ko-KR"/>
          </a:p>
          <a:p>
            <a:pPr lvl="1"/>
            <a:r>
              <a:rPr lang="ko-KR" altLang="en-US"/>
              <a:t>폴더 생성</a:t>
            </a:r>
            <a:endParaRPr lang="en-US" altLang="ko-KR"/>
          </a:p>
          <a:p>
            <a:pPr lvl="2"/>
            <a:r>
              <a:rPr lang="en-US" altLang="ko-KR"/>
              <a:t>mkdir temp</a:t>
            </a:r>
          </a:p>
          <a:p>
            <a:pPr lvl="2"/>
            <a:endParaRPr lang="en-US" altLang="ko-KR"/>
          </a:p>
          <a:p>
            <a:pPr lvl="1"/>
            <a:r>
              <a:rPr lang="ko-KR" altLang="en-US"/>
              <a:t>하위 폴더로 이동</a:t>
            </a:r>
            <a:endParaRPr lang="en-US" altLang="ko-KR"/>
          </a:p>
          <a:p>
            <a:pPr lvl="2"/>
            <a:r>
              <a:rPr lang="en-US" altLang="ko-KR"/>
              <a:t>cd</a:t>
            </a:r>
            <a:r>
              <a:rPr lang="ko-KR" altLang="en-US"/>
              <a:t> </a:t>
            </a:r>
            <a:r>
              <a:rPr lang="en-US" altLang="ko-KR"/>
              <a:t>temp</a:t>
            </a:r>
          </a:p>
          <a:p>
            <a:pPr lvl="2"/>
            <a:endParaRPr lang="en-US" altLang="ko-KR"/>
          </a:p>
          <a:p>
            <a:pPr lvl="1"/>
            <a:r>
              <a:rPr lang="ko-KR" altLang="en-US"/>
              <a:t>상위 폴더로 이동</a:t>
            </a:r>
            <a:endParaRPr lang="en-US" altLang="ko-KR"/>
          </a:p>
          <a:p>
            <a:pPr lvl="2"/>
            <a:r>
              <a:rPr lang="en-US" altLang="ko-KR"/>
              <a:t>cd ..</a:t>
            </a:r>
          </a:p>
          <a:p>
            <a:pPr lvl="1"/>
            <a:endParaRPr lang="en-US" altLang="ko-KR"/>
          </a:p>
          <a:p>
            <a:pPr lvl="1"/>
            <a:r>
              <a:rPr lang="ko-KR" altLang="en-US"/>
              <a:t>현재 폴더 확인</a:t>
            </a:r>
            <a:endParaRPr lang="en-US" altLang="ko-KR"/>
          </a:p>
          <a:p>
            <a:pPr lvl="2"/>
            <a:r>
              <a:rPr lang="en-US" altLang="ko-KR"/>
              <a:t>pwd</a:t>
            </a:r>
          </a:p>
          <a:p>
            <a:pPr lvl="2"/>
            <a:endParaRPr lang="en-US" altLang="ko-KR"/>
          </a:p>
          <a:p>
            <a:pPr lvl="1"/>
            <a:r>
              <a:rPr lang="ko-KR" altLang="en-US"/>
              <a:t>나의 계정 폴더로 이동</a:t>
            </a:r>
            <a:r>
              <a:rPr lang="en-US" altLang="ko-KR"/>
              <a:t> </a:t>
            </a:r>
          </a:p>
          <a:p>
            <a:pPr lvl="2"/>
            <a:r>
              <a:rPr lang="en-US" altLang="ko-KR"/>
              <a:t>cd ~</a:t>
            </a:r>
          </a:p>
          <a:p>
            <a:pPr lvl="2"/>
            <a:endParaRPr lang="en-US" altLang="ko-KR"/>
          </a:p>
          <a:p>
            <a:pPr lvl="1"/>
            <a:r>
              <a:rPr lang="ko-KR" altLang="en-US"/>
              <a:t>현재 폴더에 소속된 폴더 및 파일 보기</a:t>
            </a:r>
            <a:endParaRPr lang="en-US" altLang="ko-KR"/>
          </a:p>
          <a:p>
            <a:pPr lvl="2"/>
            <a:r>
              <a:rPr lang="en-US" altLang="ko-KR"/>
              <a:t>ls</a:t>
            </a:r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914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3CAC-AA69-FA7B-CF21-6C44DCFD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C7ECD-FF97-752F-EF66-14E557DA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EFA89-DD79-5F0D-2EA0-2EB986C25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DB</a:t>
            </a:r>
            <a:r>
              <a:rPr lang="ko-KR" altLang="en-US"/>
              <a:t>에 </a:t>
            </a:r>
            <a:r>
              <a:rPr lang="en-US" altLang="ko-KR"/>
              <a:t>SQL </a:t>
            </a:r>
            <a:r>
              <a:rPr lang="ko-KR" altLang="en-US"/>
              <a:t>스크립트 입력</a:t>
            </a:r>
            <a:endParaRPr lang="en-US" altLang="ko-KR"/>
          </a:p>
          <a:p>
            <a:pPr lvl="1"/>
            <a:r>
              <a:rPr lang="en-US" altLang="ko-KR"/>
              <a:t>vi </a:t>
            </a:r>
            <a:r>
              <a:rPr lang="ko-KR" altLang="en-US"/>
              <a:t>편집 툴로 </a:t>
            </a:r>
            <a:r>
              <a:rPr lang="en-US" altLang="ko-KR"/>
              <a:t>practice_py.sql </a:t>
            </a:r>
            <a:r>
              <a:rPr lang="ko-KR" altLang="en-US"/>
              <a:t>의 사용  </a:t>
            </a:r>
            <a:r>
              <a:rPr lang="en-US" altLang="ko-KR"/>
              <a:t>DB </a:t>
            </a:r>
            <a:r>
              <a:rPr lang="ko-KR" altLang="en-US"/>
              <a:t>변경</a:t>
            </a:r>
            <a:endParaRPr lang="en-US" altLang="ko-KR"/>
          </a:p>
          <a:p>
            <a:pPr lvl="1"/>
            <a:r>
              <a:rPr lang="en-US" altLang="ko-KR"/>
              <a:t>DB Name -&gt; poly01(</a:t>
            </a:r>
            <a:r>
              <a:rPr lang="ko-KR" altLang="en-US"/>
              <a:t>학번 뒷자리 </a:t>
            </a:r>
            <a:r>
              <a:rPr lang="en-US" altLang="ko-KR"/>
              <a:t>2</a:t>
            </a:r>
            <a:r>
              <a:rPr lang="ko-KR" altLang="en-US"/>
              <a:t>개</a:t>
            </a:r>
            <a:r>
              <a:rPr lang="en-US" altLang="ko-KR"/>
              <a:t>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practice5 -&gt; poly01 </a:t>
            </a:r>
            <a:r>
              <a:rPr lang="ko-KR" altLang="en-US"/>
              <a:t>로 변경</a:t>
            </a:r>
            <a:endParaRPr lang="en-US" altLang="ko-KR"/>
          </a:p>
          <a:p>
            <a:pPr lvl="1"/>
            <a:r>
              <a:rPr lang="en-US" altLang="ko-KR"/>
              <a:t>vi </a:t>
            </a:r>
            <a:r>
              <a:rPr lang="ko-KR" altLang="en-US"/>
              <a:t>삭제 단축키 </a:t>
            </a:r>
            <a:endParaRPr lang="en-US" altLang="ko-KR"/>
          </a:p>
          <a:p>
            <a:pPr lvl="2"/>
            <a:r>
              <a:rPr lang="ko-KR" altLang="en-US"/>
              <a:t>명령모드 </a:t>
            </a:r>
            <a:r>
              <a:rPr lang="en-US" altLang="ko-KR"/>
              <a:t>+ x (</a:t>
            </a:r>
            <a:r>
              <a:rPr lang="ko-KR" altLang="en-US"/>
              <a:t>커서 위치에 </a:t>
            </a:r>
            <a:r>
              <a:rPr lang="en-US" altLang="ko-KR"/>
              <a:t>1</a:t>
            </a:r>
            <a:r>
              <a:rPr lang="ko-KR" altLang="en-US"/>
              <a:t>개 지움</a:t>
            </a:r>
            <a:r>
              <a:rPr lang="en-US" altLang="ko-KR"/>
              <a:t>)</a:t>
            </a:r>
          </a:p>
          <a:p>
            <a:pPr lvl="2"/>
            <a:r>
              <a:rPr lang="ko-KR" altLang="en-US"/>
              <a:t>입력모드 </a:t>
            </a:r>
            <a:r>
              <a:rPr lang="en-US" altLang="ko-KR"/>
              <a:t>+ delete</a:t>
            </a:r>
          </a:p>
          <a:p>
            <a:pPr lvl="2"/>
            <a:r>
              <a:rPr lang="ko-KR" altLang="en-US"/>
              <a:t>입력모드 </a:t>
            </a:r>
            <a:r>
              <a:rPr lang="en-US" altLang="ko-KR"/>
              <a:t>+ backspace</a:t>
            </a:r>
          </a:p>
          <a:p>
            <a:pPr lvl="2"/>
            <a:endParaRPr lang="en-US" altLang="ko-KR"/>
          </a:p>
          <a:p>
            <a:pPr lvl="1"/>
            <a:r>
              <a:rPr lang="ko-KR" altLang="en-US"/>
              <a:t>편집모드 전환 </a:t>
            </a:r>
            <a:r>
              <a:rPr lang="en-US" altLang="ko-KR"/>
              <a:t>-&gt; i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20428D-BCC8-7E5E-FDAC-FBA5057EE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060848"/>
            <a:ext cx="5106113" cy="14003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6D1C89-6791-F0C2-D912-4B3F99E0F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01" y="5520592"/>
            <a:ext cx="3783431" cy="8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9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1C9D-39A3-809B-5A2A-0046C1B0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A214A-99F2-8EFD-F891-2938781D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7C55C-BF45-EFE2-E2C5-2B4344FBB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스크립트 입력하기</a:t>
            </a:r>
            <a:endParaRPr lang="en-US" altLang="ko-KR"/>
          </a:p>
          <a:p>
            <a:pPr lvl="1"/>
            <a:r>
              <a:rPr lang="en-US" altLang="ko-KR"/>
              <a:t>mysql –upoly01 –p poly01 &lt; practice_py.sql</a:t>
            </a:r>
          </a:p>
          <a:p>
            <a:pPr lvl="1"/>
            <a:r>
              <a:rPr lang="en-US" altLang="ko-KR"/>
              <a:t>-u -&gt; </a:t>
            </a:r>
            <a:r>
              <a:rPr lang="ko-KR" altLang="en-US"/>
              <a:t>유저명</a:t>
            </a:r>
            <a:endParaRPr lang="en-US" altLang="ko-KR"/>
          </a:p>
          <a:p>
            <a:pPr lvl="1"/>
            <a:r>
              <a:rPr lang="en-US" altLang="ko-KR"/>
              <a:t>-p -&gt; </a:t>
            </a:r>
            <a:r>
              <a:rPr lang="ko-KR" altLang="en-US"/>
              <a:t>비밀번호 사용</a:t>
            </a:r>
            <a:endParaRPr lang="en-US" altLang="ko-KR"/>
          </a:p>
          <a:p>
            <a:pPr lvl="1"/>
            <a:r>
              <a:rPr lang="en-US" altLang="ko-KR"/>
              <a:t>poly01 -&gt; </a:t>
            </a:r>
            <a:r>
              <a:rPr lang="ko-KR" altLang="en-US"/>
              <a:t>사용할 </a:t>
            </a:r>
            <a:r>
              <a:rPr lang="en-US" altLang="ko-KR"/>
              <a:t>DB Name</a:t>
            </a:r>
          </a:p>
          <a:p>
            <a:pPr lvl="1"/>
            <a:r>
              <a:rPr lang="en-US" altLang="ko-KR"/>
              <a:t>&lt; practice_py.sql -&gt; </a:t>
            </a:r>
            <a:r>
              <a:rPr lang="ko-KR" altLang="en-US"/>
              <a:t>입력으로 사용할 스크립트 파일명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스크립트 실행 확인</a:t>
            </a:r>
            <a:endParaRPr lang="en-US" altLang="ko-KR"/>
          </a:p>
          <a:p>
            <a:pPr lvl="1"/>
            <a:r>
              <a:rPr lang="en-US" altLang="ko-KR"/>
              <a:t>mysql –upoly01 –p</a:t>
            </a:r>
          </a:p>
          <a:p>
            <a:pPr lvl="1"/>
            <a:r>
              <a:rPr lang="ko-KR" altLang="en-US"/>
              <a:t>비밀번호 </a:t>
            </a:r>
            <a:r>
              <a:rPr lang="en-US" altLang="ko-KR"/>
              <a:t>poly2026</a:t>
            </a:r>
          </a:p>
          <a:p>
            <a:pPr lvl="1"/>
            <a:r>
              <a:rPr lang="en-US" altLang="ko-KR"/>
              <a:t>use poly01;  //</a:t>
            </a:r>
            <a:r>
              <a:rPr lang="ko-KR" altLang="en-US"/>
              <a:t>데이터베이스 지정</a:t>
            </a:r>
            <a:endParaRPr lang="en-US" altLang="ko-KR"/>
          </a:p>
          <a:p>
            <a:pPr lvl="1"/>
            <a:r>
              <a:rPr lang="en-US" altLang="ko-KR"/>
              <a:t>show tables;  //</a:t>
            </a:r>
            <a:r>
              <a:rPr lang="ko-KR" altLang="en-US"/>
              <a:t>테이블 보기</a:t>
            </a:r>
            <a:endParaRPr lang="en-US" altLang="ko-KR"/>
          </a:p>
          <a:p>
            <a:pPr lvl="1"/>
            <a:r>
              <a:rPr lang="en-US" altLang="ko-KR"/>
              <a:t>select * from Book;</a:t>
            </a:r>
          </a:p>
          <a:p>
            <a:pPr lvl="1"/>
            <a:r>
              <a:rPr lang="ko-KR" altLang="en-US"/>
              <a:t>대소문자 구별필요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852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51BCF-6692-9E47-029A-8EA976B5C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D9844-1886-D9F0-693A-99AFBBD9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9B165-30E8-92AB-A280-FF859C60C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/>
              <a:t>리눅스의 </a:t>
            </a:r>
            <a:r>
              <a:rPr lang="en-US" altLang="ko-KR"/>
              <a:t>mysql(maria) </a:t>
            </a:r>
            <a:r>
              <a:rPr lang="ko-KR" altLang="en-US"/>
              <a:t>은 대소문자를 구별한다</a:t>
            </a:r>
            <a:r>
              <a:rPr lang="en-US" altLang="ko-KR"/>
              <a:t>.</a:t>
            </a:r>
          </a:p>
          <a:p>
            <a:r>
              <a:rPr lang="ko-KR" altLang="en-US"/>
              <a:t>테이블 이름을 소문자로 변경</a:t>
            </a:r>
            <a:endParaRPr lang="en-US" altLang="ko-KR"/>
          </a:p>
          <a:p>
            <a:pPr lvl="1"/>
            <a:r>
              <a:rPr lang="en-US" altLang="ko-KR"/>
              <a:t>ALTER TABLE Book RENAME TO book</a:t>
            </a:r>
          </a:p>
          <a:p>
            <a:pPr lvl="1"/>
            <a:r>
              <a:rPr lang="en-US" altLang="ko-KR"/>
              <a:t>ALTER TABLE Customer RENAME TO customer;</a:t>
            </a:r>
          </a:p>
          <a:p>
            <a:pPr lvl="1"/>
            <a:r>
              <a:rPr lang="en-US" altLang="ko-KR"/>
              <a:t>ALTER TABEL Orders RENAME TO orders;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9F0BF0-694A-4CEF-6D3E-7286077B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780928"/>
            <a:ext cx="2736304" cy="365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5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2FC5-2D16-4B79-7BC1-F5101C26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4D060-12A2-6417-6716-C41ACF47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E8A82-9AFD-F5FE-87A9-51B685F11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파이썬으로 만들어진 웹 개발 프레임워크</a:t>
            </a:r>
            <a:r>
              <a:rPr lang="en-US" altLang="ko-KR"/>
              <a:t>, </a:t>
            </a:r>
            <a:r>
              <a:rPr lang="ko-KR" altLang="en-US"/>
              <a:t>패키지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신속한 개발과 깔끔하고 실용적인 디자인을 장려하는 고급 </a:t>
            </a:r>
            <a:r>
              <a:rPr lang="en-US" altLang="ko-KR"/>
              <a:t>Python </a:t>
            </a:r>
            <a:r>
              <a:rPr lang="ko-KR" altLang="en-US"/>
              <a:t>웹 프레임워크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숙련된 개발자가 구축한 이 패키지는 웹 개발의 번거로움을 대부분 처리하므로 바퀴를 다시 만들 필요 없음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Django </a:t>
            </a:r>
            <a:r>
              <a:rPr lang="ko-KR" altLang="en-US"/>
              <a:t>슬로건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The</a:t>
            </a:r>
            <a:r>
              <a:rPr lang="ko-KR" altLang="en-US"/>
              <a:t> </a:t>
            </a:r>
            <a:r>
              <a:rPr lang="en-US" altLang="ko-KR"/>
              <a:t>web</a:t>
            </a:r>
            <a:r>
              <a:rPr lang="ko-KR" altLang="en-US"/>
              <a:t> </a:t>
            </a:r>
            <a:r>
              <a:rPr lang="en-US" altLang="ko-KR"/>
              <a:t>framework</a:t>
            </a:r>
            <a:r>
              <a:rPr lang="ko-KR" altLang="en-US"/>
              <a:t> </a:t>
            </a:r>
            <a:r>
              <a:rPr lang="en-US" altLang="ko-KR"/>
              <a:t>for</a:t>
            </a:r>
            <a:r>
              <a:rPr lang="ko-KR" altLang="en-US"/>
              <a:t> </a:t>
            </a:r>
            <a:r>
              <a:rPr lang="en-US" altLang="ko-KR"/>
              <a:t>perfectionists</a:t>
            </a:r>
            <a:r>
              <a:rPr lang="ko-KR" altLang="en-US"/>
              <a:t> </a:t>
            </a:r>
            <a:r>
              <a:rPr lang="en-US" altLang="ko-KR"/>
              <a:t>with</a:t>
            </a:r>
            <a:r>
              <a:rPr lang="ko-KR" altLang="en-US"/>
              <a:t> </a:t>
            </a:r>
            <a:r>
              <a:rPr lang="en-US" altLang="ko-KR"/>
              <a:t>deadlines.</a:t>
            </a:r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마감에 쫓기는 완벽주의자를 위한 웹 프레임워크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Django</a:t>
            </a:r>
            <a:r>
              <a:rPr lang="ko-KR" altLang="en-US"/>
              <a:t>를 사용하면 웹 프로그램을 마감에 쫓기지 않을 정도로 빠르게 만들 수 있으면서도 완벽에 가깝다</a:t>
            </a:r>
            <a:r>
              <a:rPr lang="en-US" altLang="ko-KR"/>
              <a:t>.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무료이며 오픈 소스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공식 사이트 주소 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>
                <a:hlinkClick r:id="rId2"/>
              </a:rPr>
              <a:t>https://www.djangoproject.com/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888111-DEC8-210D-0F03-D64DB65D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149080"/>
            <a:ext cx="5226046" cy="104730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277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69FD-0F5D-D75B-0BC0-BF3F62E0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4E4F1-7388-54F1-21E7-980AA4B2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22C5DDC-0C79-4CD3-5016-58FC73917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web</a:t>
            </a:r>
            <a:r>
              <a:rPr lang="ko-KR" altLang="en-US"/>
              <a:t>은 </a:t>
            </a:r>
            <a:r>
              <a:rPr lang="en-US" altLang="ko-KR"/>
              <a:t>url request</a:t>
            </a:r>
            <a:r>
              <a:rPr lang="ko-KR" altLang="en-US"/>
              <a:t>와 </a:t>
            </a:r>
            <a:r>
              <a:rPr lang="en-US" altLang="ko-KR"/>
              <a:t>response</a:t>
            </a:r>
            <a:r>
              <a:rPr lang="ko-KR" altLang="en-US"/>
              <a:t>로 이루어져 있다</a:t>
            </a:r>
            <a:r>
              <a:rPr lang="en-US" altLang="ko-KR"/>
              <a:t>.</a:t>
            </a:r>
          </a:p>
          <a:p>
            <a:r>
              <a:rPr lang="en-US" altLang="ko-KR"/>
              <a:t>request</a:t>
            </a:r>
            <a:r>
              <a:rPr lang="ko-KR" altLang="en-US"/>
              <a:t>는 </a:t>
            </a:r>
            <a:r>
              <a:rPr lang="en-US" altLang="ko-KR"/>
              <a:t>HTML </a:t>
            </a:r>
            <a:r>
              <a:rPr lang="ko-KR" altLang="en-US"/>
              <a:t>페이지 요청이다</a:t>
            </a:r>
            <a:r>
              <a:rPr lang="en-US" altLang="ko-KR"/>
              <a:t>.</a:t>
            </a:r>
          </a:p>
          <a:p>
            <a:r>
              <a:rPr lang="en-US" altLang="ko-KR"/>
              <a:t>response</a:t>
            </a:r>
            <a:r>
              <a:rPr lang="ko-KR" altLang="en-US"/>
              <a:t>는 </a:t>
            </a:r>
            <a:r>
              <a:rPr lang="en-US" altLang="ko-KR"/>
              <a:t>HTML </a:t>
            </a:r>
            <a:r>
              <a:rPr lang="ko-KR" altLang="en-US"/>
              <a:t>페이지 응답이다</a:t>
            </a:r>
            <a:r>
              <a:rPr lang="en-US" altLang="ko-KR"/>
              <a:t>.</a:t>
            </a:r>
          </a:p>
          <a:p>
            <a:pPr lvl="1"/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2A81CF-240F-C6B8-D7AD-0CBA0065A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4" y="2731042"/>
            <a:ext cx="6458851" cy="218152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설명선 1 2">
            <a:extLst>
              <a:ext uri="{FF2B5EF4-FFF2-40B4-BE49-F238E27FC236}">
                <a16:creationId xmlns:a16="http://schemas.microsoft.com/office/drawing/2014/main" id="{31E465C5-BF03-38D2-52DA-A7A5EBC550DA}"/>
              </a:ext>
            </a:extLst>
          </p:cNvPr>
          <p:cNvSpPr/>
          <p:nvPr/>
        </p:nvSpPr>
        <p:spPr>
          <a:xfrm>
            <a:off x="3203848" y="3212976"/>
            <a:ext cx="1086470" cy="432048"/>
          </a:xfrm>
          <a:prstGeom prst="borderCallout1">
            <a:avLst>
              <a:gd name="adj1" fmla="val 53593"/>
              <a:gd name="adj2" fmla="val 101260"/>
              <a:gd name="adj3" fmla="val 124114"/>
              <a:gd name="adj4" fmla="val 12043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urls.py</a:t>
            </a:r>
            <a:endParaRPr lang="ko-KR" altLang="en-US"/>
          </a:p>
        </p:txBody>
      </p:sp>
      <p:sp>
        <p:nvSpPr>
          <p:cNvPr id="7" name="설명선 1 6">
            <a:extLst>
              <a:ext uri="{FF2B5EF4-FFF2-40B4-BE49-F238E27FC236}">
                <a16:creationId xmlns:a16="http://schemas.microsoft.com/office/drawing/2014/main" id="{5014FF2D-680F-0471-34E2-4864CC493F41}"/>
              </a:ext>
            </a:extLst>
          </p:cNvPr>
          <p:cNvSpPr/>
          <p:nvPr/>
        </p:nvSpPr>
        <p:spPr>
          <a:xfrm>
            <a:off x="4571999" y="3140968"/>
            <a:ext cx="1086470" cy="432048"/>
          </a:xfrm>
          <a:prstGeom prst="borderCallout1">
            <a:avLst>
              <a:gd name="adj1" fmla="val 53593"/>
              <a:gd name="adj2" fmla="val 101260"/>
              <a:gd name="adj3" fmla="val 137019"/>
              <a:gd name="adj4" fmla="val 12043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views.py</a:t>
            </a:r>
            <a:endParaRPr lang="ko-KR" altLang="en-US"/>
          </a:p>
        </p:txBody>
      </p:sp>
      <p:sp>
        <p:nvSpPr>
          <p:cNvPr id="8" name="설명선 1 7">
            <a:extLst>
              <a:ext uri="{FF2B5EF4-FFF2-40B4-BE49-F238E27FC236}">
                <a16:creationId xmlns:a16="http://schemas.microsoft.com/office/drawing/2014/main" id="{39F1FF60-0AC6-8940-E119-E93508567B71}"/>
              </a:ext>
            </a:extLst>
          </p:cNvPr>
          <p:cNvSpPr/>
          <p:nvPr/>
        </p:nvSpPr>
        <p:spPr>
          <a:xfrm>
            <a:off x="7332742" y="2515018"/>
            <a:ext cx="1372209" cy="432048"/>
          </a:xfrm>
          <a:prstGeom prst="borderCallout1">
            <a:avLst>
              <a:gd name="adj1" fmla="val 51012"/>
              <a:gd name="adj2" fmla="val 676"/>
              <a:gd name="adj3" fmla="val 124114"/>
              <a:gd name="adj4" fmla="val -2193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models.py</a:t>
            </a:r>
            <a:endParaRPr lang="ko-KR" altLang="en-US"/>
          </a:p>
        </p:txBody>
      </p:sp>
      <p:sp>
        <p:nvSpPr>
          <p:cNvPr id="9" name="설명선 1 8">
            <a:extLst>
              <a:ext uri="{FF2B5EF4-FFF2-40B4-BE49-F238E27FC236}">
                <a16:creationId xmlns:a16="http://schemas.microsoft.com/office/drawing/2014/main" id="{EEFCA465-D60C-BAEA-59D4-B6C5231D621A}"/>
              </a:ext>
            </a:extLst>
          </p:cNvPr>
          <p:cNvSpPr/>
          <p:nvPr/>
        </p:nvSpPr>
        <p:spPr>
          <a:xfrm>
            <a:off x="7332742" y="4912571"/>
            <a:ext cx="1372209" cy="432048"/>
          </a:xfrm>
          <a:prstGeom prst="borderCallout1">
            <a:avLst>
              <a:gd name="adj1" fmla="val 51012"/>
              <a:gd name="adj2" fmla="val 676"/>
              <a:gd name="adj3" fmla="val -23004"/>
              <a:gd name="adj4" fmla="val -21934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templates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43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D76E-D258-23FB-0A93-10E730D3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42685-C0E3-F074-8412-8A68795B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E7BA209-359D-4D3C-ACBD-828F4730E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  <a:r>
              <a:rPr lang="ko-KR" altLang="en-US"/>
              <a:t> 웹 프로젝트 다운로드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ko-KR" altLang="en-US" sz="1400"/>
              <a:t>실습자료실에 </a:t>
            </a:r>
            <a:r>
              <a:rPr lang="en-US" altLang="ko-KR" sz="1400"/>
              <a:t>dj_bookstore.tar.gz </a:t>
            </a:r>
            <a:r>
              <a:rPr lang="ko-KR" altLang="en-US" sz="1400"/>
              <a:t>파일 다운로드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ko-KR" altLang="en-US" sz="1400"/>
              <a:t>파일질라 이용해서 리눅스 계정 폴더에 복사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ko-KR" altLang="en-US" sz="1400"/>
              <a:t>압축 해제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en-US" altLang="ko-KR" sz="1400"/>
              <a:t>tar zxvf dj_bookstore.tar.gz</a:t>
            </a:r>
          </a:p>
          <a:p>
            <a:pPr lvl="1">
              <a:lnSpc>
                <a:spcPct val="150000"/>
              </a:lnSpc>
            </a:pPr>
            <a:r>
              <a:rPr lang="en-US" altLang="ko-KR" sz="1400"/>
              <a:t>ls </a:t>
            </a:r>
            <a:r>
              <a:rPr lang="ko-KR" altLang="en-US" sz="1400"/>
              <a:t>명령으로 </a:t>
            </a:r>
            <a:r>
              <a:rPr lang="en-US" altLang="ko-KR" sz="1400"/>
              <a:t>bookstore </a:t>
            </a:r>
            <a:r>
              <a:rPr lang="ko-KR" altLang="en-US" sz="1400"/>
              <a:t>폴더 생성 확인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en-US" altLang="ko-KR" sz="1400"/>
              <a:t>cd bookstore </a:t>
            </a:r>
            <a:r>
              <a:rPr lang="ko-KR" altLang="en-US" sz="1400"/>
              <a:t>폴더로 이동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18243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CAA6-D2F9-6E31-4F34-AB4A46BA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248AA-8EB9-12EE-D8E9-123F3E78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830D836-5A9E-FE79-FF9D-FF6198B9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  <a:r>
              <a:rPr lang="ko-KR" altLang="en-US"/>
              <a:t> 웹 사이트 구동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en-US" altLang="ko-KR" sz="1400"/>
              <a:t>pwd </a:t>
            </a:r>
            <a:r>
              <a:rPr lang="ko-KR" altLang="en-US" sz="1400"/>
              <a:t>로 현재 위치가 </a:t>
            </a:r>
            <a:r>
              <a:rPr lang="en-US" altLang="ko-KR" sz="1400"/>
              <a:t>bookstore </a:t>
            </a:r>
            <a:r>
              <a:rPr lang="ko-KR" altLang="en-US" sz="1400"/>
              <a:t> 확인</a:t>
            </a:r>
            <a:endParaRPr lang="en-US" altLang="ko-KR" sz="1400"/>
          </a:p>
          <a:p>
            <a:pPr lvl="1"/>
            <a:r>
              <a:rPr lang="ko-KR" altLang="en-US" sz="1400"/>
              <a:t>임시 서버 구동</a:t>
            </a:r>
            <a:endParaRPr lang="en-US" altLang="ko-KR" sz="1400"/>
          </a:p>
          <a:p>
            <a:pPr lvl="1"/>
            <a:r>
              <a:rPr lang="en-US" altLang="ko-KR" sz="1400"/>
              <a:t>python manage.py runserver 0:3001(30XX </a:t>
            </a:r>
            <a:r>
              <a:rPr lang="ko-KR" altLang="en-US" sz="1400"/>
              <a:t>학번 뒷자리</a:t>
            </a:r>
            <a:r>
              <a:rPr lang="en-US" altLang="ko-KR" sz="1400"/>
              <a:t>)</a:t>
            </a:r>
          </a:p>
          <a:p>
            <a:pPr lvl="1"/>
            <a:endParaRPr lang="en-US" altLang="ko-KR" sz="1400"/>
          </a:p>
          <a:p>
            <a:r>
              <a:rPr lang="ko-KR" altLang="en-US" sz="1800"/>
              <a:t>브라우저에서 웹사이트 확인</a:t>
            </a:r>
            <a:endParaRPr lang="en-US" altLang="ko-KR" sz="1800"/>
          </a:p>
          <a:p>
            <a:pPr lvl="1"/>
            <a:r>
              <a:rPr lang="en-US" altLang="ko-KR" sz="1400">
                <a:hlinkClick r:id="rId2"/>
              </a:rPr>
              <a:t>http://syntaxwiki.com:3001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5F2B1-D1DC-CDEB-57CF-3CA40AE2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284983"/>
            <a:ext cx="3240360" cy="337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4112-DF28-8F69-C8C3-1138DFAA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CACB8-051F-2917-A1ED-D1EF2019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CEE868D-8842-F111-E630-4BADA5EAC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index</a:t>
            </a:r>
            <a:r>
              <a:rPr lang="ko-KR" altLang="en-US"/>
              <a:t> 페이지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서버 </a:t>
            </a:r>
            <a:r>
              <a:rPr lang="en-US" altLang="ko-KR"/>
              <a:t>url “/” </a:t>
            </a:r>
            <a:r>
              <a:rPr lang="ko-KR" altLang="en-US"/>
              <a:t>에 접속시 </a:t>
            </a:r>
            <a:r>
              <a:rPr lang="en-US" altLang="ko-KR"/>
              <a:t>store/index.html </a:t>
            </a:r>
            <a:r>
              <a:rPr lang="ko-KR" altLang="en-US"/>
              <a:t>전송</a:t>
            </a:r>
            <a:endParaRPr lang="en-US" altLang="ko-KR"/>
          </a:p>
          <a:p>
            <a:r>
              <a:rPr lang="en-US" altLang="ko-KR"/>
              <a:t>/store/templates/store/index.html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전송 내용을 </a:t>
            </a:r>
            <a:r>
              <a:rPr lang="en-US" altLang="ko-KR"/>
              <a:t>Hello Django </a:t>
            </a:r>
            <a:r>
              <a:rPr lang="ko-KR" altLang="en-US"/>
              <a:t>로 변경해 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A388B-89BC-C3D0-C393-AC2BC0B0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404311" cy="8640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E5676D-9DE2-ADD3-5293-C0F6B8B6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373689"/>
            <a:ext cx="3888432" cy="24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2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과 연동</a:t>
            </a:r>
            <a:endParaRPr lang="en-US" altLang="ko-KR"/>
          </a:p>
          <a:p>
            <a:pPr lvl="1"/>
            <a:r>
              <a:rPr lang="ko-KR" altLang="en-US"/>
              <a:t>서버의 </a:t>
            </a:r>
            <a:r>
              <a:rPr lang="en-US" altLang="ko-KR"/>
              <a:t>MySQL </a:t>
            </a:r>
            <a:r>
              <a:rPr lang="ko-KR" altLang="en-US"/>
              <a:t>계정의 정보를 입력</a:t>
            </a:r>
            <a:endParaRPr lang="en-US" altLang="ko-KR"/>
          </a:p>
          <a:p>
            <a:pPr lvl="1"/>
            <a:r>
              <a:rPr lang="ko-KR" altLang="en-US"/>
              <a:t>프레임워크에서 연결 함수를 지원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config/settings.py </a:t>
            </a:r>
            <a:r>
              <a:rPr lang="ko-KR" altLang="en-US"/>
              <a:t>수정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sp>
        <p:nvSpPr>
          <p:cNvPr id="9" name="모서리가 둥근 직사각형 8"/>
          <p:cNvSpPr/>
          <p:nvPr/>
        </p:nvSpPr>
        <p:spPr>
          <a:xfrm>
            <a:off x="860646" y="2852936"/>
            <a:ext cx="7422707" cy="2448272"/>
          </a:xfrm>
          <a:prstGeom prst="roundRect">
            <a:avLst>
              <a:gd name="adj" fmla="val 3762"/>
            </a:avLst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/>
              <a:t>DATABASES = {</a:t>
            </a:r>
          </a:p>
          <a:p>
            <a:r>
              <a:rPr lang="en-US" altLang="ko-KR" b="1"/>
              <a:t>    ‘default’: {</a:t>
            </a:r>
          </a:p>
          <a:p>
            <a:r>
              <a:rPr lang="en-US" altLang="ko-KR" b="1"/>
              <a:t>        ‘ENGINE’: ‘django.db.backends.mysql’</a:t>
            </a:r>
            <a:br>
              <a:rPr lang="en-US" altLang="ko-KR" b="1"/>
            </a:br>
            <a:r>
              <a:rPr lang="en-US" altLang="ko-KR" b="1"/>
              <a:t>        ‘NAME’: ‘poly01’,</a:t>
            </a:r>
            <a:br>
              <a:rPr lang="en-US" altLang="ko-KR" b="1"/>
            </a:br>
            <a:r>
              <a:rPr lang="en-US" altLang="ko-KR" b="1"/>
              <a:t>        ‘USER’: ‘poly01’,</a:t>
            </a:r>
            <a:br>
              <a:rPr lang="en-US" altLang="ko-KR" b="1"/>
            </a:br>
            <a:r>
              <a:rPr lang="en-US" altLang="ko-KR" b="1"/>
              <a:t>        ‘PASSWORD’: ‘poly2026’</a:t>
            </a:r>
          </a:p>
          <a:p>
            <a:r>
              <a:rPr lang="en-US" altLang="ko-KR" b="1"/>
              <a:t>    }</a:t>
            </a:r>
          </a:p>
          <a:p>
            <a:r>
              <a:rPr lang="en-US" altLang="ko-KR" b="1"/>
              <a:t>}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23776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444F-BEC1-0898-2AC2-49C80CEA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83ED0-23E6-180B-D2DA-A6EF0AD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81C59A3-3684-0A80-5C1B-377B977CF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Django Model</a:t>
            </a:r>
          </a:p>
          <a:p>
            <a:pPr lvl="1"/>
            <a:r>
              <a:rPr lang="ko-KR" altLang="en-US"/>
              <a:t>데이터베이스의 테이블과 연동</a:t>
            </a:r>
            <a:endParaRPr lang="en-US" altLang="ko-KR"/>
          </a:p>
          <a:p>
            <a:pPr lvl="1"/>
            <a:r>
              <a:rPr lang="ko-KR" altLang="en-US"/>
              <a:t>테이블을 형태를 정의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store/models.py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0C3A892-5A9C-4A56-6960-1EA78D976417}"/>
              </a:ext>
            </a:extLst>
          </p:cNvPr>
          <p:cNvSpPr/>
          <p:nvPr/>
        </p:nvSpPr>
        <p:spPr>
          <a:xfrm>
            <a:off x="899592" y="2780928"/>
            <a:ext cx="7422707" cy="3096344"/>
          </a:xfrm>
          <a:prstGeom prst="roundRect">
            <a:avLst>
              <a:gd name="adj" fmla="val 3762"/>
            </a:avLst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b="1"/>
              <a:t>class Book(models.Model):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id = models.AutoField(primary_key=True)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bookname = models.CharField(max_length=40, 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publisher = models.CharField(max_length=40, 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price = models.IntegerField(null=True)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class Meta: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    db_table='book'</a:t>
            </a:r>
          </a:p>
          <a:p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62442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83CE-E772-E05D-15DF-5F95069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611E9-7415-8F35-FEEC-2B2A0878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9E07636-44F7-6C1C-5CB0-F64AE7074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Model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테이블 필드명 불일치</a:t>
            </a:r>
            <a:endParaRPr lang="en-US" altLang="ko-KR"/>
          </a:p>
          <a:p>
            <a:pPr lvl="1"/>
            <a:r>
              <a:rPr lang="en-US" altLang="ko-KR" sz="1400"/>
              <a:t>bookid </a:t>
            </a:r>
            <a:r>
              <a:rPr lang="ko-KR" altLang="en-US" sz="1400"/>
              <a:t>필드를 </a:t>
            </a:r>
            <a:r>
              <a:rPr lang="en-US" altLang="ko-KR" sz="1400"/>
              <a:t>id </a:t>
            </a:r>
            <a:r>
              <a:rPr lang="ko-KR" altLang="en-US" sz="1400"/>
              <a:t>로 변경</a:t>
            </a:r>
            <a:endParaRPr lang="en-US" altLang="ko-KR" sz="1400"/>
          </a:p>
          <a:p>
            <a:pPr lvl="1"/>
            <a:r>
              <a:rPr lang="en-US" altLang="ko-KR" sz="1400"/>
              <a:t>ALTER TABLE book CHANGE bookid id INT AUTO_INCREMENT;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633839-1875-9BBF-3B76-9FC208320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77470"/>
              </p:ext>
            </p:extLst>
          </p:nvPr>
        </p:nvGraphicFramePr>
        <p:xfrm>
          <a:off x="971600" y="1568871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832">
                  <a:extLst>
                    <a:ext uri="{9D8B030D-6E8A-4147-A177-3AD203B41FA5}">
                      <a16:colId xmlns:a16="http://schemas.microsoft.com/office/drawing/2014/main" val="13100604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413599710"/>
                    </a:ext>
                  </a:extLst>
                </a:gridCol>
                <a:gridCol w="1751856">
                  <a:extLst>
                    <a:ext uri="{9D8B030D-6E8A-4147-A177-3AD203B41FA5}">
                      <a16:colId xmlns:a16="http://schemas.microsoft.com/office/drawing/2014/main" val="49134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14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int(11), auto_increment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AutoField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32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bookname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varchar(40)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42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publisher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varchar(40)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41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price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int(11)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IntegerField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8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990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9AD7-1641-B18B-D60A-42D30AAC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493E6-ACAB-0EF4-09B7-3320F48A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1004F-F70D-7ED2-D564-DC249205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Putty</a:t>
            </a:r>
            <a:r>
              <a:rPr lang="ko-KR" altLang="en-US"/>
              <a:t> 터미널 중복 연결</a:t>
            </a:r>
            <a:endParaRPr lang="en-US" altLang="ko-KR"/>
          </a:p>
          <a:p>
            <a:pPr lvl="1"/>
            <a:r>
              <a:rPr lang="ko-KR" altLang="en-US" sz="1400"/>
              <a:t>터미널 창 상단의 헤더 부분에서 마우스 우클릭</a:t>
            </a:r>
            <a:endParaRPr lang="en-US" altLang="ko-KR" sz="1400"/>
          </a:p>
          <a:p>
            <a:pPr lvl="1"/>
            <a:r>
              <a:rPr lang="ko-KR" altLang="en-US" sz="1400"/>
              <a:t>메뉴에서 </a:t>
            </a:r>
            <a:r>
              <a:rPr lang="en-US" altLang="ko-KR" sz="1400"/>
              <a:t>Duplicate Session </a:t>
            </a:r>
            <a:r>
              <a:rPr lang="ko-KR" altLang="en-US" sz="1400"/>
              <a:t>선택</a:t>
            </a:r>
            <a:endParaRPr lang="en-US" altLang="ko-KR" sz="1400"/>
          </a:p>
          <a:p>
            <a:pPr lvl="1"/>
            <a:r>
              <a:rPr lang="ko-KR" altLang="en-US" sz="1400"/>
              <a:t>터미널 로그인</a:t>
            </a:r>
            <a:endParaRPr lang="en-US" altLang="ko-KR" sz="1400"/>
          </a:p>
          <a:p>
            <a:pPr lvl="1"/>
            <a:r>
              <a:rPr lang="ko-KR" altLang="en-US" sz="1400"/>
              <a:t>여러개의 터미널을 사용할 수 있다</a:t>
            </a:r>
            <a:r>
              <a:rPr lang="en-US" altLang="ko-KR" sz="1400"/>
              <a:t>.</a:t>
            </a:r>
          </a:p>
          <a:p>
            <a:endParaRPr lang="en-US" altLang="ko-KR" sz="1800"/>
          </a:p>
          <a:p>
            <a:r>
              <a:rPr lang="ko-KR" altLang="en-US"/>
              <a:t>리눅스 계정</a:t>
            </a:r>
            <a:endParaRPr lang="en-US" altLang="ko-KR"/>
          </a:p>
          <a:p>
            <a:pPr lvl="1"/>
            <a:r>
              <a:rPr lang="en-US" altLang="ko-KR" sz="1400" err="1"/>
              <a:t>Usename</a:t>
            </a:r>
            <a:r>
              <a:rPr lang="en-US" altLang="ko-KR" sz="1400"/>
              <a:t> : </a:t>
            </a:r>
            <a:r>
              <a:rPr lang="en-US" altLang="ko-KR" sz="1400" err="1"/>
              <a:t>poly01</a:t>
            </a:r>
            <a:r>
              <a:rPr lang="en-US" altLang="ko-KR" sz="1400"/>
              <a:t> </a:t>
            </a:r>
          </a:p>
          <a:p>
            <a:pPr lvl="2"/>
            <a:r>
              <a:rPr lang="en-US" altLang="ko-KR" sz="1400"/>
              <a:t>(2613340001</a:t>
            </a:r>
            <a:r>
              <a:rPr lang="ko-KR" altLang="en-US" sz="1400"/>
              <a:t> </a:t>
            </a:r>
            <a:r>
              <a:rPr lang="en-US" altLang="ko-KR" sz="1400"/>
              <a:t>-&gt;</a:t>
            </a:r>
            <a:r>
              <a:rPr lang="ko-KR" altLang="en-US" sz="1400"/>
              <a:t> </a:t>
            </a:r>
            <a:r>
              <a:rPr lang="en-US" altLang="ko-KR" sz="1400"/>
              <a:t>01, </a:t>
            </a:r>
            <a:r>
              <a:rPr lang="ko-KR" altLang="en-US" sz="1400"/>
              <a:t>학번 뒷자리 </a:t>
            </a:r>
            <a:r>
              <a:rPr lang="en-US" altLang="ko-KR" sz="1400"/>
              <a:t>2</a:t>
            </a:r>
            <a:r>
              <a:rPr lang="ko-KR" altLang="en-US" sz="1400"/>
              <a:t>개</a:t>
            </a:r>
            <a:r>
              <a:rPr lang="en-US" altLang="ko-KR" sz="1400"/>
              <a:t>)</a:t>
            </a:r>
          </a:p>
          <a:p>
            <a:pPr lvl="1"/>
            <a:r>
              <a:rPr lang="en-US" altLang="ko-KR" sz="1400"/>
              <a:t>Password : poly2026</a:t>
            </a:r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B5F575-3683-95F6-FD1A-08DAA11EC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501" y="1844824"/>
            <a:ext cx="4176464" cy="2770337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9408A66-D9E6-C0C2-187B-90D8F589F20B}"/>
              </a:ext>
            </a:extLst>
          </p:cNvPr>
          <p:cNvSpPr/>
          <p:nvPr/>
        </p:nvSpPr>
        <p:spPr>
          <a:xfrm>
            <a:off x="7380311" y="3356992"/>
            <a:ext cx="1400653" cy="14401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860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5D8A-B86A-93F2-FB70-7C11DDE3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D1B1F-592F-F86A-E97A-6A105CD2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B9DB821-6A54-DE2B-40B4-E8E5B55D6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</a:t>
            </a:r>
            <a:r>
              <a:rPr lang="ko-KR" altLang="en-US"/>
              <a:t>의 </a:t>
            </a:r>
            <a:r>
              <a:rPr lang="en-US" altLang="ko-KR"/>
              <a:t>bookid </a:t>
            </a:r>
            <a:r>
              <a:rPr lang="ko-KR" altLang="en-US"/>
              <a:t>를 </a:t>
            </a:r>
            <a:r>
              <a:rPr lang="en-US" altLang="ko-KR"/>
              <a:t>id</a:t>
            </a:r>
            <a:r>
              <a:rPr lang="ko-KR" altLang="en-US"/>
              <a:t>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ALTER TABLE book CHANGE bookid id INT AUTO_INCREMENT;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에러 발생 </a:t>
            </a:r>
            <a:r>
              <a:rPr lang="en-US" altLang="ko-KR"/>
              <a:t>-&gt; orders </a:t>
            </a:r>
            <a:r>
              <a:rPr lang="ko-KR" altLang="en-US"/>
              <a:t>테이블의 </a:t>
            </a:r>
            <a:r>
              <a:rPr lang="en-US" altLang="ko-KR"/>
              <a:t>Foreignkey </a:t>
            </a:r>
            <a:r>
              <a:rPr lang="ko-KR" altLang="en-US"/>
              <a:t>지정 문제</a:t>
            </a:r>
            <a:endParaRPr lang="en-US" altLang="ko-KR"/>
          </a:p>
          <a:p>
            <a:pPr lvl="1"/>
            <a:r>
              <a:rPr lang="en-US" altLang="ko-KR"/>
              <a:t>Foreignkey </a:t>
            </a:r>
            <a:r>
              <a:rPr lang="ko-KR" altLang="en-US"/>
              <a:t>삭제 후 다시 시도</a:t>
            </a:r>
            <a:r>
              <a:rPr lang="en-US" altLang="ko-KR"/>
              <a:t> / show create table orders;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ALTER TABLE orders DROP FOREIGN KEY orders_ibfk_1;</a:t>
            </a:r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5114C16-0442-03A3-FDA5-FAFB26B3F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682864"/>
            <a:ext cx="4266956" cy="12405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A33AF0-62E5-DCFB-037A-E530E6F1F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94" y="1631594"/>
            <a:ext cx="3749604" cy="15093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CC5FD8-3D93-81E1-F865-FB6D7E4A9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746" y="3689039"/>
            <a:ext cx="6620439" cy="28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74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99CA-ECE8-2053-7B26-36B73B0E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02644-2AC9-D353-CA4D-B62FD003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B0521989-D0D0-FE40-65AD-9832370ED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 </a:t>
            </a:r>
            <a:r>
              <a:rPr lang="en-US" altLang="ko-KR"/>
              <a:t>record </a:t>
            </a:r>
            <a:r>
              <a:rPr lang="ko-KR" altLang="en-US"/>
              <a:t>추가</a:t>
            </a:r>
            <a:endParaRPr lang="en-US" altLang="ko-KR"/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테이블에 </a:t>
            </a:r>
            <a:r>
              <a:rPr lang="en-US" altLang="ko-KR" sz="1400"/>
              <a:t>INSERT </a:t>
            </a:r>
            <a:r>
              <a:rPr lang="ko-KR" altLang="en-US" sz="1400"/>
              <a:t>문을 사용해서 새로운 데이터를 추가</a:t>
            </a:r>
            <a:endParaRPr lang="en-US" altLang="ko-KR" sz="1400"/>
          </a:p>
          <a:p>
            <a:pPr lvl="1"/>
            <a:r>
              <a:rPr lang="ko-KR" altLang="en-US" sz="1400"/>
              <a:t>브라우저에서 </a:t>
            </a:r>
            <a:r>
              <a:rPr lang="en-US" altLang="ko-KR" sz="1400"/>
              <a:t>INSERT </a:t>
            </a:r>
            <a:r>
              <a:rPr lang="ko-KR" altLang="en-US" sz="1400"/>
              <a:t>한 내용이 표시되는지 확인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insert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INSERT</a:t>
            </a:r>
            <a:r>
              <a:rPr lang="ko-KR" altLang="en-US"/>
              <a:t> </a:t>
            </a:r>
            <a:r>
              <a:rPr lang="en-US" altLang="ko-KR"/>
              <a:t>INTO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VALUES (null, ‘</a:t>
            </a:r>
            <a:r>
              <a:rPr lang="ko-KR" altLang="en-US"/>
              <a:t>데이터베이스</a:t>
            </a:r>
            <a:r>
              <a:rPr lang="en-US" altLang="ko-KR"/>
              <a:t>’, ‘</a:t>
            </a:r>
            <a:r>
              <a:rPr lang="ko-KR" altLang="en-US"/>
              <a:t>폴리텍</a:t>
            </a:r>
            <a:r>
              <a:rPr lang="en-US" altLang="ko-KR"/>
              <a:t>’, 20000);</a:t>
            </a:r>
          </a:p>
          <a:p>
            <a:pPr lvl="1"/>
            <a:r>
              <a:rPr lang="en-US" altLang="ko-KR"/>
              <a:t>INSERT</a:t>
            </a:r>
            <a:r>
              <a:rPr lang="ko-KR" altLang="en-US"/>
              <a:t> </a:t>
            </a:r>
            <a:r>
              <a:rPr lang="en-US" altLang="ko-KR"/>
              <a:t>INTO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SET bookname=‘</a:t>
            </a:r>
            <a:r>
              <a:rPr lang="ko-KR" altLang="en-US"/>
              <a:t>파이썬</a:t>
            </a:r>
            <a:r>
              <a:rPr lang="en-US" altLang="ko-KR"/>
              <a:t>’, publisher=‘</a:t>
            </a:r>
            <a:r>
              <a:rPr lang="ko-KR" altLang="en-US"/>
              <a:t>폴리텍</a:t>
            </a:r>
            <a:r>
              <a:rPr lang="en-US" altLang="ko-KR"/>
              <a:t>‘, price=30000;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추가된 도서 이름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AB119D-5AB8-0C3C-0468-B21028AA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3284984"/>
            <a:ext cx="2232248" cy="34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54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C993-F973-AE33-4A80-C32785A8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AB8D7-A423-6162-8C24-B421B977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16CC3B68-0A5C-5C90-EB54-F7F929226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BookList</a:t>
            </a:r>
          </a:p>
          <a:p>
            <a:pPr lvl="1"/>
            <a:r>
              <a:rPr lang="en-US" altLang="ko-KR" sz="1400"/>
              <a:t>Book.objects.all()</a:t>
            </a:r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테이블의 모든 </a:t>
            </a:r>
            <a:r>
              <a:rPr lang="en-US" altLang="ko-KR" sz="1400"/>
              <a:t>record </a:t>
            </a:r>
            <a:r>
              <a:rPr lang="ko-KR" altLang="en-US" sz="1400"/>
              <a:t>를 가져오는 함수</a:t>
            </a:r>
            <a:endParaRPr lang="en-US" altLang="ko-KR" sz="1400"/>
          </a:p>
          <a:p>
            <a:r>
              <a:rPr lang="en-US" altLang="ko-KR" sz="1800"/>
              <a:t>ORM </a:t>
            </a:r>
            <a:r>
              <a:rPr lang="ko-KR" altLang="en-US" sz="1800"/>
              <a:t>방식 </a:t>
            </a:r>
            <a:r>
              <a:rPr lang="en-US" altLang="ko-KR" sz="1800"/>
              <a:t>(Object-Relational Mapping)</a:t>
            </a:r>
          </a:p>
          <a:p>
            <a:pPr lvl="1"/>
            <a:r>
              <a:rPr lang="ko-KR" altLang="en-US" sz="1400"/>
              <a:t>내부에서 </a:t>
            </a:r>
            <a:r>
              <a:rPr lang="en-US" altLang="ko-KR" sz="1400"/>
              <a:t>SQL </a:t>
            </a:r>
            <a:r>
              <a:rPr lang="ko-KR" altLang="en-US" sz="1400"/>
              <a:t>쿼리를 자동 생성한다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Object(instance) </a:t>
            </a:r>
            <a:r>
              <a:rPr lang="ko-KR" altLang="en-US" sz="1400"/>
              <a:t>와 관계형 데이터를 매핑</a:t>
            </a:r>
            <a:r>
              <a:rPr lang="en-US" altLang="ko-KR" sz="1400"/>
              <a:t>(</a:t>
            </a:r>
            <a:r>
              <a:rPr lang="ko-KR" altLang="en-US" sz="1400"/>
              <a:t>연결</a:t>
            </a:r>
            <a:r>
              <a:rPr lang="en-US" altLang="ko-KR" sz="1400"/>
              <a:t>)</a:t>
            </a:r>
            <a:r>
              <a:rPr lang="ko-KR" altLang="en-US" sz="1400"/>
              <a:t>한다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 sz="1800"/>
              <a:t>Raw Query </a:t>
            </a:r>
            <a:r>
              <a:rPr lang="ko-KR" altLang="en-US" sz="1800"/>
              <a:t>방식</a:t>
            </a:r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0493A5-0792-13ED-0A28-10F6A7B49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57" y="3276656"/>
            <a:ext cx="6849431" cy="12288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28B798-719A-923D-E781-B37103287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57" y="5085184"/>
            <a:ext cx="6696744" cy="10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45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Template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와 </a:t>
            </a:r>
            <a:r>
              <a:rPr lang="en-US" altLang="ko-KR"/>
              <a:t>Django </a:t>
            </a:r>
            <a:r>
              <a:rPr lang="ko-KR" altLang="en-US"/>
              <a:t>코드 비교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76872"/>
            <a:ext cx="3660823" cy="2448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97855" y="3245743"/>
            <a:ext cx="792088" cy="5760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r>
              <a:rPr lang="en-US" altLang="ko-KR" sz="3600"/>
              <a:t>VS</a:t>
            </a:r>
            <a:endParaRPr lang="ko-KR" altLang="en-US" sz="3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943" y="2112602"/>
            <a:ext cx="3170857" cy="284234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437" y="4221088"/>
            <a:ext cx="3309783" cy="18716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1691" y="1377589"/>
            <a:ext cx="2644783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b="1"/>
              <a:t>url.py, views.py, booklist.html</a:t>
            </a:r>
            <a:endParaRPr lang="ko-KR" alt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49273" y="1484759"/>
            <a:ext cx="2644783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b="1"/>
              <a:t>booklist.php</a:t>
            </a:r>
            <a:endParaRPr lang="ko-KR" altLang="en-US" sz="1600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437" y="2119953"/>
            <a:ext cx="2926473" cy="80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01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Template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은 파일 하나에 출력과 로직이 모두 포함되어 있다</a:t>
            </a:r>
            <a:r>
              <a:rPr lang="en-US" altLang="ko-KR"/>
              <a:t>.</a:t>
            </a:r>
          </a:p>
          <a:p>
            <a:r>
              <a:rPr lang="en-US" altLang="ko-KR"/>
              <a:t>Django</a:t>
            </a:r>
            <a:r>
              <a:rPr lang="ko-KR" altLang="en-US"/>
              <a:t>는 </a:t>
            </a:r>
            <a:r>
              <a:rPr lang="en-US" altLang="ko-KR"/>
              <a:t>MVC(MVT) </a:t>
            </a:r>
            <a:r>
              <a:rPr lang="ko-KR" altLang="en-US"/>
              <a:t>패턴 방식</a:t>
            </a:r>
            <a:endParaRPr lang="en-US" altLang="ko-KR"/>
          </a:p>
          <a:p>
            <a:pPr lvl="1"/>
            <a:r>
              <a:rPr lang="ko-KR" altLang="en-US" sz="1400"/>
              <a:t>출력과 로직이 분리되어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76872"/>
            <a:ext cx="6472299" cy="387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5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3C02-C6DA-2765-1201-428ACAF3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79757-53AA-B19A-D533-947D283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9C546D7-F9B3-AB47-BCEC-5E5812517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테이블에서 가격 수정</a:t>
            </a:r>
            <a:endParaRPr lang="en-US" altLang="ko-KR"/>
          </a:p>
          <a:p>
            <a:pPr lvl="1"/>
            <a:r>
              <a:rPr lang="ko-KR" altLang="en-US" sz="1400"/>
              <a:t>데이터베이스 책의 가격을 </a:t>
            </a:r>
            <a:r>
              <a:rPr lang="en-US" altLang="ko-KR" sz="1400"/>
              <a:t>40000</a:t>
            </a:r>
            <a:r>
              <a:rPr lang="ko-KR" altLang="en-US" sz="1400"/>
              <a:t>원으로 수정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update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SELECT * FROM book WHERE booname like ‘%</a:t>
            </a:r>
            <a:r>
              <a:rPr lang="ko-KR" altLang="en-US"/>
              <a:t>데이터</a:t>
            </a:r>
            <a:r>
              <a:rPr lang="en-US" altLang="ko-KR"/>
              <a:t>%’;</a:t>
            </a:r>
          </a:p>
          <a:p>
            <a:pPr lvl="1"/>
            <a:r>
              <a:rPr lang="en-US" altLang="ko-KR"/>
              <a:t>ID </a:t>
            </a:r>
            <a:r>
              <a:rPr lang="ko-KR" altLang="en-US"/>
              <a:t>확인</a:t>
            </a:r>
            <a:endParaRPr lang="en-US" altLang="ko-KR"/>
          </a:p>
          <a:p>
            <a:pPr lvl="1"/>
            <a:r>
              <a:rPr lang="en-US" altLang="ko-KR"/>
              <a:t>UPDATE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 </a:t>
            </a:r>
            <a:r>
              <a:rPr lang="en-US" altLang="ko-KR"/>
              <a:t>price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40000</a:t>
            </a:r>
            <a:r>
              <a:rPr lang="ko-KR" altLang="en-US"/>
              <a:t> </a:t>
            </a:r>
            <a:r>
              <a:rPr lang="en-US" altLang="ko-KR"/>
              <a:t>WHERE</a:t>
            </a:r>
            <a:r>
              <a:rPr lang="ko-KR" altLang="en-US"/>
              <a:t> </a:t>
            </a:r>
            <a:r>
              <a:rPr lang="en-US" altLang="ko-KR"/>
              <a:t>id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도서 가격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F8ACC5-DCC3-9997-AE78-98D9BF086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394631"/>
            <a:ext cx="2016224" cy="325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86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C586-CC2D-251B-7C61-1AE6D91F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D8E48-D27F-F5B8-716E-FFC47AC8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EA71BB86-5992-A38E-302A-026F402C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테이블에서 책 삭제</a:t>
            </a:r>
            <a:endParaRPr lang="en-US" altLang="ko-KR"/>
          </a:p>
          <a:p>
            <a:pPr lvl="1"/>
            <a:r>
              <a:rPr lang="ko-KR" altLang="en-US" sz="1400"/>
              <a:t>데이터베이스 책을 삭제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delete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SELECT * FROM book WHERE booname like ‘%</a:t>
            </a:r>
            <a:r>
              <a:rPr lang="ko-KR" altLang="en-US"/>
              <a:t>데이터</a:t>
            </a:r>
            <a:r>
              <a:rPr lang="en-US" altLang="ko-KR"/>
              <a:t>%’;</a:t>
            </a:r>
          </a:p>
          <a:p>
            <a:pPr lvl="1"/>
            <a:r>
              <a:rPr lang="en-US" altLang="ko-KR"/>
              <a:t>ID </a:t>
            </a:r>
            <a:r>
              <a:rPr lang="ko-KR" altLang="en-US"/>
              <a:t>확인</a:t>
            </a:r>
            <a:endParaRPr lang="en-US" altLang="ko-KR"/>
          </a:p>
          <a:p>
            <a:pPr lvl="1"/>
            <a:r>
              <a:rPr lang="en-US" altLang="ko-KR"/>
              <a:t>DELETE</a:t>
            </a:r>
            <a:r>
              <a:rPr lang="ko-KR" altLang="en-US"/>
              <a:t> </a:t>
            </a:r>
            <a:r>
              <a:rPr lang="en-US" altLang="ko-KR"/>
              <a:t>FROM book</a:t>
            </a:r>
            <a:r>
              <a:rPr lang="ko-KR" altLang="en-US"/>
              <a:t> </a:t>
            </a:r>
            <a:r>
              <a:rPr lang="en-US" altLang="ko-KR"/>
              <a:t>WHERE</a:t>
            </a:r>
            <a:r>
              <a:rPr lang="ko-KR" altLang="en-US"/>
              <a:t> </a:t>
            </a:r>
            <a:r>
              <a:rPr lang="en-US" altLang="ko-KR"/>
              <a:t>id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도서 삭제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04FC1E-B2EE-BE79-BD72-6469F72E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996952"/>
            <a:ext cx="2448272" cy="37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33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45B0-D48C-2EB6-432A-EB92A06C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BA5EB-A3B9-BCCB-65A7-E0515F88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9BF7904-0272-9B27-84AD-13A19BED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Bookname </a:t>
            </a:r>
            <a:r>
              <a:rPr lang="ko-KR" altLang="en-US"/>
              <a:t>클릭시 상세페이지로 이동</a:t>
            </a:r>
            <a:endParaRPr lang="en-US" altLang="ko-KR"/>
          </a:p>
          <a:p>
            <a:pPr lvl="1"/>
            <a:r>
              <a:rPr lang="en-US" altLang="ko-KR" sz="1400"/>
              <a:t>bookview/id</a:t>
            </a:r>
          </a:p>
          <a:p>
            <a:pPr lvl="1"/>
            <a:r>
              <a:rPr lang="en-US" altLang="ko-KR" sz="1400"/>
              <a:t>boolist</a:t>
            </a:r>
            <a:r>
              <a:rPr lang="ko-KR" altLang="en-US" sz="1400"/>
              <a:t> 페이지에서 각 </a:t>
            </a:r>
            <a:r>
              <a:rPr lang="en-US" altLang="ko-KR" sz="1400"/>
              <a:t>record</a:t>
            </a:r>
            <a:r>
              <a:rPr lang="ko-KR" altLang="en-US" sz="1400"/>
              <a:t>에 </a:t>
            </a:r>
            <a:r>
              <a:rPr lang="en-US" altLang="ko-KR" sz="1400"/>
              <a:t>a </a:t>
            </a:r>
            <a:r>
              <a:rPr lang="ko-KR" altLang="en-US" sz="1400"/>
              <a:t>태그의 </a:t>
            </a:r>
            <a:r>
              <a:rPr lang="en-US" altLang="ko-KR" sz="1400"/>
              <a:t>href </a:t>
            </a:r>
            <a:r>
              <a:rPr lang="ko-KR" altLang="en-US" sz="1400"/>
              <a:t>지정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bookview/id URL</a:t>
            </a:r>
            <a:r>
              <a:rPr lang="ko-KR" altLang="en-US"/>
              <a:t>를 처리하는 함수</a:t>
            </a:r>
            <a:endParaRPr lang="en-US" altLang="ko-KR"/>
          </a:p>
          <a:p>
            <a:pPr lvl="1"/>
            <a:r>
              <a:rPr lang="en-US" altLang="ko-KR" sz="1400"/>
              <a:t>store/views.py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id </a:t>
            </a:r>
            <a:r>
              <a:rPr lang="ko-KR" altLang="en-US" sz="1400"/>
              <a:t>를 이용해서 </a:t>
            </a:r>
            <a:r>
              <a:rPr lang="en-US" altLang="ko-KR" sz="1400"/>
              <a:t>SELECT * FROM book WHERE id = ; </a:t>
            </a:r>
            <a:r>
              <a:rPr lang="ko-KR" altLang="en-US" sz="1400"/>
              <a:t>와 같은 쿼리를 자동 생성</a:t>
            </a:r>
            <a:endParaRPr lang="en-US" altLang="ko-KR" sz="1400"/>
          </a:p>
          <a:p>
            <a:pPr lvl="1"/>
            <a:r>
              <a:rPr lang="ko-KR" altLang="en-US" sz="1400"/>
              <a:t>결과를 </a:t>
            </a:r>
            <a:r>
              <a:rPr lang="en-US" altLang="ko-KR" sz="1400"/>
              <a:t>book </a:t>
            </a:r>
            <a:r>
              <a:rPr lang="ko-KR" altLang="en-US" sz="1400"/>
              <a:t>변수에 저장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3AED06-BEB2-1480-F920-F322A00C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132856"/>
            <a:ext cx="5652120" cy="12477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3C76775-77A9-6BC8-01DE-2A4DA92DC614}"/>
              </a:ext>
            </a:extLst>
          </p:cNvPr>
          <p:cNvSpPr/>
          <p:nvPr/>
        </p:nvSpPr>
        <p:spPr>
          <a:xfrm>
            <a:off x="1763688" y="2420888"/>
            <a:ext cx="3888432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0AAD24-4CD3-24D1-7786-16416230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1" y="4303922"/>
            <a:ext cx="5724128" cy="10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11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8232-AD5F-F95F-AB87-ABD4AF7F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19970-89AF-7669-D756-A79E475F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7F06DFC-6E47-BC27-4D7C-61985B70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bookview</a:t>
            </a:r>
            <a:r>
              <a:rPr lang="ko-KR" altLang="en-US"/>
              <a:t> 의 </a:t>
            </a:r>
            <a:r>
              <a:rPr lang="en-US" altLang="ko-KR"/>
              <a:t>template</a:t>
            </a:r>
          </a:p>
          <a:p>
            <a:pPr lvl="1"/>
            <a:r>
              <a:rPr lang="en-US" altLang="ko-KR" sz="1400"/>
              <a:t>/store/templates/store/bookview.html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객체를 테이블 태그를 사용해 보여준다</a:t>
            </a:r>
            <a:r>
              <a:rPr lang="en-US" altLang="ko-KR" sz="1400"/>
              <a:t>.</a:t>
            </a:r>
          </a:p>
          <a:p>
            <a:pPr lvl="1"/>
            <a:r>
              <a:rPr lang="ko-KR" altLang="en-US" sz="1400"/>
              <a:t>수정하기 버튼에 책 수정 링크 </a:t>
            </a:r>
            <a:r>
              <a:rPr lang="en-US" altLang="ko-KR" sz="1400"/>
              <a:t>URL</a:t>
            </a:r>
            <a:r>
              <a:rPr lang="ko-KR" altLang="en-US" sz="1400"/>
              <a:t>이 지정되어 있다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98B7CE-0559-BC55-14CC-8BB005A3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5814"/>
            <a:ext cx="5544616" cy="34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12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94AB-785C-4E7B-AD56-872D0D0C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74433-155F-8665-5D80-80661510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FD7C343-8524-2EA8-513C-85C674FC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bookview</a:t>
            </a:r>
          </a:p>
          <a:p>
            <a:pPr lvl="1"/>
            <a:r>
              <a:rPr lang="ko-KR" altLang="en-US" sz="1400"/>
              <a:t>브라우저 </a:t>
            </a:r>
            <a:r>
              <a:rPr lang="en-US" altLang="ko-KR" sz="1400"/>
              <a:t>URL</a:t>
            </a:r>
          </a:p>
          <a:p>
            <a:pPr lvl="1"/>
            <a:r>
              <a:rPr lang="en-US" altLang="ko-KR" sz="1400"/>
              <a:t>/bookview/1</a:t>
            </a:r>
            <a:r>
              <a:rPr lang="ko-KR" altLang="en-US" sz="1400"/>
              <a:t> 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E6008C-75B7-07EB-8317-F6C0988B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04864"/>
            <a:ext cx="4397817" cy="341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31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POST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폼</a:t>
            </a:r>
            <a:r>
              <a:rPr lang="en-US" altLang="ko-KR"/>
              <a:t>(store/postbook.html)</a:t>
            </a:r>
          </a:p>
          <a:p>
            <a:r>
              <a:rPr lang="en-US" altLang="ko-KR"/>
              <a:t>HTML Form </a:t>
            </a:r>
            <a:r>
              <a:rPr lang="ko-KR" altLang="en-US"/>
              <a:t>를 </a:t>
            </a:r>
            <a:r>
              <a:rPr lang="en-US" altLang="ko-KR"/>
              <a:t>POST</a:t>
            </a:r>
            <a:r>
              <a:rPr lang="ko-KR" altLang="en-US"/>
              <a:t> 방식으로 </a:t>
            </a:r>
            <a:r>
              <a:rPr lang="en-US" altLang="ko-KR"/>
              <a:t>Request </a:t>
            </a:r>
          </a:p>
          <a:p>
            <a:r>
              <a:rPr lang="en-US" altLang="ko-KR"/>
              <a:t>Request </a:t>
            </a:r>
            <a:r>
              <a:rPr lang="ko-KR" altLang="en-US"/>
              <a:t>객체의 </a:t>
            </a:r>
            <a:r>
              <a:rPr lang="en-US" altLang="ko-KR"/>
              <a:t>POST </a:t>
            </a:r>
            <a:r>
              <a:rPr lang="ko-KR" altLang="en-US"/>
              <a:t>변수에 </a:t>
            </a:r>
            <a:r>
              <a:rPr lang="en-US" altLang="ko-KR"/>
              <a:t>form</a:t>
            </a:r>
            <a:r>
              <a:rPr lang="ko-KR" altLang="en-US"/>
              <a:t>의 내용이 저장된다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84E677-6929-AB95-3E66-061777D25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20888"/>
            <a:ext cx="6048672" cy="313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34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6025-12F1-8993-644C-61B2F1A2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24093-0F89-2787-015C-DA96FA43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POST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4C7C2A-A8CF-CFD1-B2A9-F294A0ED4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폼</a:t>
            </a:r>
            <a:r>
              <a:rPr lang="en-US" altLang="ko-KR"/>
              <a:t>(store/postbook.html)</a:t>
            </a:r>
          </a:p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0FC598-1C7D-8D1A-3AD7-CD3ED4D2E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655865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06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Forms.py </a:t>
            </a:r>
            <a:r>
              <a:rPr lang="ko-KR" altLang="en-US"/>
              <a:t>파일에 </a:t>
            </a:r>
            <a:r>
              <a:rPr lang="en-US" altLang="ko-KR"/>
              <a:t>class </a:t>
            </a:r>
            <a:r>
              <a:rPr lang="ko-KR" altLang="en-US"/>
              <a:t>형태로 선언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HTML </a:t>
            </a:r>
            <a:r>
              <a:rPr lang="ko-KR" altLang="en-US"/>
              <a:t>으로 부터 전달 받은 </a:t>
            </a:r>
            <a:r>
              <a:rPr lang="en-US" altLang="ko-KR"/>
              <a:t>POST </a:t>
            </a:r>
            <a:r>
              <a:rPr lang="ko-KR" altLang="en-US"/>
              <a:t>데이터를 처리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POST </a:t>
            </a:r>
            <a:r>
              <a:rPr lang="ko-KR" altLang="en-US"/>
              <a:t>데이터의 </a:t>
            </a:r>
            <a:r>
              <a:rPr lang="en-US" altLang="ko-KR"/>
              <a:t>validation </a:t>
            </a:r>
            <a:r>
              <a:rPr lang="ko-KR" altLang="en-US"/>
              <a:t>체크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POST </a:t>
            </a:r>
            <a:r>
              <a:rPr lang="ko-KR" altLang="en-US"/>
              <a:t>데이터의 생성</a:t>
            </a:r>
            <a:r>
              <a:rPr lang="en-US" altLang="ko-KR"/>
              <a:t>, </a:t>
            </a:r>
            <a:r>
              <a:rPr lang="ko-KR" altLang="en-US"/>
              <a:t>수정 자동화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HTML </a:t>
            </a:r>
            <a:r>
              <a:rPr lang="ko-KR" altLang="en-US"/>
              <a:t>템플릿 간소화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338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store/forms.py </a:t>
            </a:r>
            <a:r>
              <a:rPr lang="ko-KR" altLang="en-US"/>
              <a:t>생성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model</a:t>
            </a:r>
            <a:r>
              <a:rPr lang="ko-KR" altLang="en-US"/>
              <a:t>을 기반으로 </a:t>
            </a:r>
            <a:r>
              <a:rPr lang="en-US" altLang="ko-KR"/>
              <a:t>form</a:t>
            </a:r>
            <a:r>
              <a:rPr lang="ko-KR" altLang="en-US"/>
              <a:t>을 자동으로 생성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4448796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35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store/views.py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store/template/store/createbook.html</a:t>
            </a:r>
          </a:p>
          <a:p>
            <a:endParaRPr lang="en-US" altLang="ko-KR"/>
          </a:p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86805B-FD31-0059-060C-FFF8C19F3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3" y="1630113"/>
            <a:ext cx="6287435" cy="18708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A8DAA5-B0E8-1356-C48A-85BF68D7B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3" y="4060919"/>
            <a:ext cx="5616624" cy="23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92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7A75-443B-3844-2DCA-BC350C72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80852-E3C8-25E0-A51D-D3156DF7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52DABE4-37B3-8B61-A498-8CF6622E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</a:t>
            </a:r>
          </a:p>
          <a:p>
            <a:pPr lvl="1"/>
            <a:r>
              <a:rPr lang="ko-KR" altLang="en-US"/>
              <a:t>도서의 정보를 수정하는 페이지</a:t>
            </a:r>
            <a:endParaRPr lang="en-US" altLang="ko-KR"/>
          </a:p>
          <a:p>
            <a:pPr lvl="1"/>
            <a:r>
              <a:rPr lang="ko-KR" altLang="en-US" sz="1400"/>
              <a:t>브라우저 </a:t>
            </a:r>
            <a:r>
              <a:rPr lang="en-US" altLang="ko-KR" sz="1400"/>
              <a:t>URL</a:t>
            </a:r>
          </a:p>
          <a:p>
            <a:pPr lvl="1"/>
            <a:r>
              <a:rPr lang="en-US" altLang="ko-KR" sz="1400"/>
              <a:t>/editbook/1</a:t>
            </a:r>
          </a:p>
          <a:p>
            <a:pPr lvl="1"/>
            <a:r>
              <a:rPr lang="en-US" altLang="ko-KR" sz="1400"/>
              <a:t>POST</a:t>
            </a:r>
            <a:r>
              <a:rPr lang="ko-KR" altLang="en-US" sz="1400"/>
              <a:t>로 전달된 정보를 </a:t>
            </a:r>
            <a:r>
              <a:rPr lang="en-US" altLang="ko-KR" sz="1400"/>
              <a:t>UPDATE </a:t>
            </a:r>
            <a:r>
              <a:rPr lang="ko-KR" altLang="en-US" sz="1400"/>
              <a:t>쿼리로 변경한다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/store/views.py </a:t>
            </a:r>
            <a:r>
              <a:rPr lang="ko-KR" altLang="en-US" sz="1400"/>
              <a:t>에 </a:t>
            </a:r>
            <a:r>
              <a:rPr lang="en-US" altLang="ko-KR" sz="1400"/>
              <a:t>editbook </a:t>
            </a:r>
            <a:r>
              <a:rPr lang="ko-KR" altLang="en-US" sz="1400"/>
              <a:t>함수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GET Method </a:t>
            </a:r>
            <a:r>
              <a:rPr lang="ko-KR" altLang="en-US" sz="1400"/>
              <a:t>일때는 수정페이지 표시</a:t>
            </a:r>
            <a:endParaRPr lang="en-US" altLang="ko-KR" sz="1400"/>
          </a:p>
          <a:p>
            <a:pPr lvl="1"/>
            <a:r>
              <a:rPr lang="en-US" altLang="ko-KR" sz="1400"/>
              <a:t>POST Method</a:t>
            </a:r>
            <a:r>
              <a:rPr lang="ko-KR" altLang="en-US" sz="1400"/>
              <a:t> 일때는 </a:t>
            </a:r>
            <a:r>
              <a:rPr lang="en-US" altLang="ko-KR" sz="1400"/>
              <a:t>UPDATE </a:t>
            </a:r>
            <a:r>
              <a:rPr lang="ko-KR" altLang="en-US" sz="1400"/>
              <a:t>쿼리 생성 및 처리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B6B36B-626E-6A91-B0B2-CCCEF103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4475975" cy="29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44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4696-7DD1-DECF-F642-17862A82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EBA5E-DBE5-7A7D-EFD6-06914E18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AE5164E-55CF-5D58-F6C0-DB9F800EB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</a:t>
            </a:r>
          </a:p>
          <a:p>
            <a:pPr lvl="1"/>
            <a:r>
              <a:rPr lang="en-US" altLang="ko-KR"/>
              <a:t>URL /editbook/1</a:t>
            </a:r>
          </a:p>
          <a:p>
            <a:pPr lvl="1"/>
            <a:r>
              <a:rPr lang="ko-KR" altLang="en-US"/>
              <a:t>브라우저에서 직접 </a:t>
            </a:r>
            <a:r>
              <a:rPr lang="en-US" altLang="ko-KR"/>
              <a:t>URL </a:t>
            </a:r>
            <a:r>
              <a:rPr lang="ko-KR" altLang="en-US"/>
              <a:t>입력시 </a:t>
            </a:r>
            <a:r>
              <a:rPr lang="en-US" altLang="ko-KR"/>
              <a:t>GET Method </a:t>
            </a:r>
            <a:r>
              <a:rPr lang="ko-KR" altLang="en-US"/>
              <a:t>로 동작</a:t>
            </a:r>
            <a:r>
              <a:rPr lang="en-US" altLang="ko-KR"/>
              <a:t>, a</a:t>
            </a:r>
            <a:r>
              <a:rPr lang="ko-KR" altLang="en-US"/>
              <a:t> 태그 링크도 동일</a:t>
            </a:r>
            <a:endParaRPr lang="en-US" altLang="ko-KR"/>
          </a:p>
          <a:p>
            <a:pPr lvl="1"/>
            <a:r>
              <a:rPr lang="en-US" altLang="ko-KR" sz="1400"/>
              <a:t>GET</a:t>
            </a:r>
            <a:r>
              <a:rPr lang="ko-KR" altLang="en-US" sz="1400"/>
              <a:t> </a:t>
            </a:r>
            <a:r>
              <a:rPr lang="en-US" altLang="ko-KR" sz="1400"/>
              <a:t>Method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POST Method</a:t>
            </a:r>
          </a:p>
          <a:p>
            <a:pPr lvl="2"/>
            <a:r>
              <a:rPr lang="en-US" altLang="ko-KR" sz="1400"/>
              <a:t>form </a:t>
            </a:r>
            <a:r>
              <a:rPr lang="ko-KR" altLang="en-US" sz="1400"/>
              <a:t>의 </a:t>
            </a:r>
            <a:r>
              <a:rPr lang="en-US" altLang="ko-KR" sz="1400"/>
              <a:t>submit </a:t>
            </a:r>
            <a:r>
              <a:rPr lang="ko-KR" altLang="en-US" sz="1400"/>
              <a:t>버튼을 눌렀을때 동작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B714E7-3196-52AE-1DDC-37BEFBE8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104081"/>
            <a:ext cx="2808312" cy="26498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F15CB6-DA9F-A455-13EF-C5091E53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4797152"/>
            <a:ext cx="2376264" cy="176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04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EFB7-B244-F277-97BA-E94BC982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E6916-AD40-8932-D224-418E7C91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DC98A60-9759-A9AB-FADD-D08CED53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 template</a:t>
            </a:r>
          </a:p>
          <a:p>
            <a:pPr lvl="1"/>
            <a:r>
              <a:rPr lang="en-US" altLang="ko-KR" sz="1400"/>
              <a:t>GET</a:t>
            </a:r>
            <a:r>
              <a:rPr lang="ko-KR" altLang="en-US" sz="1400"/>
              <a:t> </a:t>
            </a:r>
            <a:r>
              <a:rPr lang="en-US" altLang="ko-KR" sz="1400"/>
              <a:t>Method template</a:t>
            </a:r>
          </a:p>
          <a:p>
            <a:pPr lvl="2"/>
            <a:r>
              <a:rPr lang="en-US" altLang="ko-KR" sz="1400"/>
              <a:t>/store/templates/store/editbook.html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POST Method template</a:t>
            </a:r>
          </a:p>
          <a:p>
            <a:pPr lvl="2"/>
            <a:r>
              <a:rPr lang="en-US" altLang="ko-KR" sz="1400"/>
              <a:t>/store/templates/store/postresult.html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70C141-D6D2-B071-0AE3-BD679C41B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60848"/>
            <a:ext cx="4724382" cy="23762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CC0B4C-28C7-06D1-7B3F-9D10651F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764" y="5171713"/>
            <a:ext cx="3565917" cy="14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2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AFE3-598E-3034-42D8-4A172CB9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06DEA-C558-F819-FAB5-3B692290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3709B09D-1B7C-DEE7-3B00-D6B4AA7A4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</a:t>
            </a:r>
          </a:p>
          <a:p>
            <a:pPr lvl="1"/>
            <a:r>
              <a:rPr lang="en-US" altLang="ko-KR" sz="1400"/>
              <a:t>delete url</a:t>
            </a:r>
            <a:r>
              <a:rPr lang="ko-KR" altLang="en-US" sz="1400"/>
              <a:t>을 도서의 </a:t>
            </a:r>
            <a:r>
              <a:rPr lang="en-US" altLang="ko-KR" sz="1400"/>
              <a:t>ID </a:t>
            </a:r>
            <a:r>
              <a:rPr lang="ko-KR" altLang="en-US" sz="1400"/>
              <a:t>와 함께 </a:t>
            </a:r>
            <a:r>
              <a:rPr lang="en-US" altLang="ko-KR" sz="1400"/>
              <a:t>request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파이썬 도서 삭제</a:t>
            </a:r>
            <a:endParaRPr lang="en-US" altLang="ko-KR" sz="1400"/>
          </a:p>
          <a:p>
            <a:pPr lvl="2"/>
            <a:r>
              <a:rPr lang="en-US" altLang="ko-KR" sz="1400"/>
              <a:t>URL: deletebook/12 -&gt; Function: /store/views.py deletebook </a:t>
            </a:r>
            <a:r>
              <a:rPr lang="ko-KR" altLang="en-US" sz="1400"/>
              <a:t>함수와 연결</a:t>
            </a:r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3CE51A-169C-F02B-4CFC-B9C2D0E3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1844824"/>
            <a:ext cx="6933525" cy="151216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2EE781E-6135-AF94-11EC-8D58B0C102DE}"/>
              </a:ext>
            </a:extLst>
          </p:cNvPr>
          <p:cNvSpPr/>
          <p:nvPr/>
        </p:nvSpPr>
        <p:spPr>
          <a:xfrm>
            <a:off x="1691680" y="2739656"/>
            <a:ext cx="5832648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46264F-196F-0332-A98F-550BA1E1F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251824"/>
            <a:ext cx="5349037" cy="219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47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B4DF-1B64-F0B1-63CF-B2651227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49609-D50F-680C-09F0-EDD9AF8F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9D2368A-BC48-0475-C79D-7BB9D645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page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8A1111-D834-B7BE-D838-AAA79C81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380148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01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29F7-B5D1-53A5-9FA8-7EE1F52B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E33DD-0179-E769-022E-74E72C3F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743D9E1-D09A-8857-700A-E0B860D1B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template</a:t>
            </a:r>
          </a:p>
          <a:p>
            <a:pPr lvl="1"/>
            <a:r>
              <a:rPr lang="en-US" altLang="ko-KR" sz="1400"/>
              <a:t>/store/templates/store/deletebook.html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삭제 버튼 </a:t>
            </a:r>
            <a:r>
              <a:rPr lang="en-US" altLang="ko-KR" sz="1400"/>
              <a:t>submit </a:t>
            </a:r>
            <a:r>
              <a:rPr lang="ko-KR" altLang="en-US" sz="1400"/>
              <a:t>클릭시 </a:t>
            </a:r>
            <a:r>
              <a:rPr lang="en-US" altLang="ko-KR" sz="1400"/>
              <a:t>POST</a:t>
            </a:r>
            <a:r>
              <a:rPr lang="ko-KR" altLang="en-US" sz="1400"/>
              <a:t>로 </a:t>
            </a:r>
            <a:r>
              <a:rPr lang="en-US" altLang="ko-KR" sz="1400"/>
              <a:t>request </a:t>
            </a:r>
            <a:r>
              <a:rPr lang="ko-KR" altLang="en-US" sz="1400"/>
              <a:t>가 일어나 삭제 쿼리가 실행 됨</a:t>
            </a:r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6CE713-C0C4-8108-ECC9-FD839745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09806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69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D176-9DCB-66C2-0930-5EFDE343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D3BCC-F52F-FF94-83ED-1E49673F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1EE6CA38-9D13-50C6-C751-E8B803B27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template</a:t>
            </a:r>
          </a:p>
          <a:p>
            <a:pPr lvl="1"/>
            <a:r>
              <a:rPr lang="en-US" altLang="ko-KR" sz="1400"/>
              <a:t>/store/templates/store/deletebook.html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삭제 버튼 </a:t>
            </a:r>
            <a:r>
              <a:rPr lang="en-US" altLang="ko-KR" sz="1400"/>
              <a:t>submit </a:t>
            </a:r>
            <a:r>
              <a:rPr lang="ko-KR" altLang="en-US" sz="1400"/>
              <a:t>클릭시 </a:t>
            </a:r>
            <a:r>
              <a:rPr lang="en-US" altLang="ko-KR" sz="1400"/>
              <a:t>POST</a:t>
            </a:r>
            <a:r>
              <a:rPr lang="ko-KR" altLang="en-US" sz="1400"/>
              <a:t>로 </a:t>
            </a:r>
            <a:r>
              <a:rPr lang="en-US" altLang="ko-KR" sz="1400"/>
              <a:t>request </a:t>
            </a:r>
            <a:r>
              <a:rPr lang="ko-KR" altLang="en-US" sz="1400"/>
              <a:t>가 일어나 삭제 쿼리가 실행 됨</a:t>
            </a:r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8D62A2-6272-E713-32A3-019385B9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09806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70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72F1-B91A-34A4-5793-9376D3CB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4D33C-C947-12C1-7A22-991D1E52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82068BB-3B26-AD46-2713-369D795A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</a:t>
            </a:r>
            <a:r>
              <a:rPr lang="ko-KR" altLang="en-US"/>
              <a:t>오류 수정</a:t>
            </a:r>
            <a:endParaRPr lang="en-US" altLang="ko-KR"/>
          </a:p>
          <a:p>
            <a:pPr lvl="1"/>
            <a:r>
              <a:rPr lang="en-US" altLang="ko-KR" sz="1400"/>
              <a:t>error </a:t>
            </a:r>
            <a:r>
              <a:rPr lang="ko-KR" altLang="en-US" sz="1400"/>
              <a:t>코드를 읽어 보고 이유를 추정해보자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result </a:t>
            </a:r>
            <a:r>
              <a:rPr lang="ko-KR" altLang="en-US" sz="1400"/>
              <a:t>변수를 할당하지 않고 사용</a:t>
            </a:r>
            <a:endParaRPr lang="en-US" altLang="ko-KR" sz="1400"/>
          </a:p>
          <a:p>
            <a:pPr lvl="2"/>
            <a:r>
              <a:rPr lang="en-US" altLang="ko-KR" sz="1400"/>
              <a:t>result </a:t>
            </a:r>
            <a:r>
              <a:rPr lang="ko-KR" altLang="en-US" sz="1400"/>
              <a:t>변수의 기본값을 설정하자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FF923-FFCD-AA03-A487-B967E59F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33342"/>
            <a:ext cx="4680520" cy="318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562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4A2A-1B8D-E540-90FD-697555D6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E186B-DB68-0E79-332B-A2202FFD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DA73E8B-5078-B822-6A05-EC06CFF2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ko-KR" altLang="en-US"/>
              <a:t>고객 관련 페이지를 작성하자</a:t>
            </a:r>
            <a:r>
              <a:rPr lang="en-US" altLang="ko-KR"/>
              <a:t>.</a:t>
            </a:r>
          </a:p>
          <a:p>
            <a:pPr lvl="1"/>
            <a:r>
              <a:rPr lang="ko-KR" altLang="en-US" sz="1400"/>
              <a:t>도서와 관련된 함수를 복사해서 수정해보자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template</a:t>
            </a:r>
            <a:r>
              <a:rPr lang="ko-KR" altLang="en-US" sz="1400"/>
              <a:t> 은 이미 제공되어 있으므로 </a:t>
            </a:r>
            <a:r>
              <a:rPr lang="en-US" altLang="ko-KR" sz="1400"/>
              <a:t>views.py </a:t>
            </a:r>
            <a:r>
              <a:rPr lang="ko-KR" altLang="en-US" sz="1400"/>
              <a:t>에 함수만 작성하면 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url</a:t>
            </a:r>
            <a:r>
              <a:rPr lang="ko-KR" altLang="en-US" sz="1400"/>
              <a:t>과 </a:t>
            </a:r>
            <a:r>
              <a:rPr lang="en-US" altLang="ko-KR" sz="1400"/>
              <a:t>function </a:t>
            </a:r>
            <a:r>
              <a:rPr lang="ko-KR" altLang="en-US" sz="1400"/>
              <a:t>의</a:t>
            </a:r>
            <a:r>
              <a:rPr lang="en-US" altLang="ko-KR" sz="1400"/>
              <a:t> </a:t>
            </a:r>
            <a:r>
              <a:rPr lang="ko-KR" altLang="en-US" sz="1400"/>
              <a:t>연결은 </a:t>
            </a:r>
            <a:r>
              <a:rPr lang="en-US" altLang="ko-KR" sz="1400"/>
              <a:t>/store/urls.py </a:t>
            </a:r>
            <a:r>
              <a:rPr lang="ko-KR" altLang="en-US" sz="1400"/>
              <a:t>에 설정되어 있다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함수를 정의 할때 마다 주석을 해제하자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97666A-0DF3-2C10-CEAA-A7BF1A4E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74018"/>
            <a:ext cx="5632973" cy="34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52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53C5-D103-3F44-F1D7-B773BB4F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F1815-2B70-E099-C5C6-F7EF3EFD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21912DC-6C9D-4A9B-6752-EF755D010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ko-KR" altLang="en-US"/>
              <a:t>도서 관련 함수 복제</a:t>
            </a:r>
            <a:endParaRPr lang="en-US" altLang="ko-KR"/>
          </a:p>
          <a:p>
            <a:pPr lvl="1"/>
            <a:r>
              <a:rPr lang="en-US" altLang="ko-KR" sz="1400"/>
              <a:t>VI </a:t>
            </a:r>
            <a:r>
              <a:rPr lang="ko-KR" altLang="en-US" sz="1400"/>
              <a:t>툴</a:t>
            </a:r>
            <a:r>
              <a:rPr lang="en-US" altLang="ko-KR" sz="1400"/>
              <a:t> </a:t>
            </a:r>
            <a:r>
              <a:rPr lang="ko-KR" altLang="en-US" sz="1400"/>
              <a:t>복사 </a:t>
            </a:r>
            <a:r>
              <a:rPr lang="en-US" altLang="ko-KR" sz="1400"/>
              <a:t>/ </a:t>
            </a:r>
            <a:r>
              <a:rPr lang="ko-KR" altLang="en-US" sz="1400"/>
              <a:t>붙여넣기</a:t>
            </a:r>
            <a:endParaRPr lang="en-US" altLang="ko-KR" sz="1400"/>
          </a:p>
          <a:p>
            <a:pPr lvl="1"/>
            <a:r>
              <a:rPr lang="ko-KR" altLang="en-US" sz="1400"/>
              <a:t>명령 모드에서 </a:t>
            </a:r>
            <a:r>
              <a:rPr lang="en-US" altLang="ko-KR" sz="1400"/>
              <a:t>SHIFT + V</a:t>
            </a:r>
          </a:p>
          <a:p>
            <a:pPr lvl="1"/>
            <a:r>
              <a:rPr lang="ko-KR" altLang="en-US" sz="1400"/>
              <a:t>커서로 선택영역 지정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복사하기 </a:t>
            </a:r>
            <a:r>
              <a:rPr lang="en-US" altLang="ko-KR" sz="1400"/>
              <a:t>-&gt; y </a:t>
            </a:r>
            <a:r>
              <a:rPr lang="ko-KR" altLang="en-US" sz="1400"/>
              <a:t>단축키</a:t>
            </a:r>
            <a:endParaRPr lang="en-US" altLang="ko-KR" sz="1400"/>
          </a:p>
          <a:p>
            <a:pPr lvl="1"/>
            <a:r>
              <a:rPr lang="ko-KR" altLang="en-US" sz="1400"/>
              <a:t>붙여 넣을 곳으로 커서로 이동</a:t>
            </a:r>
            <a:endParaRPr lang="en-US" altLang="ko-KR" sz="1400"/>
          </a:p>
          <a:p>
            <a:pPr lvl="1"/>
            <a:r>
              <a:rPr lang="ko-KR" altLang="en-US" sz="1400"/>
              <a:t>붙여넣기 </a:t>
            </a:r>
            <a:r>
              <a:rPr lang="en-US" altLang="ko-KR" sz="1400"/>
              <a:t>-&gt; p </a:t>
            </a:r>
            <a:r>
              <a:rPr lang="ko-KR" altLang="en-US" sz="1400"/>
              <a:t>단축키 </a:t>
            </a:r>
            <a:endParaRPr lang="en-US" altLang="ko-KR" sz="1400"/>
          </a:p>
          <a:p>
            <a:pPr lvl="1"/>
            <a:r>
              <a:rPr lang="ko-KR" altLang="en-US" sz="1400"/>
              <a:t>편집 모드로 함수 이름 수정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C35016-925B-3916-EAB3-7E5F609C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20888"/>
            <a:ext cx="4906779" cy="17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768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38D26-F5D2-E4AF-BD7A-AE4B3398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B28B4-F848-6CC3-5064-6FB5DCFF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2CE40EA-32A7-763E-7715-D65B16E54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</a:t>
            </a:r>
            <a:r>
              <a:rPr lang="ko-KR" altLang="en-US"/>
              <a:t>의 </a:t>
            </a:r>
            <a:r>
              <a:rPr lang="en-US" altLang="ko-KR"/>
              <a:t>custid </a:t>
            </a:r>
            <a:r>
              <a:rPr lang="ko-KR" altLang="en-US"/>
              <a:t>를 </a:t>
            </a:r>
            <a:r>
              <a:rPr lang="en-US" altLang="ko-KR"/>
              <a:t>id</a:t>
            </a:r>
            <a:r>
              <a:rPr lang="ko-KR" altLang="en-US"/>
              <a:t>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ALTER TABLE customer CHANGE custid id INT AUTO_INCREMENT;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에러 발생 </a:t>
            </a:r>
            <a:r>
              <a:rPr lang="en-US" altLang="ko-KR"/>
              <a:t>-&gt; orders </a:t>
            </a:r>
            <a:r>
              <a:rPr lang="ko-KR" altLang="en-US"/>
              <a:t>테이블의 </a:t>
            </a:r>
            <a:r>
              <a:rPr lang="en-US" altLang="ko-KR"/>
              <a:t>Foreignkey </a:t>
            </a:r>
            <a:r>
              <a:rPr lang="ko-KR" altLang="en-US"/>
              <a:t>지정 문제</a:t>
            </a:r>
            <a:endParaRPr lang="en-US" altLang="ko-KR"/>
          </a:p>
          <a:p>
            <a:pPr lvl="1"/>
            <a:r>
              <a:rPr lang="en-US" altLang="ko-KR"/>
              <a:t>Foreignkey </a:t>
            </a:r>
            <a:r>
              <a:rPr lang="ko-KR" altLang="en-US"/>
              <a:t>삭제 후 다시 시도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ALTER TABLE orders DROP FOREIGN KEY orders_ibfk_1;</a:t>
            </a:r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75C3EB-1C9B-1B7A-015A-84F4E2B0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266956" cy="16851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7D1EE5-6D9A-BA1A-8351-FFBD6FF47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20023"/>
            <a:ext cx="6270246" cy="4250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2C4AB-0A6A-CD20-6429-07E3B63A3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682864"/>
            <a:ext cx="4266956" cy="12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84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98EE-391B-FE48-DB75-C7637000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D612E-53E9-1134-84F9-FC3AD4FB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33FC699-C3A8-1136-6082-409E22F96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URL /customerlist</a:t>
            </a:r>
          </a:p>
          <a:p>
            <a:pPr lvl="1"/>
            <a:r>
              <a:rPr lang="en-US" altLang="ko-KR" sz="1400"/>
              <a:t>customerlist</a:t>
            </a:r>
          </a:p>
          <a:p>
            <a:pPr lvl="1"/>
            <a:r>
              <a:rPr lang="en-US" altLang="ko-KR" sz="1400"/>
              <a:t>createcustomer</a:t>
            </a:r>
          </a:p>
          <a:p>
            <a:pPr lvl="1"/>
            <a:r>
              <a:rPr lang="en-US" altLang="ko-KR" sz="1400"/>
              <a:t>customerview</a:t>
            </a:r>
          </a:p>
          <a:p>
            <a:pPr lvl="1"/>
            <a:r>
              <a:rPr lang="en-US" altLang="ko-KR" sz="1400"/>
              <a:t>deletecustomer</a:t>
            </a:r>
          </a:p>
          <a:p>
            <a:pPr lvl="1"/>
            <a:endParaRPr lang="en-US" altLang="ko-KR" sz="1400"/>
          </a:p>
          <a:p>
            <a:r>
              <a:rPr lang="en-US" altLang="ko-KR" sz="1800"/>
              <a:t>forms.py </a:t>
            </a:r>
            <a:r>
              <a:rPr lang="ko-KR" altLang="en-US" sz="1800"/>
              <a:t>에 </a:t>
            </a:r>
            <a:r>
              <a:rPr lang="en-US" altLang="ko-KR" sz="1800"/>
              <a:t>CustomerForm </a:t>
            </a:r>
            <a:r>
              <a:rPr lang="ko-KR" altLang="en-US" sz="1800"/>
              <a:t>클래스 정의</a:t>
            </a:r>
            <a:endParaRPr lang="en-US" altLang="ko-KR" sz="18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DF4396-4452-DC99-79EE-0D2F2DD3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77427"/>
            <a:ext cx="2858218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99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E326-1285-D3B6-34DE-775BB235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04019-D725-D378-5587-2058BD9A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D368C8DD-AF69-5A18-E039-7A58F1B4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 list </a:t>
            </a:r>
            <a:r>
              <a:rPr lang="ko-KR" altLang="en-US"/>
              <a:t>에서 필요한 함수</a:t>
            </a:r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F97F5A-4E83-E986-F9A3-7BC62DCB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37883"/>
            <a:ext cx="5296035" cy="450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9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9278</TotalTime>
  <Words>1874</Words>
  <Application>Microsoft Office PowerPoint</Application>
  <PresentationFormat>화면 슬라이드 쇼(4:3)</PresentationFormat>
  <Paragraphs>2618</Paragraphs>
  <Slides>48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48</vt:i4>
      </vt:variant>
    </vt:vector>
  </HeadingPairs>
  <TitlesOfParts>
    <vt:vector size="53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Template</vt:lpstr>
      <vt:lpstr>Template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POST</vt:lpstr>
      <vt:lpstr>POST</vt:lpstr>
      <vt:lpstr>Forms</vt:lpstr>
      <vt:lpstr>Forms</vt:lpstr>
      <vt:lpstr>Forms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655</cp:revision>
  <cp:lastPrinted>2023-02-19T06:43:06Z</cp:lastPrinted>
  <dcterms:created xsi:type="dcterms:W3CDTF">2012-07-11T10:23:22Z</dcterms:created>
  <dcterms:modified xsi:type="dcterms:W3CDTF">2026-05-07T08:02:59Z</dcterms:modified>
</cp:coreProperties>
</file>