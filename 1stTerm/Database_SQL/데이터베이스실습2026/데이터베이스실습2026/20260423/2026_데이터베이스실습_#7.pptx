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4" r:id="rId2"/>
  </p:sldMasterIdLst>
  <p:notesMasterIdLst>
    <p:notesMasterId r:id="rId49"/>
  </p:notesMasterIdLst>
  <p:handoutMasterIdLst>
    <p:handoutMasterId r:id="rId50"/>
  </p:handoutMasterIdLst>
  <p:sldIdLst>
    <p:sldId id="256" r:id="rId3"/>
    <p:sldId id="524" r:id="rId4"/>
    <p:sldId id="525" r:id="rId5"/>
    <p:sldId id="480" r:id="rId6"/>
    <p:sldId id="481" r:id="rId7"/>
    <p:sldId id="482" r:id="rId8"/>
    <p:sldId id="465" r:id="rId9"/>
    <p:sldId id="526" r:id="rId10"/>
    <p:sldId id="528" r:id="rId11"/>
    <p:sldId id="529" r:id="rId12"/>
    <p:sldId id="530" r:id="rId13"/>
    <p:sldId id="532" r:id="rId14"/>
    <p:sldId id="533" r:id="rId15"/>
    <p:sldId id="534" r:id="rId16"/>
    <p:sldId id="592" r:id="rId17"/>
    <p:sldId id="593" r:id="rId18"/>
    <p:sldId id="535" r:id="rId19"/>
    <p:sldId id="594" r:id="rId20"/>
    <p:sldId id="596" r:id="rId21"/>
    <p:sldId id="597" r:id="rId22"/>
    <p:sldId id="540" r:id="rId23"/>
    <p:sldId id="541" r:id="rId24"/>
    <p:sldId id="542" r:id="rId25"/>
    <p:sldId id="543" r:id="rId26"/>
    <p:sldId id="544" r:id="rId27"/>
    <p:sldId id="545" r:id="rId28"/>
    <p:sldId id="546" r:id="rId29"/>
    <p:sldId id="547" r:id="rId30"/>
    <p:sldId id="556" r:id="rId31"/>
    <p:sldId id="560" r:id="rId32"/>
    <p:sldId id="565" r:id="rId33"/>
    <p:sldId id="587" r:id="rId34"/>
    <p:sldId id="588" r:id="rId35"/>
    <p:sldId id="589" r:id="rId36"/>
    <p:sldId id="548" r:id="rId37"/>
    <p:sldId id="590" r:id="rId38"/>
    <p:sldId id="537" r:id="rId39"/>
    <p:sldId id="598" r:id="rId40"/>
    <p:sldId id="558" r:id="rId41"/>
    <p:sldId id="600" r:id="rId42"/>
    <p:sldId id="601" r:id="rId43"/>
    <p:sldId id="602" r:id="rId44"/>
    <p:sldId id="561" r:id="rId45"/>
    <p:sldId id="566" r:id="rId46"/>
    <p:sldId id="562" r:id="rId47"/>
    <p:sldId id="559" r:id="rId48"/>
  </p:sldIdLst>
  <p:sldSz cx="9144000" cy="6858000" type="screen4x3"/>
  <p:notesSz cx="6888163" cy="100187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변소현" initials="변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7C3"/>
    <a:srgbClr val="65A9D9"/>
    <a:srgbClr val="F8F8F8"/>
    <a:srgbClr val="7F7F7F"/>
    <a:srgbClr val="50ABCC"/>
    <a:srgbClr val="3E699D"/>
    <a:srgbClr val="393939"/>
    <a:srgbClr val="344F6B"/>
    <a:srgbClr val="B5D5E4"/>
    <a:srgbClr val="62A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E0BDA7-D220-4D18-8163-951D3B7721D7}" v="10" dt="2024-03-17T08:33:44.0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46" autoAdjust="0"/>
    <p:restoredTop sz="99281" autoAdjust="0"/>
  </p:normalViewPr>
  <p:slideViewPr>
    <p:cSldViewPr>
      <p:cViewPr varScale="1">
        <p:scale>
          <a:sx n="93" d="100"/>
          <a:sy n="93" d="100"/>
        </p:scale>
        <p:origin x="1362" y="90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2872" y="64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8" Type="http://schemas.microsoft.com/office/2015/10/relationships/revisionInfo" Target="revisionInfo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commentAuthors" Target="commentAuthor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Relationship Id="rId57" Type="http://schemas.microsoft.com/office/2016/11/relationships/changesInfo" Target="changesInfos/changesInfo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준영 장" userId="0c9b8532fd537bfe" providerId="LiveId" clId="{7EE0BDA7-D220-4D18-8163-951D3B7721D7}"/>
    <pc:docChg chg="addSld delSld modSld sldOrd">
      <pc:chgData name="준영 장" userId="0c9b8532fd537bfe" providerId="LiveId" clId="{7EE0BDA7-D220-4D18-8163-951D3B7721D7}" dt="2024-03-17T08:33:52.969" v="378" actId="20577"/>
      <pc:docMkLst>
        <pc:docMk/>
      </pc:docMkLst>
      <pc:sldChg chg="modSp mod">
        <pc:chgData name="준영 장" userId="0c9b8532fd537bfe" providerId="LiveId" clId="{7EE0BDA7-D220-4D18-8163-951D3B7721D7}" dt="2024-03-17T05:19:20.102" v="40" actId="20577"/>
        <pc:sldMkLst>
          <pc:docMk/>
          <pc:sldMk cId="0" sldId="256"/>
        </pc:sldMkLst>
        <pc:spChg chg="mod">
          <ac:chgData name="준영 장" userId="0c9b8532fd537bfe" providerId="LiveId" clId="{7EE0BDA7-D220-4D18-8163-951D3B7721D7}" dt="2024-03-17T05:19:20.102" v="40" actId="20577"/>
          <ac:spMkLst>
            <pc:docMk/>
            <pc:sldMk cId="0" sldId="256"/>
            <ac:spMk id="2" creationId="{00000000-0000-0000-0000-000000000000}"/>
          </ac:spMkLst>
        </pc:spChg>
      </pc:sldChg>
      <pc:sldChg chg="add del">
        <pc:chgData name="준영 장" userId="0c9b8532fd537bfe" providerId="LiveId" clId="{7EE0BDA7-D220-4D18-8163-951D3B7721D7}" dt="2024-03-17T05:19:40.964" v="42"/>
        <pc:sldMkLst>
          <pc:docMk/>
          <pc:sldMk cId="1795100531" sldId="38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267649508" sldId="38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224813733" sldId="39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4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5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8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9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1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2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3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4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8"/>
        </pc:sldMkLst>
      </pc:sldChg>
      <pc:sldChg chg="add del">
        <pc:chgData name="준영 장" userId="0c9b8532fd537bfe" providerId="LiveId" clId="{7EE0BDA7-D220-4D18-8163-951D3B7721D7}" dt="2024-03-17T05:19:40.964" v="42"/>
        <pc:sldMkLst>
          <pc:docMk/>
          <pc:sldMk cId="0" sldId="40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22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439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440"/>
        </pc:sldMkLst>
      </pc:sldChg>
      <pc:sldChg chg="modSp add del mod">
        <pc:chgData name="준영 장" userId="0c9b8532fd537bfe" providerId="LiveId" clId="{7EE0BDA7-D220-4D18-8163-951D3B7721D7}" dt="2024-03-17T08:03:25.905" v="56" actId="20577"/>
        <pc:sldMkLst>
          <pc:docMk/>
          <pc:sldMk cId="0" sldId="441"/>
        </pc:sldMkLst>
        <pc:graphicFrameChg chg="modGraphic">
          <ac:chgData name="준영 장" userId="0c9b8532fd537bfe" providerId="LiveId" clId="{7EE0BDA7-D220-4D18-8163-951D3B7721D7}" dt="2024-03-17T08:03:25.905" v="56" actId="20577"/>
          <ac:graphicFrameMkLst>
            <pc:docMk/>
            <pc:sldMk cId="0" sldId="441"/>
            <ac:graphicFrameMk id="4" creationId="{00000000-0000-0000-0000-000000000000}"/>
          </ac:graphicFrameMkLst>
        </pc:graphicFrameChg>
      </pc:sldChg>
      <pc:sldChg chg="add del">
        <pc:chgData name="준영 장" userId="0c9b8532fd537bfe" providerId="LiveId" clId="{7EE0BDA7-D220-4D18-8163-951D3B7721D7}" dt="2024-03-17T05:38:02.177" v="43"/>
        <pc:sldMkLst>
          <pc:docMk/>
          <pc:sldMk cId="0" sldId="442"/>
        </pc:sldMkLst>
      </pc:sldChg>
      <pc:sldChg chg="modSp add del mod">
        <pc:chgData name="준영 장" userId="0c9b8532fd537bfe" providerId="LiveId" clId="{7EE0BDA7-D220-4D18-8163-951D3B7721D7}" dt="2024-03-17T08:03:38.446" v="66" actId="20577"/>
        <pc:sldMkLst>
          <pc:docMk/>
          <pc:sldMk cId="0" sldId="443"/>
        </pc:sldMkLst>
        <pc:graphicFrameChg chg="modGraphic">
          <ac:chgData name="준영 장" userId="0c9b8532fd537bfe" providerId="LiveId" clId="{7EE0BDA7-D220-4D18-8163-951D3B7721D7}" dt="2024-03-17T08:03:38.446" v="66" actId="20577"/>
          <ac:graphicFrameMkLst>
            <pc:docMk/>
            <pc:sldMk cId="0" sldId="443"/>
            <ac:graphicFrameMk id="4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3:43.870" v="76" actId="20577"/>
        <pc:sldMkLst>
          <pc:docMk/>
          <pc:sldMk cId="0" sldId="444"/>
        </pc:sldMkLst>
        <pc:graphicFrameChg chg="modGraphic">
          <ac:chgData name="준영 장" userId="0c9b8532fd537bfe" providerId="LiveId" clId="{7EE0BDA7-D220-4D18-8163-951D3B7721D7}" dt="2024-03-17T08:03:43.870" v="76" actId="20577"/>
          <ac:graphicFrameMkLst>
            <pc:docMk/>
            <pc:sldMk cId="0" sldId="444"/>
            <ac:graphicFrameMk id="4" creationId="{00000000-0000-0000-0000-000000000000}"/>
          </ac:graphicFrameMkLst>
        </pc:graphicFrameChg>
      </pc:sldChg>
      <pc:sldChg chg="add del">
        <pc:chgData name="준영 장" userId="0c9b8532fd537bfe" providerId="LiveId" clId="{7EE0BDA7-D220-4D18-8163-951D3B7721D7}" dt="2024-03-17T05:38:02.177" v="43"/>
        <pc:sldMkLst>
          <pc:docMk/>
          <pc:sldMk cId="0" sldId="445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46"/>
        </pc:sldMkLst>
      </pc:sldChg>
      <pc:sldChg chg="modSp add mod">
        <pc:chgData name="준영 장" userId="0c9b8532fd537bfe" providerId="LiveId" clId="{7EE0BDA7-D220-4D18-8163-951D3B7721D7}" dt="2024-03-17T08:04:13.925" v="126" actId="20577"/>
        <pc:sldMkLst>
          <pc:docMk/>
          <pc:sldMk cId="0" sldId="447"/>
        </pc:sldMkLst>
        <pc:graphicFrameChg chg="modGraphic">
          <ac:chgData name="준영 장" userId="0c9b8532fd537bfe" providerId="LiveId" clId="{7EE0BDA7-D220-4D18-8163-951D3B7721D7}" dt="2024-03-17T08:03:56.809" v="86" actId="20577"/>
          <ac:graphicFrameMkLst>
            <pc:docMk/>
            <pc:sldMk cId="0" sldId="447"/>
            <ac:graphicFrameMk id="4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01.812" v="96" actId="20577"/>
          <ac:graphicFrameMkLst>
            <pc:docMk/>
            <pc:sldMk cId="0" sldId="447"/>
            <ac:graphicFrameMk id="6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06.063" v="106" actId="20577"/>
          <ac:graphicFrameMkLst>
            <pc:docMk/>
            <pc:sldMk cId="0" sldId="447"/>
            <ac:graphicFrameMk id="8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10.145" v="116" actId="20577"/>
          <ac:graphicFrameMkLst>
            <pc:docMk/>
            <pc:sldMk cId="0" sldId="447"/>
            <ac:graphicFrameMk id="10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13.925" v="126" actId="20577"/>
          <ac:graphicFrameMkLst>
            <pc:docMk/>
            <pc:sldMk cId="0" sldId="447"/>
            <ac:graphicFrameMk id="12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4:24.300" v="146" actId="20577"/>
        <pc:sldMkLst>
          <pc:docMk/>
          <pc:sldMk cId="0" sldId="448"/>
        </pc:sldMkLst>
        <pc:graphicFrameChg chg="modGraphic">
          <ac:chgData name="준영 장" userId="0c9b8532fd537bfe" providerId="LiveId" clId="{7EE0BDA7-D220-4D18-8163-951D3B7721D7}" dt="2024-03-17T08:04:20.656" v="136" actId="20577"/>
          <ac:graphicFrameMkLst>
            <pc:docMk/>
            <pc:sldMk cId="0" sldId="448"/>
            <ac:graphicFrameMk id="5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24.300" v="146" actId="20577"/>
          <ac:graphicFrameMkLst>
            <pc:docMk/>
            <pc:sldMk cId="0" sldId="448"/>
            <ac:graphicFrameMk id="7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33.343" v="156" actId="20577"/>
        <pc:sldMkLst>
          <pc:docMk/>
          <pc:sldMk cId="0" sldId="449"/>
        </pc:sldMkLst>
        <pc:graphicFrameChg chg="modGraphic">
          <ac:chgData name="준영 장" userId="0c9b8532fd537bfe" providerId="LiveId" clId="{7EE0BDA7-D220-4D18-8163-951D3B7721D7}" dt="2024-03-17T08:04:33.343" v="156" actId="20577"/>
          <ac:graphicFrameMkLst>
            <pc:docMk/>
            <pc:sldMk cId="0" sldId="449"/>
            <ac:graphicFrameMk id="5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4:38.254" v="166" actId="20577"/>
        <pc:sldMkLst>
          <pc:docMk/>
          <pc:sldMk cId="0" sldId="450"/>
        </pc:sldMkLst>
        <pc:graphicFrameChg chg="modGraphic">
          <ac:chgData name="준영 장" userId="0c9b8532fd537bfe" providerId="LiveId" clId="{7EE0BDA7-D220-4D18-8163-951D3B7721D7}" dt="2024-03-17T08:04:38.254" v="166" actId="20577"/>
          <ac:graphicFrameMkLst>
            <pc:docMk/>
            <pc:sldMk cId="0" sldId="450"/>
            <ac:graphicFrameMk id="5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45.329" v="176" actId="20577"/>
        <pc:sldMkLst>
          <pc:docMk/>
          <pc:sldMk cId="0" sldId="451"/>
        </pc:sldMkLst>
        <pc:graphicFrameChg chg="modGraphic">
          <ac:chgData name="준영 장" userId="0c9b8532fd537bfe" providerId="LiveId" clId="{7EE0BDA7-D220-4D18-8163-951D3B7721D7}" dt="2024-03-17T08:04:45.329" v="176" actId="20577"/>
          <ac:graphicFrameMkLst>
            <pc:docMk/>
            <pc:sldMk cId="0" sldId="451"/>
            <ac:graphicFrameMk id="4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55.457" v="186" actId="20577"/>
        <pc:sldMkLst>
          <pc:docMk/>
          <pc:sldMk cId="0" sldId="452"/>
        </pc:sldMkLst>
        <pc:graphicFrameChg chg="modGraphic">
          <ac:chgData name="준영 장" userId="0c9b8532fd537bfe" providerId="LiveId" clId="{7EE0BDA7-D220-4D18-8163-951D3B7721D7}" dt="2024-03-17T08:04:55.457" v="186" actId="20577"/>
          <ac:graphicFrameMkLst>
            <pc:docMk/>
            <pc:sldMk cId="0" sldId="452"/>
            <ac:graphicFrameMk id="5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5:03.820" v="196" actId="20577"/>
        <pc:sldMkLst>
          <pc:docMk/>
          <pc:sldMk cId="0" sldId="453"/>
        </pc:sldMkLst>
        <pc:graphicFrameChg chg="modGraphic">
          <ac:chgData name="준영 장" userId="0c9b8532fd537bfe" providerId="LiveId" clId="{7EE0BDA7-D220-4D18-8163-951D3B7721D7}" dt="2024-03-17T08:05:03.820" v="196" actId="20577"/>
          <ac:graphicFrameMkLst>
            <pc:docMk/>
            <pc:sldMk cId="0" sldId="453"/>
            <ac:graphicFrameMk id="10" creationId="{00000000-0000-0000-0000-000000000000}"/>
          </ac:graphicFrameMkLst>
        </pc:graphicFrameChg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821445475" sldId="45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748208073" sldId="462"/>
        </pc:sldMkLst>
      </pc:sldChg>
      <pc:sldChg chg="modSp add mod">
        <pc:chgData name="준영 장" userId="0c9b8532fd537bfe" providerId="LiveId" clId="{7EE0BDA7-D220-4D18-8163-951D3B7721D7}" dt="2024-03-17T08:27:48.832" v="235"/>
        <pc:sldMkLst>
          <pc:docMk/>
          <pc:sldMk cId="550768095" sldId="464"/>
        </pc:sldMkLst>
        <pc:spChg chg="mod">
          <ac:chgData name="준영 장" userId="0c9b8532fd537bfe" providerId="LiveId" clId="{7EE0BDA7-D220-4D18-8163-951D3B7721D7}" dt="2024-03-17T08:27:48.832" v="235"/>
          <ac:spMkLst>
            <pc:docMk/>
            <pc:sldMk cId="550768095" sldId="464"/>
            <ac:spMk id="2" creationId="{00000000-0000-0000-0000-000000000000}"/>
          </ac:spMkLst>
        </pc:spChg>
      </pc:sldChg>
      <pc:sldChg chg="modSp add del mod">
        <pc:chgData name="준영 장" userId="0c9b8532fd537bfe" providerId="LiveId" clId="{7EE0BDA7-D220-4D18-8163-951D3B7721D7}" dt="2024-03-17T08:33:39.148" v="375" actId="2696"/>
        <pc:sldMkLst>
          <pc:docMk/>
          <pc:sldMk cId="2509887895" sldId="465"/>
        </pc:sldMkLst>
        <pc:spChg chg="mod">
          <ac:chgData name="준영 장" userId="0c9b8532fd537bfe" providerId="LiveId" clId="{7EE0BDA7-D220-4D18-8163-951D3B7721D7}" dt="2024-03-17T08:33:32.356" v="374" actId="20577"/>
          <ac:spMkLst>
            <pc:docMk/>
            <pc:sldMk cId="2509887895" sldId="465"/>
            <ac:spMk id="2" creationId="{00000000-0000-0000-0000-000000000000}"/>
          </ac:spMkLst>
        </pc:spChg>
      </pc:sldChg>
      <pc:sldChg chg="modSp add mod">
        <pc:chgData name="준영 장" userId="0c9b8532fd537bfe" providerId="LiveId" clId="{7EE0BDA7-D220-4D18-8163-951D3B7721D7}" dt="2024-03-17T08:33:52.969" v="378" actId="20577"/>
        <pc:sldMkLst>
          <pc:docMk/>
          <pc:sldMk cId="4021339892" sldId="465"/>
        </pc:sldMkLst>
        <pc:spChg chg="mod">
          <ac:chgData name="준영 장" userId="0c9b8532fd537bfe" providerId="LiveId" clId="{7EE0BDA7-D220-4D18-8163-951D3B7721D7}" dt="2024-03-17T08:33:52.969" v="378" actId="20577"/>
          <ac:spMkLst>
            <pc:docMk/>
            <pc:sldMk cId="4021339892" sldId="465"/>
            <ac:spMk id="2" creationId="{00000000-0000-0000-0000-000000000000}"/>
          </ac:spMkLst>
        </pc:spChg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780336600" sldId="46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583120060" sldId="46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092686599" sldId="46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054166525" sldId="46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9219039" sldId="47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844223270" sldId="471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413902602" sldId="472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16769537" sldId="473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794190825" sldId="47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71671829" sldId="47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65730728" sldId="47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81026583" sldId="47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94462071" sldId="47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4140084813" sldId="47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72731654" sldId="47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34720889" sldId="479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2670110645" sldId="480"/>
        </pc:sldMkLst>
      </pc:sldChg>
      <pc:sldChg chg="modSp add mod">
        <pc:chgData name="준영 장" userId="0c9b8532fd537bfe" providerId="LiveId" clId="{7EE0BDA7-D220-4D18-8163-951D3B7721D7}" dt="2024-03-17T08:29:03.211" v="237"/>
        <pc:sldMkLst>
          <pc:docMk/>
          <pc:sldMk cId="2052940579" sldId="481"/>
        </pc:sldMkLst>
        <pc:spChg chg="mod">
          <ac:chgData name="준영 장" userId="0c9b8532fd537bfe" providerId="LiveId" clId="{7EE0BDA7-D220-4D18-8163-951D3B7721D7}" dt="2024-03-17T08:29:03.211" v="237"/>
          <ac:spMkLst>
            <pc:docMk/>
            <pc:sldMk cId="2052940579" sldId="481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72465745" sldId="482"/>
        </pc:sldMkLst>
        <pc:spChg chg="mod">
          <ac:chgData name="준영 장" userId="0c9b8532fd537bfe" providerId="LiveId" clId="{7EE0BDA7-D220-4D18-8163-951D3B7721D7}" dt="2024-03-17T08:32:54.813" v="371" actId="20577"/>
          <ac:spMkLst>
            <pc:docMk/>
            <pc:sldMk cId="472465745" sldId="482"/>
            <ac:spMk id="2" creationId="{00000000-0000-0000-0000-000000000000}"/>
          </ac:spMkLst>
        </pc:spChg>
      </pc:sldChg>
      <pc:sldChg chg="modSp add mod">
        <pc:chgData name="준영 장" userId="0c9b8532fd537bfe" providerId="LiveId" clId="{7EE0BDA7-D220-4D18-8163-951D3B7721D7}" dt="2024-03-17T08:30:12.345" v="285" actId="20577"/>
        <pc:sldMkLst>
          <pc:docMk/>
          <pc:sldMk cId="328123263" sldId="483"/>
        </pc:sldMkLst>
        <pc:spChg chg="mod">
          <ac:chgData name="준영 장" userId="0c9b8532fd537bfe" providerId="LiveId" clId="{7EE0BDA7-D220-4D18-8163-951D3B7721D7}" dt="2024-03-17T08:30:12.345" v="285" actId="20577"/>
          <ac:spMkLst>
            <pc:docMk/>
            <pc:sldMk cId="328123263" sldId="483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604721528" sldId="484"/>
        </pc:sldMkLst>
      </pc:sldChg>
      <pc:sldChg chg="modSp add mod">
        <pc:chgData name="준영 장" userId="0c9b8532fd537bfe" providerId="LiveId" clId="{7EE0BDA7-D220-4D18-8163-951D3B7721D7}" dt="2024-03-17T08:30:54.079" v="329" actId="20577"/>
        <pc:sldMkLst>
          <pc:docMk/>
          <pc:sldMk cId="322928739" sldId="485"/>
        </pc:sldMkLst>
        <pc:spChg chg="mod">
          <ac:chgData name="준영 장" userId="0c9b8532fd537bfe" providerId="LiveId" clId="{7EE0BDA7-D220-4D18-8163-951D3B7721D7}" dt="2024-03-17T08:30:54.079" v="329" actId="20577"/>
          <ac:spMkLst>
            <pc:docMk/>
            <pc:sldMk cId="322928739" sldId="485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8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856524837" sldId="487"/>
        </pc:sldMkLst>
      </pc:sldChg>
      <pc:sldChg chg="modSp add mod">
        <pc:chgData name="준영 장" userId="0c9b8532fd537bfe" providerId="LiveId" clId="{7EE0BDA7-D220-4D18-8163-951D3B7721D7}" dt="2024-03-17T08:29:10.187" v="239"/>
        <pc:sldMkLst>
          <pc:docMk/>
          <pc:sldMk cId="3504341406" sldId="487"/>
        </pc:sldMkLst>
        <pc:spChg chg="mod">
          <ac:chgData name="준영 장" userId="0c9b8532fd537bfe" providerId="LiveId" clId="{7EE0BDA7-D220-4D18-8163-951D3B7721D7}" dt="2024-03-17T08:29:10.187" v="239"/>
          <ac:spMkLst>
            <pc:docMk/>
            <pc:sldMk cId="3504341406" sldId="487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8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48757022" sldId="48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643148115" sldId="49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817662580" sldId="49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61123242" sldId="49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712038957" sldId="50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595753438" sldId="50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19696612" sldId="50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723364011" sldId="50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2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2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65567508" sldId="522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1642180285" sldId="524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3717674541" sldId="525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2896855821" sldId="526"/>
        </pc:sldMkLst>
      </pc:sldChg>
      <pc:sldChg chg="modSp add mod">
        <pc:chgData name="준영 장" userId="0c9b8532fd537bfe" providerId="LiveId" clId="{7EE0BDA7-D220-4D18-8163-951D3B7721D7}" dt="2024-03-17T08:05:12.903" v="206" actId="20577"/>
        <pc:sldMkLst>
          <pc:docMk/>
          <pc:sldMk cId="1924720216" sldId="527"/>
        </pc:sldMkLst>
        <pc:graphicFrameChg chg="modGraphic">
          <ac:chgData name="준영 장" userId="0c9b8532fd537bfe" providerId="LiveId" clId="{7EE0BDA7-D220-4D18-8163-951D3B7721D7}" dt="2024-03-17T08:05:12.903" v="206" actId="20577"/>
          <ac:graphicFrameMkLst>
            <pc:docMk/>
            <pc:sldMk cId="1924720216" sldId="527"/>
            <ac:graphicFrameMk id="5" creationId="{00000000-0000-0000-0000-000000000000}"/>
          </ac:graphicFrameMkLst>
        </pc:graphicFrameChg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1807172272" sldId="528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2758960080" sldId="529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2339514813" sldId="530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3719729634" sldId="531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3898360436" sldId="532"/>
        </pc:sldMkLst>
      </pc:sldChg>
    </pc:docChg>
  </pc:docChgLst>
  <pc:docChgLst>
    <pc:chgData name="준영 장" userId="0c9b8532fd537bfe" providerId="LiveId" clId="{29432EEA-EC04-421A-90A3-B5595832F797}"/>
    <pc:docChg chg="undo redo custSel addSld delSld modSld modMainMaster">
      <pc:chgData name="준영 장" userId="0c9b8532fd537bfe" providerId="LiveId" clId="{29432EEA-EC04-421A-90A3-B5595832F797}" dt="2024-03-17T05:09:16.389" v="1423"/>
      <pc:docMkLst>
        <pc:docMk/>
      </pc:docMkLst>
      <pc:sldChg chg="addSp delSp modSp add del mod modClrScheme chgLayout">
        <pc:chgData name="준영 장" userId="0c9b8532fd537bfe" providerId="LiveId" clId="{29432EEA-EC04-421A-90A3-B5595832F797}" dt="2024-03-11T12:38:59.621" v="8" actId="700"/>
        <pc:sldMkLst>
          <pc:docMk/>
          <pc:sldMk cId="0" sldId="256"/>
        </pc:sldMkLst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3" creationId="{42991902-F165-9BBC-C5F1-72F09E28F511}"/>
          </ac:spMkLst>
        </pc:spChg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4" creationId="{E199165F-3123-E3E2-9F28-9490E02D273F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592381701" sldId="382"/>
        </pc:sldMkLst>
      </pc:sldChg>
      <pc:sldChg chg="add">
        <pc:chgData name="준영 장" userId="0c9b8532fd537bfe" providerId="LiveId" clId="{29432EEA-EC04-421A-90A3-B5595832F797}" dt="2024-03-14T13:35:38.446" v="63"/>
        <pc:sldMkLst>
          <pc:docMk/>
          <pc:sldMk cId="1795100531" sldId="382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752739395" sldId="382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813233395" sldId="382"/>
        </pc:sldMkLst>
      </pc:sldChg>
      <pc:sldChg chg="addSp modSp add del mod modClrScheme chgLayout">
        <pc:chgData name="준영 장" userId="0c9b8532fd537bfe" providerId="LiveId" clId="{29432EEA-EC04-421A-90A3-B5595832F797}" dt="2024-03-11T12:39:13.265" v="9" actId="47"/>
        <pc:sldMkLst>
          <pc:docMk/>
          <pc:sldMk cId="3088584304" sldId="382"/>
        </pc:sldMkLst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2" creationId="{329212FC-7E77-DA76-CC8D-754BDC13950A}"/>
          </ac:spMkLst>
        </pc:spChg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3" creationId="{D4C23830-11AD-4255-2F92-ED2CF1BFA2D7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789321763" sldId="38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212015663" sldId="38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172296476" sldId="38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38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914093828" sldId="388"/>
        </pc:sldMkLst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922923233" sldId="389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036973542" sldId="389"/>
        </pc:sldMkLst>
      </pc:sldChg>
      <pc:sldChg chg="addSp delSp modSp add del mod modClrScheme chgLayout">
        <pc:chgData name="준영 장" userId="0c9b8532fd537bfe" providerId="LiveId" clId="{29432EEA-EC04-421A-90A3-B5595832F797}" dt="2024-03-14T13:34:33.233" v="62" actId="700"/>
        <pc:sldMkLst>
          <pc:docMk/>
          <pc:sldMk cId="2267649508" sldId="389"/>
        </pc:sldMkLst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2" creationId="{4057912F-DF33-3DD6-B08F-BCB71A0FFB0B}"/>
          </ac:spMkLst>
        </pc:spChg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3" creationId="{EDBA5906-17F9-77E2-2468-DF9C323B280E}"/>
          </ac:spMkLst>
        </pc:spChg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336788713" sldId="389"/>
        </pc:sldMkLst>
      </pc:sldChg>
      <pc:sldChg chg="addSp delSp modSp add mod modClrScheme chgLayout">
        <pc:chgData name="준영 장" userId="0c9b8532fd537bfe" providerId="LiveId" clId="{29432EEA-EC04-421A-90A3-B5595832F797}" dt="2024-03-14T13:50:06.623" v="571" actId="700"/>
        <pc:sldMkLst>
          <pc:docMk/>
          <pc:sldMk cId="1224813733" sldId="390"/>
        </pc:sldMkLst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2" creationId="{57D4E92D-428B-49E1-58CD-58510D8177D2}"/>
          </ac:spMkLst>
        </pc:spChg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3" creationId="{923D8036-CADD-FA46-BA53-C211E0DC5300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839085098" sldId="390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3001612791" sldId="390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3784426025" sldId="39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1"/>
        </pc:sldMkLst>
      </pc:sldChg>
      <pc:sldChg chg="modSp add del mod modClrScheme chgLayout">
        <pc:chgData name="준영 장" userId="0c9b8532fd537bfe" providerId="LiveId" clId="{29432EEA-EC04-421A-90A3-B5595832F797}" dt="2024-03-11T12:39:25.220" v="10" actId="47"/>
        <pc:sldMkLst>
          <pc:docMk/>
          <pc:sldMk cId="2035760066" sldId="3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0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8"/>
        </pc:sldMkLst>
      </pc:sldChg>
      <pc:sldChg chg="modSp add del mod modClrScheme chgLayout">
        <pc:chgData name="준영 장" userId="0c9b8532fd537bfe" providerId="LiveId" clId="{29432EEA-EC04-421A-90A3-B5595832F797}" dt="2024-03-14T13:45:51.524" v="548" actId="1076"/>
        <pc:sldMkLst>
          <pc:docMk/>
          <pc:sldMk cId="0" sldId="4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0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51.524" v="548" actId="1076"/>
          <ac:spMkLst>
            <pc:docMk/>
            <pc:sldMk cId="0" sldId="40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44.631" v="547" actId="1076"/>
          <ac:spMkLst>
            <pc:docMk/>
            <pc:sldMk cId="0" sldId="409"/>
            <ac:spMk id="4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1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1"/>
        </pc:sldMkLst>
      </pc:sldChg>
      <pc:sldChg chg="modSp add del mod modClrScheme chgLayout">
        <pc:chgData name="준영 장" userId="0c9b8532fd537bfe" providerId="LiveId" clId="{29432EEA-EC04-421A-90A3-B5595832F797}" dt="2024-03-14T13:50:32.658" v="574" actId="1076"/>
        <pc:sldMkLst>
          <pc:docMk/>
          <pc:sldMk cId="0" sldId="42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32.658" v="574" actId="1076"/>
          <ac:spMkLst>
            <pc:docMk/>
            <pc:sldMk cId="0" sldId="4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28.802" v="573" actId="1076"/>
          <ac:spMkLst>
            <pc:docMk/>
            <pc:sldMk cId="0" sldId="422"/>
            <ac:spMk id="5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0"/>
        </pc:sldMkLst>
      </pc:sldChg>
      <pc:sldChg chg="addSp delSp modSp add del mod modClrScheme chgLayout">
        <pc:chgData name="준영 장" userId="0c9b8532fd537bfe" providerId="LiveId" clId="{29432EEA-EC04-421A-90A3-B5595832F797}" dt="2024-03-14T13:31:47.907" v="53" actId="478"/>
        <pc:sldMkLst>
          <pc:docMk/>
          <pc:sldMk cId="0" sldId="44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1:47.907" v="53" actId="478"/>
          <ac:spMkLst>
            <pc:docMk/>
            <pc:sldMk cId="0" sldId="441"/>
            <ac:spMk id="3" creationId="{4D10D3E5-3ED3-3459-52E3-F1F3358B7D81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33.394" v="33" actId="478"/>
        <pc:sldMkLst>
          <pc:docMk/>
          <pc:sldMk cId="0" sldId="44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33.394" v="33" actId="478"/>
          <ac:spMkLst>
            <pc:docMk/>
            <pc:sldMk cId="0" sldId="442"/>
            <ac:spMk id="3" creationId="{C7F24ABE-021D-D8FF-FCEE-62CF2EFC12AF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29.155" v="32" actId="478"/>
        <pc:sldMkLst>
          <pc:docMk/>
          <pc:sldMk cId="0" sldId="44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29.155" v="32" actId="478"/>
          <ac:spMkLst>
            <pc:docMk/>
            <pc:sldMk cId="0" sldId="443"/>
            <ac:spMk id="7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4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55139403" sldId="44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2358898" sldId="44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80441982" sldId="448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48.406" v="23" actId="700"/>
        <pc:sldMkLst>
          <pc:docMk/>
          <pc:sldMk cId="0" sldId="451"/>
        </pc:sldMkLst>
        <pc:spChg chg="add del mod ord">
          <ac:chgData name="준영 장" userId="0c9b8532fd537bfe" providerId="LiveId" clId="{29432EEA-EC04-421A-90A3-B5595832F797}" dt="2024-03-11T12:40:41.759" v="21" actId="478"/>
          <ac:spMkLst>
            <pc:docMk/>
            <pc:sldMk cId="0" sldId="451"/>
            <ac:spMk id="2" creationId="{35CFFEE0-8311-93C6-2F62-3DD09E3291CF}"/>
          </ac:spMkLst>
        </pc:spChg>
        <pc:spChg chg="add del mod ord">
          <ac:chgData name="준영 장" userId="0c9b8532fd537bfe" providerId="LiveId" clId="{29432EEA-EC04-421A-90A3-B5595832F797}" dt="2024-03-11T12:40:43.431" v="22" actId="478"/>
          <ac:spMkLst>
            <pc:docMk/>
            <pc:sldMk cId="0" sldId="451"/>
            <ac:spMk id="3" creationId="{C1DEAC21-E842-DB4F-9CD4-4E06F55E1E89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6T10:40:27.132" v="1397" actId="1076"/>
        <pc:sldMkLst>
          <pc:docMk/>
          <pc:sldMk cId="0" sldId="45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1T12:40:37.750" v="20" actId="478"/>
          <ac:spMkLst>
            <pc:docMk/>
            <pc:sldMk cId="0" sldId="452"/>
            <ac:spMk id="7" creationId="{00000000-0000-0000-0000-000000000000}"/>
          </ac:spMkLst>
        </pc:spChg>
        <pc:picChg chg="mod">
          <ac:chgData name="준영 장" userId="0c9b8532fd537bfe" providerId="LiveId" clId="{29432EEA-EC04-421A-90A3-B5595832F797}" dt="2024-03-16T10:40:27.132" v="1397" actId="1076"/>
          <ac:picMkLst>
            <pc:docMk/>
            <pc:sldMk cId="0" sldId="452"/>
            <ac:picMk id="5" creationId="{00000000-0000-0000-0000-000000000000}"/>
          </ac:picMkLst>
        </pc:pic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07391434" sldId="45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12990262" sldId="45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58841069" sldId="45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24662385" sldId="45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652382871" sldId="45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77395993" sldId="45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052748190" sldId="45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94969506" sldId="46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524916242" sldId="461"/>
        </pc:sldMkLst>
      </pc:sldChg>
      <pc:sldChg chg="addSp delSp modSp add del mod modClrScheme chgLayout">
        <pc:chgData name="준영 장" userId="0c9b8532fd537bfe" providerId="LiveId" clId="{29432EEA-EC04-421A-90A3-B5595832F797}" dt="2024-03-14T13:33:03.179" v="56" actId="478"/>
        <pc:sldMkLst>
          <pc:docMk/>
          <pc:sldMk cId="3748208073" sldId="46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48208073" sldId="46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03.179" v="56" actId="478"/>
          <ac:spMkLst>
            <pc:docMk/>
            <pc:sldMk cId="3748208073" sldId="462"/>
            <ac:spMk id="3" creationId="{67156ABE-560C-AED0-F486-6C53D6C95738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533436599" sldId="46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59765460" sldId="46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17830977" sldId="465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780336600" sldId="46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780336600" sldId="46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780336600" sldId="46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2583120060" sldId="46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83120060" sldId="46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83120060" sldId="46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3092686599" sldId="46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092686599" sldId="46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092686599" sldId="46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04.126" v="54" actId="478"/>
        <pc:sldMkLst>
          <pc:docMk/>
          <pc:sldMk cId="4054166525" sldId="46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054166525" sldId="46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04.126" v="54" actId="478"/>
          <ac:spMkLst>
            <pc:docMk/>
            <pc:sldMk cId="4054166525" sldId="469"/>
            <ac:spMk id="3" creationId="{A11207DC-47D7-9DAC-C768-9290DDCE6C2F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429219039" sldId="47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9219039" sldId="47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9219039" sldId="470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3844223270" sldId="47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844223270" sldId="47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844223270" sldId="471"/>
            <ac:spMk id="7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10.668" v="55" actId="478"/>
        <pc:sldMkLst>
          <pc:docMk/>
          <pc:sldMk cId="413902602" sldId="47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3902602" sldId="47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10.668" v="55" actId="478"/>
          <ac:spMkLst>
            <pc:docMk/>
            <pc:sldMk cId="413902602" sldId="472"/>
            <ac:spMk id="3" creationId="{68FCE4FC-0CA4-CD3E-30E6-69097D885F3A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28.251" v="57" actId="478"/>
        <pc:sldMkLst>
          <pc:docMk/>
          <pc:sldMk cId="16769537" sldId="47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769537" sldId="47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28.251" v="57" actId="478"/>
          <ac:spMkLst>
            <pc:docMk/>
            <pc:sldMk cId="16769537" sldId="473"/>
            <ac:spMk id="3" creationId="{DF1505E6-B3E2-4526-4976-2D7FFA3AFFF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39.352" v="58" actId="478"/>
        <pc:sldMkLst>
          <pc:docMk/>
          <pc:sldMk cId="3271671829" sldId="47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71671829" sldId="47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39.352" v="58" actId="478"/>
          <ac:spMkLst>
            <pc:docMk/>
            <pc:sldMk cId="3271671829" sldId="474"/>
            <ac:spMk id="3" creationId="{70D15658-FB13-80A1-6BA3-99E4786D9DB3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47.294" v="59" actId="478"/>
        <pc:sldMkLst>
          <pc:docMk/>
          <pc:sldMk cId="4265730728" sldId="47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65730728" sldId="47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47.294" v="59" actId="478"/>
          <ac:spMkLst>
            <pc:docMk/>
            <pc:sldMk cId="4265730728" sldId="475"/>
            <ac:spMk id="3" creationId="{6BF10C33-BC7F-AEFD-CA13-727810BCBE2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1026583" sldId="47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4140084813" sldId="47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40084813" sldId="47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40084813" sldId="47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6:40.652" v="66" actId="1076"/>
        <pc:sldMkLst>
          <pc:docMk/>
          <pc:sldMk cId="572731654" sldId="47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72731654" sldId="47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6:40.652" v="66" actId="1076"/>
          <ac:spMkLst>
            <pc:docMk/>
            <pc:sldMk cId="572731654" sldId="478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6:33.190" v="65" actId="1076"/>
          <ac:spMkLst>
            <pc:docMk/>
            <pc:sldMk cId="572731654" sldId="478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23.844" v="540" actId="20577"/>
        <pc:sldMkLst>
          <pc:docMk/>
          <pc:sldMk cId="434720889" sldId="479"/>
        </pc:sldMkLst>
        <pc:spChg chg="mod ord">
          <ac:chgData name="준영 장" userId="0c9b8532fd537bfe" providerId="LiveId" clId="{29432EEA-EC04-421A-90A3-B5595832F797}" dt="2024-03-14T13:44:23.844" v="540" actId="20577"/>
          <ac:spMkLst>
            <pc:docMk/>
            <pc:sldMk cId="434720889" sldId="479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34720889" sldId="479"/>
            <ac:spMk id="8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7:33.207" v="67" actId="1076"/>
          <ac:spMkLst>
            <pc:docMk/>
            <pc:sldMk cId="434720889" sldId="479"/>
            <ac:spMk id="9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8:50.772" v="71" actId="1076"/>
        <pc:sldMkLst>
          <pc:docMk/>
          <pc:sldMk cId="2670110645" sldId="48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70110645" sldId="48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8:50.772" v="71" actId="1076"/>
          <ac:spMkLst>
            <pc:docMk/>
            <pc:sldMk cId="2670110645" sldId="480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8:46.093" v="70" actId="1076"/>
          <ac:spMkLst>
            <pc:docMk/>
            <pc:sldMk cId="2670110645" sldId="480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55.147" v="544" actId="1076"/>
        <pc:sldMkLst>
          <pc:docMk/>
          <pc:sldMk cId="2052940579" sldId="48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52940579" sldId="48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4:55.147" v="544" actId="1076"/>
          <ac:spMkLst>
            <pc:docMk/>
            <pc:sldMk cId="2052940579" sldId="481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4:52.445" v="543" actId="1076"/>
          <ac:spMkLst>
            <pc:docMk/>
            <pc:sldMk cId="2052940579" sldId="481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5:10.869" v="546" actId="1076"/>
        <pc:sldMkLst>
          <pc:docMk/>
          <pc:sldMk cId="472465745" sldId="48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72465745" sldId="48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10.869" v="546" actId="1076"/>
          <ac:spMkLst>
            <pc:docMk/>
            <pc:sldMk cId="472465745" sldId="48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07.403" v="545" actId="1076"/>
          <ac:spMkLst>
            <pc:docMk/>
            <pc:sldMk cId="472465745" sldId="482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6:37.514" v="552" actId="1076"/>
        <pc:sldMkLst>
          <pc:docMk/>
          <pc:sldMk cId="328123263" sldId="48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8123263" sldId="483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6:30.746" v="551" actId="14100"/>
          <ac:graphicFrameMkLst>
            <pc:docMk/>
            <pc:sldMk cId="328123263" sldId="483"/>
            <ac:graphicFrameMk id="4" creationId="{00000000-0000-0000-0000-000000000000}"/>
          </ac:graphicFrameMkLst>
        </pc:graphicFrameChg>
        <pc:graphicFrameChg chg="mod">
          <ac:chgData name="준영 장" userId="0c9b8532fd537bfe" providerId="LiveId" clId="{29432EEA-EC04-421A-90A3-B5595832F797}" dt="2024-03-14T13:46:37.514" v="552" actId="1076"/>
          <ac:graphicFrameMkLst>
            <pc:docMk/>
            <pc:sldMk cId="328123263" sldId="483"/>
            <ac:graphicFrameMk id="5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7:23.542" v="556" actId="1076"/>
        <pc:sldMkLst>
          <pc:docMk/>
          <pc:sldMk cId="1604721528" sldId="48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04721528" sldId="48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7:23.542" v="556" actId="1076"/>
          <ac:spMkLst>
            <pc:docMk/>
            <pc:sldMk cId="1604721528" sldId="484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7:13.733" v="554" actId="1076"/>
          <ac:spMkLst>
            <pc:docMk/>
            <pc:sldMk cId="1604721528" sldId="484"/>
            <ac:spMk id="11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7:38.783" v="557" actId="478"/>
        <pc:sldMkLst>
          <pc:docMk/>
          <pc:sldMk cId="322928739" sldId="48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2928739" sldId="48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7:38.783" v="557" actId="478"/>
          <ac:spMkLst>
            <pc:docMk/>
            <pc:sldMk cId="322928739" sldId="485"/>
            <ac:spMk id="3" creationId="{98289090-565A-522E-9943-75E7996EC283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24.452" v="1393" actId="20577"/>
        <pc:sldMkLst>
          <pc:docMk/>
          <pc:sldMk cId="0" sldId="48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6T10:39:24.452" v="1393" actId="20577"/>
          <ac:spMkLst>
            <pc:docMk/>
            <pc:sldMk cId="0" sldId="48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56524837" sldId="48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2" creationId="{3F8D61AB-BE2B-97FF-FC40-ACB2E8C76099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3" creationId="{69D4ADCF-DDE6-951C-1317-698762D04562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7:59.033" v="558" actId="1076"/>
        <pc:sldMkLst>
          <pc:docMk/>
          <pc:sldMk cId="0" sldId="48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8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7:59.033" v="558" actId="1076"/>
          <ac:graphicFrameMkLst>
            <pc:docMk/>
            <pc:sldMk cId="0" sldId="488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548757022" sldId="48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1.330" v="562" actId="1076"/>
        <pc:sldMkLst>
          <pc:docMk/>
          <pc:sldMk cId="0" sldId="49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34.889" v="561" actId="478"/>
          <ac:spMkLst>
            <pc:docMk/>
            <pc:sldMk cId="0" sldId="490"/>
            <ac:spMk id="3" creationId="{C067E314-7B5C-0BED-D9D0-55E0BEFC309A}"/>
          </ac:spMkLst>
        </pc:spChg>
        <pc:spChg chg="mod">
          <ac:chgData name="준영 장" userId="0c9b8532fd537bfe" providerId="LiveId" clId="{29432EEA-EC04-421A-90A3-B5595832F797}" dt="2024-03-14T13:48:41.330" v="562" actId="1076"/>
          <ac:spMkLst>
            <pc:docMk/>
            <pc:sldMk cId="0" sldId="490"/>
            <ac:spMk id="16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9.888" v="563" actId="478"/>
        <pc:sldMkLst>
          <pc:docMk/>
          <pc:sldMk cId="0" sldId="49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49.888" v="563" actId="478"/>
          <ac:spMkLst>
            <pc:docMk/>
            <pc:sldMk cId="0" sldId="491"/>
            <ac:spMk id="3" creationId="{308E7CE2-A454-D607-1F81-A97DE89228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2.288" v="564" actId="478"/>
        <pc:sldMkLst>
          <pc:docMk/>
          <pc:sldMk cId="0" sldId="4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2.288" v="564" actId="478"/>
          <ac:spMkLst>
            <pc:docMk/>
            <pc:sldMk cId="0" sldId="492"/>
            <ac:spMk id="3" creationId="{0137EC68-84E3-0ECC-82E2-24D45D685704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7.387" v="565" actId="478"/>
        <pc:sldMkLst>
          <pc:docMk/>
          <pc:sldMk cId="3643148115" sldId="49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643148115" sldId="49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7.387" v="565" actId="478"/>
          <ac:spMkLst>
            <pc:docMk/>
            <pc:sldMk cId="3643148115" sldId="493"/>
            <ac:spMk id="3" creationId="{8AC19351-3CC5-9526-A894-7302A260717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15.340" v="566" actId="478"/>
        <pc:sldMkLst>
          <pc:docMk/>
          <pc:sldMk cId="0" sldId="49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15.340" v="566" actId="478"/>
          <ac:spMkLst>
            <pc:docMk/>
            <pc:sldMk cId="0" sldId="494"/>
            <ac:spMk id="3" creationId="{F1B6FB35-A273-EE83-70B9-AF7B9FCB191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20.206" v="567" actId="478"/>
        <pc:sldMkLst>
          <pc:docMk/>
          <pc:sldMk cId="0" sldId="49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20.206" v="567" actId="478"/>
          <ac:spMkLst>
            <pc:docMk/>
            <pc:sldMk cId="0" sldId="495"/>
            <ac:spMk id="3" creationId="{5ECAD585-4A56-5524-6A66-25C343EE708C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56.503" v="1396" actId="20577"/>
        <pc:sldMkLst>
          <pc:docMk/>
          <pc:sldMk cId="3817662580" sldId="496"/>
        </pc:sldMkLst>
        <pc:spChg chg="mod ord">
          <ac:chgData name="준영 장" userId="0c9b8532fd537bfe" providerId="LiveId" clId="{29432EEA-EC04-421A-90A3-B5595832F797}" dt="2024-03-16T10:39:56.503" v="1396" actId="20577"/>
          <ac:spMkLst>
            <pc:docMk/>
            <pc:sldMk cId="3817662580" sldId="496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9:41.298" v="569" actId="14100"/>
          <ac:graphicFrameMkLst>
            <pc:docMk/>
            <pc:sldMk cId="3817662580" sldId="496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9:58.214" v="570" actId="1076"/>
        <pc:sldMkLst>
          <pc:docMk/>
          <pc:sldMk cId="3261123242" sldId="49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61123242" sldId="497"/>
            <ac:spMk id="2" creationId="{570A7107-FBDE-195C-8F83-7CF49A09F1AC}"/>
          </ac:spMkLst>
        </pc:spChg>
        <pc:spChg chg="mod">
          <ac:chgData name="준영 장" userId="0c9b8532fd537bfe" providerId="LiveId" clId="{29432EEA-EC04-421A-90A3-B5595832F797}" dt="2024-03-14T13:49:58.214" v="570" actId="1076"/>
          <ac:spMkLst>
            <pc:docMk/>
            <pc:sldMk cId="3261123242" sldId="497"/>
            <ac:spMk id="3" creationId="{E1BB64B5-4600-2594-8130-F783CBB32A8E}"/>
          </ac:spMkLst>
        </pc:spChg>
        <pc:picChg chg="mod ord">
          <ac:chgData name="준영 장" userId="0c9b8532fd537bfe" providerId="LiveId" clId="{29432EEA-EC04-421A-90A3-B5595832F797}" dt="2024-03-11T12:38:46.104" v="7" actId="700"/>
          <ac:picMkLst>
            <pc:docMk/>
            <pc:sldMk cId="3261123242" sldId="497"/>
            <ac:picMk id="5" creationId="{187C7E41-D4E4-CEA8-95DA-99BE8807B60F}"/>
          </ac:picMkLst>
        </pc:pic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9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8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0:55.680" v="577" actId="1076"/>
        <pc:sldMkLst>
          <pc:docMk/>
          <pc:sldMk cId="0" sldId="49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46.610" v="576" actId="1076"/>
          <ac:spMkLst>
            <pc:docMk/>
            <pc:sldMk cId="0" sldId="49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55.680" v="577" actId="1076"/>
          <ac:spMkLst>
            <pc:docMk/>
            <pc:sldMk cId="0" sldId="499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1:16.191" v="583" actId="1035"/>
        <pc:sldMkLst>
          <pc:docMk/>
          <pc:sldMk cId="0" sldId="50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0"/>
            <ac:spMk id="2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1:06.602" v="578" actId="1076"/>
          <ac:spMkLst>
            <pc:docMk/>
            <pc:sldMk cId="0" sldId="500"/>
            <ac:spMk id="23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1:16.191" v="583" actId="1035"/>
          <ac:graphicFrameMkLst>
            <pc:docMk/>
            <pc:sldMk cId="0" sldId="500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25.034" v="584" actId="1076"/>
        <pc:sldMkLst>
          <pc:docMk/>
          <pc:sldMk cId="3712038957" sldId="50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12038957" sldId="501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9:25.034" v="584" actId="1076"/>
          <ac:graphicFrameMkLst>
            <pc:docMk/>
            <pc:sldMk cId="3712038957" sldId="501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33.063" v="585" actId="1076"/>
        <pc:sldMkLst>
          <pc:docMk/>
          <pc:sldMk cId="0" sldId="50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9:33.063" v="585" actId="1076"/>
          <ac:spMkLst>
            <pc:docMk/>
            <pc:sldMk cId="0" sldId="502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59:44.531" v="586" actId="700"/>
        <pc:sldMkLst>
          <pc:docMk/>
          <pc:sldMk cId="1595753438" sldId="503"/>
        </pc:sldMkLst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2" creationId="{2E7580E7-EEAB-75FA-D31F-6224819E7836}"/>
          </ac:spMkLst>
        </pc:spChg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3" creationId="{6E84B092-A17F-2C3F-FF60-329B09AF8E0D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0.167" v="587" actId="1076"/>
        <pc:sldMkLst>
          <pc:docMk/>
          <pc:sldMk cId="3219696612" sldId="50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19696612" sldId="50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00.167" v="587" actId="1076"/>
          <ac:spMkLst>
            <pc:docMk/>
            <pc:sldMk cId="3219696612" sldId="504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6.502" v="588" actId="1076"/>
        <pc:sldMkLst>
          <pc:docMk/>
          <pc:sldMk cId="1723364011" sldId="505"/>
        </pc:sldMkLst>
        <pc:spChg chg="mod ord">
          <ac:chgData name="준영 장" userId="0c9b8532fd537bfe" providerId="LiveId" clId="{29432EEA-EC04-421A-90A3-B5595832F797}" dt="2024-03-14T14:01:06.502" v="588" actId="1076"/>
          <ac:spMkLst>
            <pc:docMk/>
            <pc:sldMk cId="1723364011" sldId="505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723364011" sldId="505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17.304" v="589" actId="1076"/>
        <pc:sldMkLst>
          <pc:docMk/>
          <pc:sldMk cId="0" sldId="50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17.304" v="589" actId="1076"/>
          <ac:spMkLst>
            <pc:docMk/>
            <pc:sldMk cId="0" sldId="50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35.251" v="592" actId="1076"/>
        <pc:sldMkLst>
          <pc:docMk/>
          <pc:sldMk cId="0" sldId="50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35.251" v="592" actId="1076"/>
          <ac:spMkLst>
            <pc:docMk/>
            <pc:sldMk cId="0" sldId="507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1:29.458" v="591" actId="1076"/>
          <ac:spMkLst>
            <pc:docMk/>
            <pc:sldMk cId="0" sldId="507"/>
            <ac:spMk id="1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45.915" v="593" actId="1076"/>
        <pc:sldMkLst>
          <pc:docMk/>
          <pc:sldMk cId="0" sldId="50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45.915" v="593" actId="1076"/>
          <ac:spMkLst>
            <pc:docMk/>
            <pc:sldMk cId="0" sldId="50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1:52.913" v="595" actId="478"/>
        <pc:sldMkLst>
          <pc:docMk/>
          <pc:sldMk cId="0" sldId="5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1:52.913" v="595" actId="478"/>
          <ac:spMkLst>
            <pc:docMk/>
            <pc:sldMk cId="0" sldId="509"/>
            <ac:spMk id="3" creationId="{269F302F-24EA-318A-C059-B4FE8EA8C5D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1.746" v="597" actId="478"/>
        <pc:sldMkLst>
          <pc:docMk/>
          <pc:sldMk cId="0" sldId="51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1.746" v="597" actId="478"/>
          <ac:spMkLst>
            <pc:docMk/>
            <pc:sldMk cId="0" sldId="510"/>
            <ac:spMk id="3" creationId="{A8755449-AE62-F4FF-AC92-3A45D6924EDF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6.345" v="598" actId="478"/>
        <pc:sldMkLst>
          <pc:docMk/>
          <pc:sldMk cId="0" sldId="51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6.345" v="598" actId="478"/>
          <ac:spMkLst>
            <pc:docMk/>
            <pc:sldMk cId="0" sldId="511"/>
            <ac:spMk id="3" creationId="{E4D956C4-44A3-D84C-C44B-A8BC2978A2C3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1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2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34.447" v="50" actId="1036"/>
        <pc:sldMkLst>
          <pc:docMk/>
          <pc:sldMk cId="0" sldId="51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34.447" v="50" actId="1036"/>
          <ac:spMkLst>
            <pc:docMk/>
            <pc:sldMk cId="0" sldId="513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1:20.719" v="43" actId="1076"/>
          <ac:spMkLst>
            <pc:docMk/>
            <pc:sldMk cId="0" sldId="513"/>
            <ac:spMk id="9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1:06.992" v="41" actId="478"/>
        <pc:sldMkLst>
          <pc:docMk/>
          <pc:sldMk cId="0" sldId="514"/>
        </pc:sldMkLst>
        <pc:spChg chg="add del mod ord">
          <ac:chgData name="준영 장" userId="0c9b8532fd537bfe" providerId="LiveId" clId="{29432EEA-EC04-421A-90A3-B5595832F797}" dt="2024-03-14T13:31:06.992" v="41" actId="478"/>
          <ac:spMkLst>
            <pc:docMk/>
            <pc:sldMk cId="0" sldId="514"/>
            <ac:spMk id="2" creationId="{8902C814-71DA-0D1B-CA1D-B910A85D1C7B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4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02.349" v="40" actId="1076"/>
        <pc:sldMkLst>
          <pc:docMk/>
          <pc:sldMk cId="0" sldId="51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02.349" v="40" actId="1076"/>
          <ac:spMkLst>
            <pc:docMk/>
            <pc:sldMk cId="0" sldId="515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0:53.799" v="39" actId="1076"/>
          <ac:spMkLst>
            <pc:docMk/>
            <pc:sldMk cId="0" sldId="515"/>
            <ac:spMk id="8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40.475" v="35" actId="478"/>
        <pc:sldMkLst>
          <pc:docMk/>
          <pc:sldMk cId="0" sldId="51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6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40.475" v="35" actId="478"/>
          <ac:spMkLst>
            <pc:docMk/>
            <pc:sldMk cId="0" sldId="516"/>
            <ac:spMk id="3" creationId="{FCBA2D73-FADE-7A28-F4AA-DA09A985894A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37.040" v="34" actId="478"/>
        <pc:sldMkLst>
          <pc:docMk/>
          <pc:sldMk cId="0" sldId="51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37.040" v="34" actId="478"/>
          <ac:spMkLst>
            <pc:docMk/>
            <pc:sldMk cId="0" sldId="517"/>
            <ac:spMk id="20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25.253" v="600" actId="478"/>
        <pc:sldMkLst>
          <pc:docMk/>
          <pc:sldMk cId="0" sldId="51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8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25.253" v="600" actId="478"/>
          <ac:spMkLst>
            <pc:docMk/>
            <pc:sldMk cId="0" sldId="518"/>
            <ac:spMk id="3" creationId="{1494AFAF-F890-46ED-3C2F-3CAE1D86BD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37.751" v="601" actId="1076"/>
        <pc:sldMkLst>
          <pc:docMk/>
          <pc:sldMk cId="0" sldId="51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9"/>
            <ac:spMk id="2" creationId="{00000000-0000-0000-0000-000000000000}"/>
          </ac:spMkLst>
        </pc:spChg>
        <pc:spChg chg="del mod ord">
          <ac:chgData name="준영 장" userId="0c9b8532fd537bfe" providerId="LiveId" clId="{29432EEA-EC04-421A-90A3-B5595832F797}" dt="2024-03-11T12:41:01.547" v="26" actId="478"/>
          <ac:spMkLst>
            <pc:docMk/>
            <pc:sldMk cId="0" sldId="51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1T12:40:59.042" v="25" actId="6549"/>
          <ac:spMkLst>
            <pc:docMk/>
            <pc:sldMk cId="0" sldId="519"/>
            <ac:spMk id="14" creationId="{00000000-0000-0000-0000-000000000000}"/>
          </ac:spMkLst>
        </pc:spChg>
        <pc:spChg chg="add del mod">
          <ac:chgData name="준영 장" userId="0c9b8532fd537bfe" providerId="LiveId" clId="{29432EEA-EC04-421A-90A3-B5595832F797}" dt="2024-03-11T12:41:05.545" v="27" actId="478"/>
          <ac:spMkLst>
            <pc:docMk/>
            <pc:sldMk cId="0" sldId="519"/>
            <ac:spMk id="16" creationId="{AFB9C236-E358-19F5-FB5F-64AF20407EA7}"/>
          </ac:spMkLst>
        </pc:spChg>
        <pc:graphicFrameChg chg="mod">
          <ac:chgData name="준영 장" userId="0c9b8532fd537bfe" providerId="LiveId" clId="{29432EEA-EC04-421A-90A3-B5595832F797}" dt="2024-03-14T14:02:37.751" v="601" actId="1076"/>
          <ac:graphicFrameMkLst>
            <pc:docMk/>
            <pc:sldMk cId="0" sldId="519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2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14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28.817" v="19" actId="700"/>
        <pc:sldMkLst>
          <pc:docMk/>
          <pc:sldMk cId="0" sldId="521"/>
        </pc:sldMkLst>
        <pc:spChg chg="add del mod ord">
          <ac:chgData name="준영 장" userId="0c9b8532fd537bfe" providerId="LiveId" clId="{29432EEA-EC04-421A-90A3-B5595832F797}" dt="2024-03-11T12:39:31.475" v="11" actId="478"/>
          <ac:spMkLst>
            <pc:docMk/>
            <pc:sldMk cId="0" sldId="521"/>
            <ac:spMk id="2" creationId="{AB4E152E-E476-D58E-70F7-C0A64A44FA80}"/>
          </ac:spMkLst>
        </pc:spChg>
        <pc:spChg chg="add del mod ord">
          <ac:chgData name="준영 장" userId="0c9b8532fd537bfe" providerId="LiveId" clId="{29432EEA-EC04-421A-90A3-B5595832F797}" dt="2024-03-11T12:39:33.844" v="12" actId="478"/>
          <ac:spMkLst>
            <pc:docMk/>
            <pc:sldMk cId="0" sldId="521"/>
            <ac:spMk id="3" creationId="{061338DD-CACD-3306-8B5E-227F26A3EFB9}"/>
          </ac:spMkLst>
        </pc:spChg>
      </pc:sldChg>
      <pc:sldChg chg="addSp modSp add del mod modClrScheme chgLayout">
        <pc:chgData name="준영 장" userId="0c9b8532fd537bfe" providerId="LiveId" clId="{29432EEA-EC04-421A-90A3-B5595832F797}" dt="2024-03-13T14:26:43.188" v="31" actId="2696"/>
        <pc:sldMkLst>
          <pc:docMk/>
          <pc:sldMk cId="2856857454" sldId="522"/>
        </pc:sldMkLst>
        <pc:spChg chg="add mod">
          <ac:chgData name="준영 장" userId="0c9b8532fd537bfe" providerId="LiveId" clId="{29432EEA-EC04-421A-90A3-B5595832F797}" dt="2024-03-13T14:26:03.800" v="30" actId="571"/>
          <ac:spMkLst>
            <pc:docMk/>
            <pc:sldMk cId="2856857454" sldId="522"/>
            <ac:spMk id="2" creationId="{7FF1A442-3695-D098-D230-BFDEBCFD8B64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4" creationId="{9BD6E537-2AF7-32F3-E647-50E5578B9B87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5" creationId="{0F394D38-3E0F-7B6D-DEC7-6D7943E9C131}"/>
          </ac:spMkLst>
        </pc:spChg>
      </pc:sldChg>
      <pc:sldChg chg="addSp delSp modSp add mod">
        <pc:chgData name="준영 장" userId="0c9b8532fd537bfe" providerId="LiveId" clId="{29432EEA-EC04-421A-90A3-B5595832F797}" dt="2024-03-14T14:16:39.276" v="1219" actId="14100"/>
        <pc:sldMkLst>
          <pc:docMk/>
          <pc:sldMk cId="4265567508" sldId="522"/>
        </pc:sldMkLst>
        <pc:spChg chg="mod">
          <ac:chgData name="준영 장" userId="0c9b8532fd537bfe" providerId="LiveId" clId="{29432EEA-EC04-421A-90A3-B5595832F797}" dt="2024-03-14T14:16:27.384" v="1218" actId="20577"/>
          <ac:spMkLst>
            <pc:docMk/>
            <pc:sldMk cId="4265567508" sldId="5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9.270" v="982" actId="1076"/>
          <ac:spMkLst>
            <pc:docMk/>
            <pc:sldMk cId="4265567508" sldId="522"/>
            <ac:spMk id="6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3.445" v="981" actId="1076"/>
          <ac:spMkLst>
            <pc:docMk/>
            <pc:sldMk cId="4265567508" sldId="522"/>
            <ac:spMk id="9" creationId="{00000000-0000-0000-0000-000000000000}"/>
          </ac:spMkLst>
        </pc:spChg>
        <pc:spChg chg="add mod">
          <ac:chgData name="준영 장" userId="0c9b8532fd537bfe" providerId="LiveId" clId="{29432EEA-EC04-421A-90A3-B5595832F797}" dt="2024-03-14T14:16:15.404" v="1216" actId="20577"/>
          <ac:spMkLst>
            <pc:docMk/>
            <pc:sldMk cId="4265567508" sldId="522"/>
            <ac:spMk id="10" creationId="{CE9BD792-37CF-3FD1-85A3-72BEF59A22AA}"/>
          </ac:spMkLst>
        </pc:spChg>
        <pc:spChg chg="del">
          <ac:chgData name="준영 장" userId="0c9b8532fd537bfe" providerId="LiveId" clId="{29432EEA-EC04-421A-90A3-B5595832F797}" dt="2024-03-14T14:15:41.689" v="1193" actId="478"/>
          <ac:spMkLst>
            <pc:docMk/>
            <pc:sldMk cId="4265567508" sldId="522"/>
            <ac:spMk id="11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4:38.878" v="636" actId="20577"/>
          <ac:spMkLst>
            <pc:docMk/>
            <pc:sldMk cId="4265567508" sldId="522"/>
            <ac:spMk id="14" creationId="{00000000-0000-0000-0000-000000000000}"/>
          </ac:spMkLst>
        </pc:spChg>
        <pc:graphicFrameChg chg="mod modGraphic">
          <ac:chgData name="준영 장" userId="0c9b8532fd537bfe" providerId="LiveId" clId="{29432EEA-EC04-421A-90A3-B5595832F797}" dt="2024-03-14T14:16:39.276" v="1219" actId="14100"/>
          <ac:graphicFrameMkLst>
            <pc:docMk/>
            <pc:sldMk cId="4265567508" sldId="522"/>
            <ac:graphicFrameMk id="4" creationId="{00000000-0000-0000-0000-000000000000}"/>
          </ac:graphicFrameMkLst>
        </pc:graphicFrameChg>
        <pc:graphicFrameChg chg="add mod modGraphic">
          <ac:chgData name="준영 장" userId="0c9b8532fd537bfe" providerId="LiveId" clId="{29432EEA-EC04-421A-90A3-B5595832F797}" dt="2024-03-14T14:15:58.700" v="1201" actId="20577"/>
          <ac:graphicFrameMkLst>
            <pc:docMk/>
            <pc:sldMk cId="4265567508" sldId="522"/>
            <ac:graphicFrameMk id="5" creationId="{369A95BF-4B34-1588-0E19-1F91FFA8CBE9}"/>
          </ac:graphicFrameMkLst>
        </pc:graphicFrameChg>
        <pc:graphicFrameChg chg="mod">
          <ac:chgData name="준영 장" userId="0c9b8532fd537bfe" providerId="LiveId" clId="{29432EEA-EC04-421A-90A3-B5595832F797}" dt="2024-03-14T14:14:32.236" v="983" actId="1076"/>
          <ac:graphicFrameMkLst>
            <pc:docMk/>
            <pc:sldMk cId="4265567508" sldId="522"/>
            <ac:graphicFrameMk id="12" creationId="{00000000-0000-0000-0000-000000000000}"/>
          </ac:graphicFrameMkLst>
        </pc:graphicFrameChg>
        <pc:graphicFrameChg chg="del">
          <ac:chgData name="준영 장" userId="0c9b8532fd537bfe" providerId="LiveId" clId="{29432EEA-EC04-421A-90A3-B5595832F797}" dt="2024-03-14T14:13:03.239" v="935" actId="478"/>
          <ac:graphicFrameMkLst>
            <pc:docMk/>
            <pc:sldMk cId="4265567508" sldId="522"/>
            <ac:graphicFrameMk id="13" creationId="{00000000-0000-0000-0000-000000000000}"/>
          </ac:graphicFrameMkLst>
        </pc:graphicFrameChg>
      </pc:sldChg>
      <pc:sldChg chg="addSp delSp modSp new mod modClrScheme chgLayout">
        <pc:chgData name="준영 장" userId="0c9b8532fd537bfe" providerId="LiveId" clId="{29432EEA-EC04-421A-90A3-B5595832F797}" dt="2024-03-17T05:09:16.389" v="1423"/>
        <pc:sldMkLst>
          <pc:docMk/>
          <pc:sldMk cId="1838954282" sldId="523"/>
        </pc:sldMkLst>
        <pc:spChg chg="del mod ord">
          <ac:chgData name="준영 장" userId="0c9b8532fd537bfe" providerId="LiveId" clId="{29432EEA-EC04-421A-90A3-B5595832F797}" dt="2024-03-17T05:09:02.790" v="1399" actId="700"/>
          <ac:spMkLst>
            <pc:docMk/>
            <pc:sldMk cId="1838954282" sldId="523"/>
            <ac:spMk id="2" creationId="{DAF923DB-B98E-5776-35F9-FA8E225E22DC}"/>
          </ac:spMkLst>
        </pc:spChg>
        <pc:spChg chg="add mod ord">
          <ac:chgData name="준영 장" userId="0c9b8532fd537bfe" providerId="LiveId" clId="{29432EEA-EC04-421A-90A3-B5595832F797}" dt="2024-03-17T05:09:11.621" v="1422" actId="20577"/>
          <ac:spMkLst>
            <pc:docMk/>
            <pc:sldMk cId="1838954282" sldId="523"/>
            <ac:spMk id="3" creationId="{9D7DE31A-9BF9-8891-50D3-7D6A11E34573}"/>
          </ac:spMkLst>
        </pc:spChg>
        <pc:spChg chg="add mod ord">
          <ac:chgData name="준영 장" userId="0c9b8532fd537bfe" providerId="LiveId" clId="{29432EEA-EC04-421A-90A3-B5595832F797}" dt="2024-03-17T05:09:16.389" v="1423"/>
          <ac:spMkLst>
            <pc:docMk/>
            <pc:sldMk cId="1838954282" sldId="523"/>
            <ac:spMk id="4" creationId="{73321C09-FE73-8511-8AA1-19218F99ABEF}"/>
          </ac:spMkLst>
        </pc:spChg>
      </pc:sldChg>
      <pc:sldMasterChg chg="modSldLayout">
        <pc:chgData name="준영 장" userId="0c9b8532fd537bfe" providerId="LiveId" clId="{29432EEA-EC04-421A-90A3-B5595832F797}" dt="2024-03-11T12:40:23.626" v="18" actId="478"/>
        <pc:sldMasterMkLst>
          <pc:docMk/>
          <pc:sldMasterMk cId="0" sldId="2147483648"/>
        </pc:sldMasterMkLst>
        <pc:sldLayoutChg chg="delSp mod">
          <pc:chgData name="준영 장" userId="0c9b8532fd537bfe" providerId="LiveId" clId="{29432EEA-EC04-421A-90A3-B5595832F797}" dt="2024-03-11T12:40:23.626" v="18" actId="478"/>
          <pc:sldLayoutMkLst>
            <pc:docMk/>
            <pc:sldMasterMk cId="0" sldId="2147483648"/>
            <pc:sldLayoutMk cId="1968474546" sldId="2147483702"/>
          </pc:sldLayoutMkLst>
          <pc:spChg chg="del">
            <ac:chgData name="준영 장" userId="0c9b8532fd537bfe" providerId="LiveId" clId="{29432EEA-EC04-421A-90A3-B5595832F797}" dt="2024-03-11T12:40:17.181" v="13" actId="478"/>
            <ac:spMkLst>
              <pc:docMk/>
              <pc:sldMasterMk cId="0" sldId="2147483648"/>
              <pc:sldLayoutMk cId="1968474546" sldId="2147483702"/>
              <ac:spMk id="2" creationId="{00000000-0000-0000-0000-000000000000}"/>
            </ac:spMkLst>
          </pc:spChg>
          <pc:spChg chg="del">
            <ac:chgData name="준영 장" userId="0c9b8532fd537bfe" providerId="LiveId" clId="{29432EEA-EC04-421A-90A3-B5595832F797}" dt="2024-03-11T12:40:19.164" v="14" actId="478"/>
            <ac:spMkLst>
              <pc:docMk/>
              <pc:sldMasterMk cId="0" sldId="2147483648"/>
              <pc:sldLayoutMk cId="1968474546" sldId="2147483702"/>
              <ac:spMk id="3" creationId="{00000000-0000-0000-0000-000000000000}"/>
            </ac:spMkLst>
          </pc:spChg>
          <pc:cxnChg chg="del">
            <ac:chgData name="준영 장" userId="0c9b8532fd537bfe" providerId="LiveId" clId="{29432EEA-EC04-421A-90A3-B5595832F797}" dt="2024-03-11T12:40:22.619" v="17" actId="478"/>
            <ac:cxnSpMkLst>
              <pc:docMk/>
              <pc:sldMasterMk cId="0" sldId="2147483648"/>
              <pc:sldLayoutMk cId="1968474546" sldId="2147483702"/>
              <ac:cxnSpMk id="9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0.497" v="15" actId="478"/>
            <ac:cxnSpMkLst>
              <pc:docMk/>
              <pc:sldMasterMk cId="0" sldId="2147483648"/>
              <pc:sldLayoutMk cId="1968474546" sldId="2147483702"/>
              <ac:cxnSpMk id="71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1.604" v="16" actId="478"/>
            <ac:cxnSpMkLst>
              <pc:docMk/>
              <pc:sldMasterMk cId="0" sldId="2147483648"/>
              <pc:sldLayoutMk cId="1968474546" sldId="2147483702"/>
              <ac:cxnSpMk id="77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3.626" v="18" actId="478"/>
            <ac:cxnSpMkLst>
              <pc:docMk/>
              <pc:sldMasterMk cId="0" sldId="2147483648"/>
              <pc:sldLayoutMk cId="1968474546" sldId="2147483702"/>
              <ac:cxnSpMk id="83" creationId="{00000000-0000-0000-0000-000000000000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93ABFD7-1F7E-8278-7C66-98A20686C0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9971DD-3383-25EC-4F9D-D63678010E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DB48D-666D-46E3-A22E-4FA5894AFF26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A160F8-1144-1A8B-8729-C838B5F290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F8BEE-CB48-86C0-8F99-983C6A5545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C497D-F26E-4A81-B2E5-6B4AA3B1E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41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0BF48182-79EE-4B02-9AA5-EF29C5299923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시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49611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2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176400" y="93663"/>
            <a:ext cx="5580176" cy="523220"/>
            <a:chOff x="6752029" y="188640"/>
            <a:chExt cx="5582416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3997604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              데이터베이스 </a:t>
              </a:r>
              <a:endParaRPr kumimoji="1" lang="en-US" altLang="ko-KR" sz="2800" b="1" kern="1200" spc="-300" dirty="0">
                <a:solidFill>
                  <a:srgbClr val="393939"/>
                </a:solidFill>
                <a:latin typeface="맑은 고딕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12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7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47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1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96242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08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735199" y="93663"/>
            <a:ext cx="4180200" cy="523220"/>
            <a:chOff x="7311053" y="188640"/>
            <a:chExt cx="4181878" cy="521913"/>
          </a:xfrm>
        </p:grpSpPr>
        <p:sp>
          <p:nvSpPr>
            <p:cNvPr id="4" name="직사각형 3"/>
            <p:cNvSpPr/>
            <p:nvPr/>
          </p:nvSpPr>
          <p:spPr>
            <a:xfrm>
              <a:off x="8875681" y="188640"/>
              <a:ext cx="2617250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r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관계 데이터 모델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7311053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3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3490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04800" indent="-304800" latinLnBrk="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 latinLnBrk="0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 latinLnBrk="0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 latinLnBrk="0">
              <a:spcAft>
                <a:spcPts val="300"/>
              </a:spcAft>
              <a:buSzPct val="96000"/>
              <a:defRPr sz="1100"/>
            </a:lvl4pPr>
            <a:lvl5pPr marL="990600" indent="-180975" latinLnBrk="0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67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336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14479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476672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557553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66A0-2AE7-4B19-A950-A0FD511D633B}" type="datetimeFigureOut">
              <a:rPr lang="ko-KR" altLang="en-US" smtClean="0"/>
              <a:pPr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EC33-216F-4668-8D23-4C3F17784E0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8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2026-04-23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3" r:id="rId3"/>
    <p:sldLayoutId id="2147483692" r:id="rId4"/>
    <p:sldLayoutId id="2147483702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7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2026-04-23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129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localhost/" TargetMode="Externa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://localhost/" TargetMode="Externa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://localhost/" TargetMode="Externa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://remotehost/phpblock.php" TargetMode="Externa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 bwMode="auto">
          <a:xfrm>
            <a:off x="156810" y="3573016"/>
            <a:ext cx="6143382" cy="190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/>
            </a:r>
            <a:br>
              <a:rPr kumimoji="0" lang="en-US" altLang="ko-KR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</a:br>
            <a:r>
              <a:rPr lang="ko-KR" altLang="en-US" sz="4600" b="1">
                <a:solidFill>
                  <a:prstClr val="black">
                    <a:lumMod val="85000"/>
                    <a:lumOff val="15000"/>
                  </a:prstClr>
                </a:solidFill>
                <a:latin typeface="맑은 고딕"/>
                <a:ea typeface="맑은 고딕" panose="020B0503020000020004" pitchFamily="50" charset="-127"/>
              </a:rPr>
              <a:t>데이터베이스실습</a:t>
            </a:r>
            <a:endParaRPr kumimoji="1" lang="ko-KR" altLang="en-US" sz="4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611560" y="1871768"/>
            <a:ext cx="6522940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데이터베이스 프로그래밍의 개념</a:t>
            </a:r>
          </a:p>
        </p:txBody>
      </p:sp>
    </p:spTree>
    <p:extLst>
      <p:ext uri="{BB962C8B-B14F-4D97-AF65-F5344CB8AC3E}">
        <p14:creationId xmlns:p14="http://schemas.microsoft.com/office/powerpoint/2010/main" val="2214316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프로그래밍의 개념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496944" cy="547260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>
              <a:buChar char="v"/>
            </a:pPr>
            <a:r>
              <a:rPr lang="ko-KR" altLang="en-US" sz="2000" dirty="0">
                <a:solidFill>
                  <a:schemeClr val="tx2"/>
                </a:solidFill>
              </a:rPr>
              <a:t>프로그래밍이란</a:t>
            </a:r>
            <a:r>
              <a:rPr lang="en-US" altLang="ko-KR" sz="2000" dirty="0">
                <a:solidFill>
                  <a:schemeClr val="tx2"/>
                </a:solidFill>
              </a:rPr>
              <a:t>?</a:t>
            </a:r>
          </a:p>
          <a:p>
            <a:pPr lvl="1"/>
            <a:r>
              <a:rPr lang="ko-KR" altLang="en-US" sz="1400" dirty="0"/>
              <a:t>프로그램을 설계하고 소스코드를 작성하여 디버깅하는 과정</a:t>
            </a:r>
            <a:endParaRPr lang="en-US" altLang="ko-KR" sz="1400" dirty="0"/>
          </a:p>
          <a:p>
            <a:pPr lvl="1"/>
            <a:endParaRPr lang="en-US" altLang="ko-KR" dirty="0"/>
          </a:p>
          <a:p>
            <a:pPr latinLnBrk="0">
              <a:buChar char="v"/>
            </a:pPr>
            <a:r>
              <a:rPr lang="ko-KR" altLang="en-US" sz="2000" dirty="0">
                <a:solidFill>
                  <a:schemeClr val="tx2"/>
                </a:solidFill>
              </a:rPr>
              <a:t>데이터베이스 프로그래밍이란</a:t>
            </a:r>
            <a:r>
              <a:rPr lang="en-US" altLang="ko-KR" sz="2000" dirty="0">
                <a:solidFill>
                  <a:schemeClr val="tx2"/>
                </a:solidFill>
              </a:rPr>
              <a:t>?</a:t>
            </a:r>
          </a:p>
          <a:p>
            <a:pPr lvl="1"/>
            <a:r>
              <a:rPr lang="en-US" altLang="ko-KR" sz="1400" dirty="0"/>
              <a:t>DBMS</a:t>
            </a:r>
            <a:r>
              <a:rPr lang="ko-KR" altLang="en-US" sz="1400" dirty="0"/>
              <a:t>에 데이터를 정의하고 저장된 데이터를 읽어와 데이터를 변경하는 프로그램을 작성하는 과정</a:t>
            </a:r>
            <a:endParaRPr lang="en-US" altLang="ko-KR" sz="1400" dirty="0"/>
          </a:p>
          <a:p>
            <a:pPr lvl="1"/>
            <a:r>
              <a:rPr lang="ko-KR" altLang="en-US" sz="1400" dirty="0"/>
              <a:t>일반 프로그래밍과는 데이터베이스 언어인 </a:t>
            </a:r>
            <a:r>
              <a:rPr lang="en-US" altLang="ko-KR" sz="1400" dirty="0"/>
              <a:t>SQL</a:t>
            </a:r>
            <a:r>
              <a:rPr lang="ko-KR" altLang="en-US" sz="1400" dirty="0"/>
              <a:t>을 포함한다는 점이 다름</a:t>
            </a:r>
            <a:endParaRPr lang="en-US" altLang="ko-KR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1043608" y="6381328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5-1 </a:t>
            </a:r>
            <a:r>
              <a:rPr lang="ko-KR" altLang="en-US" sz="1400" b="1" dirty="0">
                <a:ea typeface="맑은 고딕" panose="020B0503020000020004" pitchFamily="50" charset="-127"/>
              </a:rPr>
              <a:t>데이터베이스 프로그래밍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3573016"/>
            <a:ext cx="6540823" cy="273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674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프로그래밍의 개념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2000" dirty="0">
                <a:solidFill>
                  <a:schemeClr val="tx2"/>
                </a:solidFill>
              </a:rPr>
              <a:t>데이터베이스 프로그래밍 방법</a:t>
            </a:r>
            <a:endParaRPr lang="en-US" altLang="ko-KR" sz="2000" dirty="0">
              <a:solidFill>
                <a:schemeClr val="tx2"/>
              </a:solidFill>
            </a:endParaRPr>
          </a:p>
          <a:p>
            <a:pPr algn="just"/>
            <a:endParaRPr lang="en-US" altLang="ko-KR" sz="800" dirty="0"/>
          </a:p>
          <a:p>
            <a:pPr algn="just">
              <a:buNone/>
            </a:pPr>
            <a:r>
              <a:rPr lang="en-US" altLang="ko-KR" sz="1400" dirty="0">
                <a:sym typeface="Wingdings"/>
              </a:rPr>
              <a:t>	</a:t>
            </a:r>
            <a:r>
              <a:rPr lang="en-US" altLang="ko-KR" sz="1400" b="0" dirty="0">
                <a:sym typeface="Wingdings"/>
              </a:rPr>
              <a:t> </a:t>
            </a:r>
            <a:r>
              <a:rPr lang="en-US" altLang="ko-KR" sz="1400" dirty="0"/>
              <a:t>SQL </a:t>
            </a:r>
            <a:r>
              <a:rPr lang="ko-KR" altLang="en-US" sz="1400" dirty="0"/>
              <a:t>전용 언어를 사용하는 방법</a:t>
            </a:r>
            <a:endParaRPr lang="en-US" altLang="ko-KR" sz="1400" dirty="0"/>
          </a:p>
          <a:p>
            <a:pPr marL="628650" indent="-628650" algn="just">
              <a:buNone/>
            </a:pPr>
            <a:r>
              <a:rPr lang="en-US" altLang="ko-KR" sz="1400" dirty="0"/>
              <a:t>         </a:t>
            </a:r>
            <a:r>
              <a:rPr lang="en-US" altLang="ko-KR" sz="1200" b="0" dirty="0"/>
              <a:t>SQL </a:t>
            </a:r>
            <a:r>
              <a:rPr lang="ko-KR" altLang="en-US" sz="1200" b="0" dirty="0"/>
              <a:t>자체의 기능을 확장하여 변수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제어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입출력 등의 기능을 추가한 새로운 언어를 사용하는 방법</a:t>
            </a:r>
            <a:r>
              <a:rPr lang="en-US" altLang="ko-KR" sz="1200" b="0" dirty="0"/>
              <a:t>. </a:t>
            </a:r>
          </a:p>
          <a:p>
            <a:pPr marL="628650" indent="-628650" algn="just">
              <a:buNone/>
            </a:pPr>
            <a:r>
              <a:rPr lang="en-US" altLang="ko-KR" sz="1200" b="0" dirty="0"/>
              <a:t>          </a:t>
            </a:r>
            <a:r>
              <a:rPr lang="ko-KR" altLang="en-US" sz="1200" b="0" dirty="0" err="1"/>
              <a:t>오라클은은</a:t>
            </a:r>
            <a:r>
              <a:rPr lang="ko-KR" altLang="en-US" sz="1200" b="0" dirty="0"/>
              <a:t> 저장 프로그램</a:t>
            </a:r>
            <a:r>
              <a:rPr lang="en-US" altLang="ko-KR" sz="1200" b="0" dirty="0"/>
              <a:t> </a:t>
            </a:r>
            <a:r>
              <a:rPr lang="ko-KR" altLang="en-US" sz="1200" b="0" dirty="0"/>
              <a:t>언어를 사용하며</a:t>
            </a:r>
            <a:r>
              <a:rPr lang="en-US" altLang="ko-KR" sz="1200" b="0" dirty="0"/>
              <a:t>, SQL Server</a:t>
            </a:r>
            <a:r>
              <a:rPr lang="ko-KR" altLang="en-US" sz="1200" b="0" dirty="0"/>
              <a:t>는 </a:t>
            </a:r>
            <a:r>
              <a:rPr lang="en-US" altLang="ko-KR" sz="1200" b="0" dirty="0"/>
              <a:t>T-SQL</a:t>
            </a:r>
            <a:r>
              <a:rPr lang="ko-KR" altLang="en-US" sz="1200" b="0" dirty="0"/>
              <a:t>이라는 언어를 사용함</a:t>
            </a:r>
            <a:r>
              <a:rPr lang="en-US" altLang="ko-KR" sz="1200" b="0" dirty="0"/>
              <a:t>.</a:t>
            </a:r>
          </a:p>
          <a:p>
            <a:pPr marL="628650" indent="-628650" algn="just">
              <a:buNone/>
            </a:pPr>
            <a:endParaRPr lang="en-US" altLang="ko-KR" sz="800" b="0" dirty="0"/>
          </a:p>
          <a:p>
            <a:pPr algn="just">
              <a:buNone/>
            </a:pPr>
            <a:r>
              <a:rPr lang="en-US" altLang="ko-KR" sz="1400" dirty="0">
                <a:sym typeface="Wingdings"/>
              </a:rPr>
              <a:t>	</a:t>
            </a:r>
            <a:r>
              <a:rPr lang="ko-KR" altLang="en-US" sz="1400" dirty="0">
                <a:sym typeface="Wingdings"/>
              </a:rPr>
              <a:t> </a:t>
            </a:r>
            <a:r>
              <a:rPr lang="ko-KR" altLang="en-US" sz="1400" dirty="0"/>
              <a:t>일반 프로그래밍 언어에 </a:t>
            </a:r>
            <a:r>
              <a:rPr lang="en-US" altLang="ko-KR" sz="1400" dirty="0"/>
              <a:t>SQL</a:t>
            </a:r>
            <a:r>
              <a:rPr lang="ko-KR" altLang="en-US" sz="1400" dirty="0"/>
              <a:t>을 삽입하여 사용하는 방법</a:t>
            </a:r>
            <a:endParaRPr lang="en-US" altLang="ko-KR" sz="1400" dirty="0"/>
          </a:p>
          <a:p>
            <a:pPr marL="542925" indent="-542925" algn="just">
              <a:buNone/>
            </a:pPr>
            <a:r>
              <a:rPr lang="en-US" altLang="ko-KR" sz="1400" dirty="0"/>
              <a:t>	</a:t>
            </a:r>
            <a:r>
              <a:rPr lang="ko-KR" altLang="en-US" sz="1200" b="0" dirty="0"/>
              <a:t>자바</a:t>
            </a:r>
            <a:r>
              <a:rPr lang="en-US" altLang="ko-KR" sz="1200" b="0" dirty="0"/>
              <a:t>, C, C++ </a:t>
            </a:r>
            <a:r>
              <a:rPr lang="ko-KR" altLang="en-US" sz="1200" b="0" dirty="0"/>
              <a:t>등 일반 프로그래밍 언어에 </a:t>
            </a:r>
            <a:r>
              <a:rPr lang="en-US" altLang="ko-KR" sz="1200" b="0" dirty="0"/>
              <a:t>SQL </a:t>
            </a:r>
            <a:r>
              <a:rPr lang="ko-KR" altLang="en-US" sz="1200" b="0" dirty="0"/>
              <a:t>삽입하여 사용하는 방법</a:t>
            </a:r>
            <a:r>
              <a:rPr lang="en-US" altLang="ko-KR" sz="1200" b="0" dirty="0"/>
              <a:t>. </a:t>
            </a:r>
          </a:p>
          <a:p>
            <a:pPr marL="542925" indent="-542925" algn="just">
              <a:buNone/>
            </a:pPr>
            <a:r>
              <a:rPr lang="en-US" altLang="ko-KR" sz="1200" b="0" dirty="0"/>
              <a:t>          </a:t>
            </a:r>
            <a:r>
              <a:rPr lang="ko-KR" altLang="en-US" sz="1200" b="0" dirty="0"/>
              <a:t>일반 프로그래밍 언어로 작성된 응용 프로그램에서 데이터베이스에 저장된 데이터를 관리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검색함</a:t>
            </a:r>
            <a:r>
              <a:rPr lang="en-US" altLang="ko-KR" sz="1200" b="0" dirty="0"/>
              <a:t>.</a:t>
            </a:r>
          </a:p>
          <a:p>
            <a:pPr marL="542925" indent="-542925" algn="just">
              <a:buNone/>
            </a:pPr>
            <a:r>
              <a:rPr lang="en-US" altLang="ko-KR" sz="1200" b="0" dirty="0"/>
              <a:t>          </a:t>
            </a:r>
            <a:r>
              <a:rPr lang="ko-KR" altLang="en-US" sz="1200" b="0" dirty="0"/>
              <a:t>삽입된 </a:t>
            </a:r>
            <a:r>
              <a:rPr lang="en-US" altLang="ko-KR" sz="1200" b="0" dirty="0"/>
              <a:t>SQL</a:t>
            </a:r>
            <a:r>
              <a:rPr lang="ko-KR" altLang="en-US" sz="1200" b="0" dirty="0"/>
              <a:t>문은 </a:t>
            </a:r>
            <a:r>
              <a:rPr lang="en-US" altLang="ko-KR" sz="1200" b="0" dirty="0"/>
              <a:t>DBMS</a:t>
            </a:r>
            <a:r>
              <a:rPr lang="ko-KR" altLang="en-US" sz="1200" b="0" dirty="0"/>
              <a:t>의 컴파일러가 처리함</a:t>
            </a:r>
            <a:r>
              <a:rPr lang="en-US" altLang="ko-KR" sz="1200" b="0" dirty="0"/>
              <a:t>.</a:t>
            </a:r>
          </a:p>
          <a:p>
            <a:pPr marL="542925" indent="-542925" algn="just">
              <a:buNone/>
            </a:pPr>
            <a:endParaRPr lang="en-US" altLang="ko-KR" sz="800" b="0" dirty="0"/>
          </a:p>
          <a:p>
            <a:pPr algn="just">
              <a:buNone/>
            </a:pPr>
            <a:r>
              <a:rPr lang="en-US" altLang="ko-KR" sz="1400" dirty="0">
                <a:sym typeface="Wingdings"/>
              </a:rPr>
              <a:t>	</a:t>
            </a:r>
            <a:r>
              <a:rPr lang="ko-KR" altLang="en-US" sz="1400" dirty="0">
                <a:sym typeface="Wingdings"/>
              </a:rPr>
              <a:t> </a:t>
            </a:r>
            <a:r>
              <a:rPr lang="ko-KR" altLang="en-US" sz="1400" dirty="0"/>
              <a:t>웹 프로그래밍 언어에 </a:t>
            </a:r>
            <a:r>
              <a:rPr lang="en-US" altLang="ko-KR" sz="1400" dirty="0"/>
              <a:t>SQL</a:t>
            </a:r>
            <a:r>
              <a:rPr lang="ko-KR" altLang="en-US" sz="1400" dirty="0"/>
              <a:t>을 삽입하여 사용하는 방법</a:t>
            </a:r>
            <a:endParaRPr lang="en-US" altLang="ko-KR" sz="1400" dirty="0"/>
          </a:p>
          <a:p>
            <a:pPr marL="542925" indent="-542925" algn="just">
              <a:buNone/>
            </a:pPr>
            <a:r>
              <a:rPr lang="en-US" altLang="ko-KR" sz="1400" dirty="0"/>
              <a:t>	</a:t>
            </a:r>
            <a:r>
              <a:rPr lang="ko-KR" altLang="en-US" sz="1200" b="0" dirty="0"/>
              <a:t>호스트 언어가 </a:t>
            </a:r>
            <a:r>
              <a:rPr lang="en-US" altLang="ko-KR" sz="1200" b="0" dirty="0"/>
              <a:t>JSP, ASP, PHP </a:t>
            </a:r>
            <a:r>
              <a:rPr lang="ko-KR" altLang="en-US" sz="1200" b="0" dirty="0"/>
              <a:t>등 웹 스크립트 언어인 경우다</a:t>
            </a:r>
            <a:r>
              <a:rPr lang="en-US" altLang="ko-KR" sz="1200" b="0" dirty="0"/>
              <a:t>.</a:t>
            </a:r>
          </a:p>
          <a:p>
            <a:pPr algn="just">
              <a:buNone/>
            </a:pPr>
            <a:endParaRPr lang="en-US" altLang="ko-KR" sz="800" b="0" dirty="0"/>
          </a:p>
          <a:p>
            <a:pPr algn="just">
              <a:buNone/>
            </a:pPr>
            <a:r>
              <a:rPr lang="en-US" altLang="ko-KR" sz="1400" dirty="0">
                <a:sym typeface="Wingdings"/>
              </a:rPr>
              <a:t>	 </a:t>
            </a:r>
            <a:r>
              <a:rPr lang="en-US" altLang="ko-KR" sz="1400" dirty="0"/>
              <a:t>4GL(4th Generation Language)</a:t>
            </a:r>
          </a:p>
          <a:p>
            <a:pPr marL="542925" indent="-542925" algn="just">
              <a:buNone/>
            </a:pPr>
            <a:r>
              <a:rPr lang="en-US" altLang="ko-KR" sz="1400" dirty="0"/>
              <a:t>	</a:t>
            </a:r>
            <a:r>
              <a:rPr lang="ko-KR" altLang="en-US" sz="1200" b="0" dirty="0"/>
              <a:t>데이터베이스 관리 기능과 </a:t>
            </a:r>
            <a:r>
              <a:rPr lang="ko-KR" altLang="en-US" sz="1200" b="0" dirty="0" err="1"/>
              <a:t>비주얼</a:t>
            </a:r>
            <a:r>
              <a:rPr lang="ko-KR" altLang="en-US" sz="1200" b="0" dirty="0"/>
              <a:t> 프로그래밍 기능을 갖춘 ‘</a:t>
            </a:r>
            <a:r>
              <a:rPr lang="en-US" altLang="ko-KR" sz="1200" b="0" dirty="0"/>
              <a:t>GUI </a:t>
            </a:r>
            <a:r>
              <a:rPr lang="ko-KR" altLang="en-US" sz="1200" b="0" dirty="0"/>
              <a:t>기반 소프트웨어 개발 도구’를 사용하여 프로그래밍하는 방법</a:t>
            </a:r>
            <a:r>
              <a:rPr lang="en-US" altLang="ko-KR" sz="1200" b="0" dirty="0"/>
              <a:t>. Delphi, Power Builder, Visual Basic </a:t>
            </a:r>
            <a:r>
              <a:rPr lang="ko-KR" altLang="en-US" sz="1200" b="0" dirty="0"/>
              <a:t>등이 있음</a:t>
            </a:r>
            <a:r>
              <a:rPr lang="en-US" altLang="ko-KR" sz="1200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3025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프로그래밍의 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6312" y="6388791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5-2 </a:t>
            </a:r>
            <a:r>
              <a:rPr lang="en-US" altLang="ko-KR" sz="1400" b="1" dirty="0">
                <a:ea typeface="맑은 고딕" panose="020B0503020000020004" pitchFamily="50" charset="-127"/>
              </a:rPr>
              <a:t>DBMS  </a:t>
            </a:r>
            <a:r>
              <a:rPr lang="ko-KR" altLang="en-US" sz="1400" b="1" dirty="0">
                <a:ea typeface="맑은 고딕" panose="020B0503020000020004" pitchFamily="50" charset="-127"/>
              </a:rPr>
              <a:t>플랫폼과 데이터베이스 프로그래밍의 유형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251543"/>
            <a:ext cx="7488832" cy="512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062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프로그래밍의 개념</a:t>
            </a:r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539951" y="1700808"/>
          <a:ext cx="8064497" cy="32072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0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0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0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520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91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특징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Access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SQL Server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Oracle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MySQL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DB2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SQLite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마이크로 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소프트사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마이크로 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소프트사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오라클사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오라클사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IBM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사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리처드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힙</a:t>
                      </a:r>
                      <a:endParaRPr lang="ko-KR" altLang="en-US" sz="1200" kern="1200" baseline="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오픈소스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운영체제 기반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윈도우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윈도우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리눅스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윈도우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유닉스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리눅스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윈도우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유닉스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리눅스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유닉스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모바일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OS</a:t>
                      </a:r>
                    </a:p>
                    <a:p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안드로이드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en-US" altLang="ko-KR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iOS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등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용도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개인용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DBMS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윈도우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기반</a:t>
                      </a:r>
                      <a:endParaRPr lang="en-US" altLang="ko-KR" sz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기업용 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DBMS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대용량 데이터베이스를 위한 응용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소용량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데이터베이스를 위한 응용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대용량 데이터베이스를 위한 응용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모바일</a:t>
                      </a: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전용</a:t>
                      </a:r>
                    </a:p>
                    <a:p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데이터베이스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9552" y="141277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5-1 </a:t>
            </a:r>
            <a:r>
              <a:rPr lang="en-US" altLang="ko-KR" sz="1400" b="1" dirty="0">
                <a:ea typeface="맑은 고딕" panose="020B0503020000020004" pitchFamily="50" charset="-127"/>
              </a:rPr>
              <a:t>DBMS</a:t>
            </a:r>
            <a:r>
              <a:rPr lang="ko-KR" altLang="en-US" sz="1400" b="1" dirty="0">
                <a:ea typeface="맑은 고딕" panose="020B0503020000020004" pitchFamily="50" charset="-127"/>
              </a:rPr>
              <a:t>의 종류와 특징</a:t>
            </a:r>
          </a:p>
        </p:txBody>
      </p:sp>
    </p:spTree>
    <p:extLst>
      <p:ext uri="{BB962C8B-B14F-4D97-AF65-F5344CB8AC3E}">
        <p14:creationId xmlns:p14="http://schemas.microsoft.com/office/powerpoint/2010/main" val="4262696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11560" y="1871768"/>
            <a:ext cx="6657592" cy="6678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데이터베이스 연동 웹 프로그래밍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475656" y="2780928"/>
            <a:ext cx="6840760" cy="25595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계정 생성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프로그램 실습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3987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>
                <a:solidFill>
                  <a:schemeClr val="accent4">
                    <a:lumMod val="50000"/>
                  </a:schemeClr>
                </a:solidFill>
              </a:rPr>
              <a:t>데이터베이스 연동 웹 프로그래밍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2033" y="1052736"/>
            <a:ext cx="8064896" cy="5472608"/>
          </a:xfrm>
        </p:spPr>
        <p:txBody>
          <a:bodyPr/>
          <a:lstStyle/>
          <a:p>
            <a:r>
              <a:rPr lang="ko-KR" altLang="en-US" dirty="0"/>
              <a:t>계정 생성</a:t>
            </a:r>
            <a:endParaRPr lang="en-US" altLang="ko-KR" dirty="0"/>
          </a:p>
          <a:p>
            <a:pPr lvl="1"/>
            <a:r>
              <a:rPr lang="en-US" altLang="ko-KR" sz="1400" b="1" dirty="0"/>
              <a:t>CREATE USER </a:t>
            </a:r>
            <a:r>
              <a:rPr lang="en-US" altLang="ko-KR" sz="1400" b="1" dirty="0" err="1"/>
              <a:t>madang@localhost</a:t>
            </a:r>
            <a:r>
              <a:rPr lang="en-US" altLang="ko-KR" sz="1400" b="1" dirty="0"/>
              <a:t> identified by ‘</a:t>
            </a:r>
            <a:r>
              <a:rPr lang="en-US" altLang="ko-KR" sz="1400" b="1" dirty="0" err="1"/>
              <a:t>madang</a:t>
            </a:r>
            <a:r>
              <a:rPr lang="en-US" altLang="ko-KR" sz="1400" b="1" dirty="0"/>
              <a:t>’;</a:t>
            </a:r>
          </a:p>
          <a:p>
            <a:pPr lvl="1"/>
            <a:endParaRPr lang="en-US" altLang="ko-KR" sz="1400" b="1" dirty="0"/>
          </a:p>
          <a:p>
            <a:r>
              <a:rPr lang="ko-KR" altLang="en-US" dirty="0"/>
              <a:t>계정 변경</a:t>
            </a:r>
            <a:endParaRPr lang="en-US" altLang="ko-KR" dirty="0"/>
          </a:p>
          <a:p>
            <a:pPr lvl="1"/>
            <a:r>
              <a:rPr lang="en-US" altLang="ko-KR" sz="1400" b="1" dirty="0"/>
              <a:t>ALTER USER </a:t>
            </a:r>
            <a:r>
              <a:rPr lang="en-US" altLang="ko-KR" sz="1400" b="1" dirty="0" err="1"/>
              <a:t>madang@localhost</a:t>
            </a:r>
            <a:r>
              <a:rPr lang="en-US" altLang="ko-KR" sz="1400" b="1" dirty="0"/>
              <a:t> identified by ‘</a:t>
            </a:r>
            <a:r>
              <a:rPr lang="en-US" altLang="ko-KR" sz="1400" b="1" dirty="0" err="1"/>
              <a:t>qw12</a:t>
            </a:r>
            <a:r>
              <a:rPr lang="en-US" altLang="ko-KR" sz="1400" b="1" dirty="0"/>
              <a:t>’;</a:t>
            </a:r>
          </a:p>
          <a:p>
            <a:pPr marL="266700" lvl="1" indent="0">
              <a:buNone/>
            </a:pPr>
            <a:endParaRPr lang="en-US" altLang="ko-KR" sz="1400" b="1" dirty="0"/>
          </a:p>
          <a:p>
            <a:r>
              <a:rPr lang="ko-KR" altLang="en-US" dirty="0"/>
              <a:t>계정 삭제</a:t>
            </a:r>
            <a:endParaRPr lang="en-US" altLang="ko-KR" dirty="0"/>
          </a:p>
          <a:p>
            <a:pPr lvl="1"/>
            <a:r>
              <a:rPr lang="en-US" altLang="ko-KR" sz="1400" b="1" dirty="0"/>
              <a:t>DROP USER </a:t>
            </a:r>
            <a:r>
              <a:rPr lang="en-US" altLang="ko-KR" sz="1400" b="1" dirty="0" err="1"/>
              <a:t>madang@localhost</a:t>
            </a:r>
            <a:endParaRPr lang="en-US" altLang="ko-KR" sz="1400" b="1" dirty="0"/>
          </a:p>
          <a:p>
            <a:pPr marL="266700" lvl="1" indent="0">
              <a:buNone/>
            </a:pPr>
            <a:endParaRPr lang="en-US" altLang="ko-KR" sz="1400" b="1" dirty="0"/>
          </a:p>
          <a:p>
            <a:r>
              <a:rPr lang="ko-KR" altLang="en-US" dirty="0"/>
              <a:t>계정에 </a:t>
            </a:r>
            <a:r>
              <a:rPr lang="en-US" altLang="ko-KR" dirty="0"/>
              <a:t>DB </a:t>
            </a:r>
            <a:r>
              <a:rPr lang="ko-KR" altLang="en-US" dirty="0"/>
              <a:t>사용 권한 부여</a:t>
            </a:r>
            <a:endParaRPr lang="en-US" altLang="ko-KR" dirty="0"/>
          </a:p>
          <a:p>
            <a:pPr lvl="1"/>
            <a:r>
              <a:rPr lang="en-US" altLang="ko-KR" sz="1400" b="1" dirty="0"/>
              <a:t>GRANT ALL PRIVILEGES ON bookstore.* TO </a:t>
            </a:r>
            <a:r>
              <a:rPr lang="en-US" altLang="ko-KR" sz="1400" b="1" dirty="0" err="1"/>
              <a:t>madang@localhost</a:t>
            </a:r>
            <a:r>
              <a:rPr lang="en-US" altLang="ko-KR" sz="1400" b="1" dirty="0"/>
              <a:t>;</a:t>
            </a:r>
          </a:p>
          <a:p>
            <a:pPr lvl="1"/>
            <a:r>
              <a:rPr lang="en-US" altLang="ko-KR" sz="1400" b="1" dirty="0"/>
              <a:t>Commit; flush PRIVILEGES;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계정 생성 확인</a:t>
            </a:r>
            <a:endParaRPr lang="en-US" altLang="ko-KR" dirty="0"/>
          </a:p>
          <a:p>
            <a:pPr lvl="1"/>
            <a:r>
              <a:rPr lang="en-US" altLang="ko-KR" sz="1400" b="1" dirty="0"/>
              <a:t>USE </a:t>
            </a:r>
            <a:r>
              <a:rPr lang="en-US" altLang="ko-KR" sz="1400" b="1" dirty="0" err="1"/>
              <a:t>mysql</a:t>
            </a:r>
            <a:r>
              <a:rPr lang="en-US" altLang="ko-KR" sz="1400" b="1" dirty="0"/>
              <a:t>;</a:t>
            </a:r>
          </a:p>
          <a:p>
            <a:pPr lvl="1"/>
            <a:r>
              <a:rPr lang="en-US" altLang="ko-KR" sz="1400" b="1" dirty="0"/>
              <a:t>SELECT * FROM user;</a:t>
            </a:r>
          </a:p>
          <a:p>
            <a:pPr marL="266700" lvl="1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0406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소스코드 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PHP </a:t>
            </a:r>
            <a:r>
              <a:rPr lang="ko-KR" altLang="en-US" dirty="0"/>
              <a:t>프로그램은 </a:t>
            </a:r>
            <a:r>
              <a:rPr lang="en-US" altLang="ko-KR" dirty="0"/>
              <a:t>HTML </a:t>
            </a:r>
            <a:r>
              <a:rPr lang="ko-KR" altLang="en-US" dirty="0"/>
              <a:t>태그에 </a:t>
            </a:r>
            <a:r>
              <a:rPr lang="en-US" altLang="ko-KR" dirty="0"/>
              <a:t>PHP </a:t>
            </a:r>
            <a:r>
              <a:rPr lang="ko-KR" altLang="en-US" dirty="0"/>
              <a:t>스크립트를 끼워 넣어 작성하는데</a:t>
            </a:r>
            <a:r>
              <a:rPr lang="en-US" altLang="ko-KR" dirty="0"/>
              <a:t>,                           PHP </a:t>
            </a:r>
            <a:r>
              <a:rPr lang="ko-KR" altLang="en-US" dirty="0"/>
              <a:t>스크립트 부분은 </a:t>
            </a:r>
            <a:r>
              <a:rPr lang="en-US" altLang="ko-KR" dirty="0"/>
              <a:t>&lt;?PHP ... ?&gt;</a:t>
            </a:r>
            <a:r>
              <a:rPr lang="ko-KR" altLang="en-US" dirty="0"/>
              <a:t>에 넣어서 실행시킴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934304" y="609329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5-20</a:t>
            </a:r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400" b="1" dirty="0" err="1">
                <a:ea typeface="맑은 고딕" panose="020B0503020000020004" pitchFamily="50" charset="-127"/>
              </a:rPr>
              <a:t>booklist.php</a:t>
            </a:r>
            <a:r>
              <a:rPr lang="ko-KR" altLang="en-US" sz="1400" b="1" dirty="0">
                <a:ea typeface="맑은 고딕" panose="020B0503020000020004" pitchFamily="50" charset="-127"/>
              </a:rPr>
              <a:t>와 </a:t>
            </a:r>
            <a:r>
              <a:rPr lang="en-US" altLang="ko-KR" sz="1400" b="1" dirty="0" err="1">
                <a:ea typeface="맑은 고딕" panose="020B0503020000020004" pitchFamily="50" charset="-127"/>
              </a:rPr>
              <a:t>bookview.php</a:t>
            </a:r>
            <a:r>
              <a:rPr lang="ko-KR" altLang="en-US" sz="1400" b="1" dirty="0">
                <a:ea typeface="맑은 고딕" panose="020B0503020000020004" pitchFamily="50" charset="-127"/>
              </a:rPr>
              <a:t>의 호출 관계와 웹에서 실행된 화면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988840"/>
            <a:ext cx="7344816" cy="403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181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프로그램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280" y="443786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5-21 </a:t>
            </a:r>
            <a:r>
              <a:rPr lang="ko-KR" altLang="en-US" sz="1400" b="1" dirty="0">
                <a:ea typeface="맑은 고딕" panose="020B0503020000020004" pitchFamily="50" charset="-127"/>
              </a:rPr>
              <a:t>데이터베이스 연동 </a:t>
            </a:r>
            <a:r>
              <a:rPr lang="en-US" altLang="ko-KR" sz="1400" b="1" dirty="0">
                <a:ea typeface="맑은 고딕" panose="020B0503020000020004" pitchFamily="50" charset="-127"/>
              </a:rPr>
              <a:t>PHP</a:t>
            </a:r>
            <a:r>
              <a:rPr lang="ko-KR" altLang="en-US" sz="1400" b="1" dirty="0">
                <a:ea typeface="맑은 고딕" panose="020B0503020000020004" pitchFamily="50" charset="-127"/>
              </a:rPr>
              <a:t> 프로그램의 실행 흐름도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700808"/>
            <a:ext cx="8341735" cy="265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715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프로그램 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1F497D"/>
                </a:solidFill>
              </a:rPr>
              <a:t>[1</a:t>
            </a:r>
            <a:r>
              <a:rPr lang="ko-KR" altLang="en-US" dirty="0">
                <a:solidFill>
                  <a:srgbClr val="1F497D"/>
                </a:solidFill>
              </a:rPr>
              <a:t>단계</a:t>
            </a:r>
            <a:r>
              <a:rPr lang="en-US" altLang="ko-KR" dirty="0">
                <a:solidFill>
                  <a:srgbClr val="1F497D"/>
                </a:solidFill>
              </a:rPr>
              <a:t>] DBMS </a:t>
            </a:r>
            <a:r>
              <a:rPr lang="ko-KR" altLang="en-US" dirty="0">
                <a:solidFill>
                  <a:srgbClr val="1F497D"/>
                </a:solidFill>
              </a:rPr>
              <a:t>설치 및 환경설정</a:t>
            </a:r>
            <a:endParaRPr lang="en-US" altLang="ko-KR" dirty="0">
              <a:solidFill>
                <a:srgbClr val="1F497D"/>
              </a:solidFill>
            </a:endParaRPr>
          </a:p>
          <a:p>
            <a:r>
              <a:rPr lang="en-US" altLang="ko-KR" dirty="0">
                <a:solidFill>
                  <a:srgbClr val="1F497D"/>
                </a:solidFill>
              </a:rPr>
              <a:t>[2</a:t>
            </a:r>
            <a:r>
              <a:rPr lang="ko-KR" altLang="en-US" dirty="0">
                <a:solidFill>
                  <a:srgbClr val="1F497D"/>
                </a:solidFill>
              </a:rPr>
              <a:t>단계</a:t>
            </a:r>
            <a:r>
              <a:rPr lang="en-US" altLang="ko-KR" dirty="0">
                <a:solidFill>
                  <a:srgbClr val="1F497D"/>
                </a:solidFill>
              </a:rPr>
              <a:t>] </a:t>
            </a:r>
            <a:r>
              <a:rPr lang="ko-KR" altLang="en-US" dirty="0">
                <a:solidFill>
                  <a:srgbClr val="1F497D"/>
                </a:solidFill>
              </a:rPr>
              <a:t>데이터베이스 준비</a:t>
            </a:r>
            <a:endParaRPr lang="en-US" altLang="ko-KR" dirty="0">
              <a:solidFill>
                <a:srgbClr val="1F497D"/>
              </a:solidFill>
            </a:endParaRPr>
          </a:p>
          <a:p>
            <a:r>
              <a:rPr lang="en-US" altLang="ko-KR" dirty="0">
                <a:solidFill>
                  <a:srgbClr val="1F497D"/>
                </a:solidFill>
              </a:rPr>
              <a:t>[3</a:t>
            </a:r>
            <a:r>
              <a:rPr lang="ko-KR" altLang="en-US" dirty="0">
                <a:solidFill>
                  <a:srgbClr val="1F497D"/>
                </a:solidFill>
              </a:rPr>
              <a:t>단계</a:t>
            </a:r>
            <a:r>
              <a:rPr lang="en-US" altLang="ko-KR" dirty="0">
                <a:solidFill>
                  <a:srgbClr val="1F497D"/>
                </a:solidFill>
              </a:rPr>
              <a:t>] PHP </a:t>
            </a:r>
            <a:r>
              <a:rPr lang="ko-KR" altLang="en-US" dirty="0">
                <a:solidFill>
                  <a:srgbClr val="1F497D"/>
                </a:solidFill>
              </a:rPr>
              <a:t>실행</a:t>
            </a:r>
            <a:endParaRPr lang="en-US" altLang="ko-KR" dirty="0">
              <a:solidFill>
                <a:srgbClr val="1F497D"/>
              </a:solidFill>
            </a:endParaRPr>
          </a:p>
          <a:p>
            <a:endParaRPr lang="en-US" altLang="ko-KR" sz="500" b="0" dirty="0"/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sz="1400" dirty="0"/>
              <a:t>➊</a:t>
            </a:r>
            <a:r>
              <a:rPr lang="ko-KR" altLang="en-US" dirty="0"/>
              <a:t> </a:t>
            </a:r>
            <a:r>
              <a:rPr lang="en-US" altLang="ko-KR" dirty="0"/>
              <a:t>Apache, PHP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en-US" altLang="ko-KR" dirty="0" err="1"/>
              <a:t>XAMPP</a:t>
            </a:r>
            <a:r>
              <a:rPr lang="en-US" altLang="ko-KR" dirty="0"/>
              <a:t> </a:t>
            </a:r>
            <a:r>
              <a:rPr lang="ko-KR" altLang="en-US" dirty="0"/>
              <a:t>설치</a:t>
            </a:r>
            <a:r>
              <a:rPr lang="en-US" altLang="ko-KR" dirty="0"/>
              <a:t>(https://</a:t>
            </a:r>
            <a:r>
              <a:rPr lang="en-US" altLang="ko-KR" dirty="0" err="1"/>
              <a:t>www.apachefriends.org</a:t>
            </a:r>
            <a:r>
              <a:rPr lang="en-US" altLang="ko-KR" dirty="0"/>
              <a:t>/)</a:t>
            </a:r>
            <a:endParaRPr lang="ko-KR" altLang="en-US" dirty="0"/>
          </a:p>
          <a:p>
            <a:pPr marL="0" indent="0">
              <a:buNone/>
            </a:pPr>
            <a:r>
              <a:rPr lang="ko-KR" altLang="en-US" dirty="0"/>
              <a:t>     </a:t>
            </a:r>
            <a:r>
              <a:rPr lang="ko-KR" altLang="en-US" sz="1400" dirty="0"/>
              <a:t>➋</a:t>
            </a:r>
            <a:r>
              <a:rPr lang="ko-KR" altLang="en-US" dirty="0"/>
              <a:t> </a:t>
            </a:r>
            <a:r>
              <a:rPr lang="en-US" altLang="ko-KR" dirty="0"/>
              <a:t>PHP </a:t>
            </a:r>
            <a:r>
              <a:rPr lang="ko-KR" altLang="en-US" dirty="0"/>
              <a:t>프로그램 준비</a:t>
            </a:r>
            <a:r>
              <a:rPr lang="en-US" altLang="ko-KR" dirty="0"/>
              <a:t>(</a:t>
            </a:r>
            <a:r>
              <a:rPr lang="en-US" altLang="ko-KR" dirty="0" err="1"/>
              <a:t>booklist.php</a:t>
            </a:r>
            <a:r>
              <a:rPr lang="en-US" altLang="ko-KR" dirty="0"/>
              <a:t>, </a:t>
            </a:r>
            <a:r>
              <a:rPr lang="en-US" altLang="ko-KR" dirty="0" err="1"/>
              <a:t>bookview.php</a:t>
            </a:r>
            <a:r>
              <a:rPr lang="en-US" altLang="ko-KR" dirty="0"/>
              <a:t>)</a:t>
            </a:r>
            <a:endParaRPr lang="ko-KR" altLang="en-US" dirty="0"/>
          </a:p>
          <a:p>
            <a:pPr marL="0" indent="0">
              <a:buNone/>
            </a:pPr>
            <a:r>
              <a:rPr lang="ko-KR" altLang="en-US" dirty="0"/>
              <a:t>     </a:t>
            </a:r>
            <a:r>
              <a:rPr lang="ko-KR" altLang="en-US" sz="1400" dirty="0"/>
              <a:t>➌</a:t>
            </a:r>
            <a:r>
              <a:rPr lang="ko-KR" altLang="en-US" dirty="0"/>
              <a:t> 실행</a:t>
            </a:r>
            <a:endParaRPr lang="en-US" altLang="ko-KR" sz="1400" b="0" dirty="0"/>
          </a:p>
          <a:p>
            <a:pPr>
              <a:buNone/>
            </a:pPr>
            <a:r>
              <a:rPr lang="en-US" altLang="ko-KR" dirty="0"/>
              <a:t>	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9312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실습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742A8EB-BFFE-A7A6-62CF-93CE5DD9B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XAMPP </a:t>
            </a:r>
            <a:r>
              <a:rPr lang="ko-KR" altLang="en-US"/>
              <a:t>설치</a:t>
            </a:r>
            <a:endParaRPr lang="en-US" altLang="ko-KR"/>
          </a:p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58779C7-5159-A61B-9FB8-DC0D76B3B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556792"/>
            <a:ext cx="5651763" cy="472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58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실습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53" y="1196752"/>
            <a:ext cx="6401693" cy="4201111"/>
          </a:xfrm>
          <a:prstGeom prst="rect">
            <a:avLst/>
          </a:prstGeom>
        </p:spPr>
      </p:pic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75856" y="2744780"/>
            <a:ext cx="5410955" cy="5525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81951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c:\xampp\htdocs </a:t>
            </a:r>
            <a:r>
              <a:rPr lang="ko-KR" altLang="en-US" dirty="0"/>
              <a:t>폴더에 </a:t>
            </a:r>
            <a:r>
              <a:rPr lang="en-US" altLang="ko-KR" dirty="0" err="1"/>
              <a:t>mdtest.php</a:t>
            </a:r>
            <a:r>
              <a:rPr lang="en-US" altLang="ko-KR" dirty="0"/>
              <a:t> </a:t>
            </a:r>
            <a:r>
              <a:rPr lang="ko-KR" altLang="en-US" dirty="0"/>
              <a:t>파일 복사</a:t>
            </a:r>
            <a:endParaRPr lang="en-US" altLang="ko-KR" dirty="0"/>
          </a:p>
          <a:p>
            <a:r>
              <a:rPr lang="en-US" altLang="ko-KR" dirty="0">
                <a:hlinkClick r:id="rId2"/>
              </a:rPr>
              <a:t>http://localhost/</a:t>
            </a:r>
            <a:r>
              <a:rPr lang="en-US" altLang="ko-KR" dirty="0"/>
              <a:t>mdtest.php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6B22FDD-516A-96B8-AB35-41BD3AD9C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2060848"/>
            <a:ext cx="6073829" cy="4368315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28039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mysqli_connect </a:t>
            </a:r>
            <a:r>
              <a:rPr lang="ko-KR" altLang="en-US"/>
              <a:t>함수의 인자에 </a:t>
            </a:r>
            <a:r>
              <a:rPr lang="en-US" altLang="ko-KR"/>
              <a:t>IP, </a:t>
            </a:r>
            <a:r>
              <a:rPr lang="ko-KR" altLang="en-US"/>
              <a:t>계정</a:t>
            </a:r>
            <a:r>
              <a:rPr lang="en-US" altLang="ko-KR"/>
              <a:t>, </a:t>
            </a:r>
            <a:r>
              <a:rPr lang="ko-KR" altLang="en-US"/>
              <a:t>비밀번호</a:t>
            </a:r>
            <a:r>
              <a:rPr lang="en-US" altLang="ko-KR"/>
              <a:t>, DB </a:t>
            </a:r>
            <a:r>
              <a:rPr lang="ko-KR" altLang="en-US"/>
              <a:t>이름을 입력해서 연결한다</a:t>
            </a:r>
            <a:r>
              <a:rPr lang="en-US" altLang="ko-KR"/>
              <a:t>.</a:t>
            </a:r>
            <a:endParaRPr lang="en-US" altLang="ko-KR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98F4A6C-097A-889B-13E1-4EAB3F75869A}"/>
              </a:ext>
            </a:extLst>
          </p:cNvPr>
          <p:cNvGrpSpPr/>
          <p:nvPr/>
        </p:nvGrpSpPr>
        <p:grpSpPr>
          <a:xfrm>
            <a:off x="899592" y="1556792"/>
            <a:ext cx="7056784" cy="4968552"/>
            <a:chOff x="952058" y="1960536"/>
            <a:chExt cx="7351496" cy="2007031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B5CC2450-2778-149C-C0A7-607E46B9834A}"/>
                </a:ext>
              </a:extLst>
            </p:cNvPr>
            <p:cNvSpPr/>
            <p:nvPr/>
          </p:nvSpPr>
          <p:spPr>
            <a:xfrm>
              <a:off x="952058" y="1960536"/>
              <a:ext cx="7351496" cy="2007031"/>
            </a:xfrm>
            <a:prstGeom prst="roundRect">
              <a:avLst>
                <a:gd name="adj" fmla="val 1376"/>
              </a:avLst>
            </a:prstGeom>
            <a:solidFill>
              <a:srgbClr val="1E1F22"/>
            </a:solidFill>
            <a:ln w="158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092A302-64A6-3B53-A06B-699773934C7E}"/>
                </a:ext>
              </a:extLst>
            </p:cNvPr>
            <p:cNvSpPr txBox="1"/>
            <p:nvPr/>
          </p:nvSpPr>
          <p:spPr>
            <a:xfrm>
              <a:off x="952058" y="1960536"/>
              <a:ext cx="3854831" cy="215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>
                  <a:solidFill>
                    <a:schemeClr val="bg1"/>
                  </a:solidFill>
                </a:rPr>
                <a:t>C:\xampp\htdocs\mdtest.php</a:t>
              </a:r>
              <a:endParaRPr lang="ko-KR" altLang="en-US">
                <a:solidFill>
                  <a:schemeClr val="bg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CAB12764-ACC1-7019-5151-76013DC36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850" y="1988840"/>
            <a:ext cx="6762243" cy="444640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A21D250-328D-A8AC-0349-1C56FBB40C6B}"/>
              </a:ext>
            </a:extLst>
          </p:cNvPr>
          <p:cNvSpPr/>
          <p:nvPr/>
        </p:nvSpPr>
        <p:spPr>
          <a:xfrm>
            <a:off x="827584" y="2783467"/>
            <a:ext cx="7200800" cy="285493"/>
          </a:xfrm>
          <a:prstGeom prst="rect">
            <a:avLst/>
          </a:prstGeom>
          <a:solidFill>
            <a:srgbClr val="F1900F">
              <a:alpha val="14000"/>
            </a:srgbClr>
          </a:solidFill>
          <a:ln w="19050">
            <a:solidFill>
              <a:srgbClr val="F1900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227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mysqli_query </a:t>
            </a:r>
            <a:r>
              <a:rPr lang="ko-KR" altLang="en-US"/>
              <a:t>함수에 직접 </a:t>
            </a:r>
            <a:r>
              <a:rPr lang="en-US" altLang="ko-KR"/>
              <a:t>SQL</a:t>
            </a:r>
            <a:r>
              <a:rPr lang="ko-KR" altLang="en-US"/>
              <a:t>를 입력해서 </a:t>
            </a:r>
            <a:r>
              <a:rPr lang="en-US" altLang="ko-KR"/>
              <a:t>DB</a:t>
            </a:r>
            <a:r>
              <a:rPr lang="ko-KR" altLang="en-US"/>
              <a:t>의 데이터를 가져온다</a:t>
            </a:r>
            <a:r>
              <a:rPr lang="en-US" altLang="ko-KR"/>
              <a:t>.</a:t>
            </a:r>
            <a:endParaRPr lang="en-US" altLang="ko-KR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98F4A6C-097A-889B-13E1-4EAB3F75869A}"/>
              </a:ext>
            </a:extLst>
          </p:cNvPr>
          <p:cNvGrpSpPr/>
          <p:nvPr/>
        </p:nvGrpSpPr>
        <p:grpSpPr>
          <a:xfrm>
            <a:off x="899592" y="1556792"/>
            <a:ext cx="7056784" cy="4968552"/>
            <a:chOff x="952058" y="1960536"/>
            <a:chExt cx="7351496" cy="2007031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B5CC2450-2778-149C-C0A7-607E46B9834A}"/>
                </a:ext>
              </a:extLst>
            </p:cNvPr>
            <p:cNvSpPr/>
            <p:nvPr/>
          </p:nvSpPr>
          <p:spPr>
            <a:xfrm>
              <a:off x="952058" y="1960536"/>
              <a:ext cx="7351496" cy="2007031"/>
            </a:xfrm>
            <a:prstGeom prst="roundRect">
              <a:avLst>
                <a:gd name="adj" fmla="val 1376"/>
              </a:avLst>
            </a:prstGeom>
            <a:solidFill>
              <a:srgbClr val="1E1F22"/>
            </a:solidFill>
            <a:ln w="158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092A302-64A6-3B53-A06B-699773934C7E}"/>
                </a:ext>
              </a:extLst>
            </p:cNvPr>
            <p:cNvSpPr txBox="1"/>
            <p:nvPr/>
          </p:nvSpPr>
          <p:spPr>
            <a:xfrm>
              <a:off x="952058" y="1960536"/>
              <a:ext cx="3854831" cy="215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>
                  <a:solidFill>
                    <a:schemeClr val="bg1"/>
                  </a:solidFill>
                </a:rPr>
                <a:t>C:\xampp\htdocs\mdtest.php</a:t>
              </a:r>
              <a:endParaRPr lang="ko-KR" altLang="en-US">
                <a:solidFill>
                  <a:schemeClr val="bg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CAB12764-ACC1-7019-5151-76013DC36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850" y="1988840"/>
            <a:ext cx="6762243" cy="444640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A21D250-328D-A8AC-0349-1C56FBB40C6B}"/>
              </a:ext>
            </a:extLst>
          </p:cNvPr>
          <p:cNvSpPr/>
          <p:nvPr/>
        </p:nvSpPr>
        <p:spPr>
          <a:xfrm>
            <a:off x="827584" y="2783467"/>
            <a:ext cx="7200800" cy="285493"/>
          </a:xfrm>
          <a:prstGeom prst="rect">
            <a:avLst/>
          </a:prstGeom>
          <a:solidFill>
            <a:srgbClr val="F1900F">
              <a:alpha val="14000"/>
            </a:srgbClr>
          </a:solidFill>
          <a:ln w="19050">
            <a:solidFill>
              <a:srgbClr val="F1900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27ABC6B-8A3A-4C67-9FC9-1E6CCD67770A}"/>
              </a:ext>
            </a:extLst>
          </p:cNvPr>
          <p:cNvSpPr/>
          <p:nvPr/>
        </p:nvSpPr>
        <p:spPr>
          <a:xfrm>
            <a:off x="813665" y="5119690"/>
            <a:ext cx="7200800" cy="285493"/>
          </a:xfrm>
          <a:prstGeom prst="rect">
            <a:avLst/>
          </a:prstGeom>
          <a:solidFill>
            <a:srgbClr val="F1900F">
              <a:alpha val="14000"/>
            </a:srgbClr>
          </a:solidFill>
          <a:ln w="19050">
            <a:solidFill>
              <a:srgbClr val="F1900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661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c:\xampp\htdocs </a:t>
            </a:r>
            <a:r>
              <a:rPr lang="ko-KR" altLang="en-US" dirty="0"/>
              <a:t>폴더에 </a:t>
            </a:r>
            <a:r>
              <a:rPr lang="en-US" altLang="ko-KR" dirty="0" err="1"/>
              <a:t>booklist.php</a:t>
            </a:r>
            <a:r>
              <a:rPr lang="en-US" altLang="ko-KR" dirty="0"/>
              <a:t>, </a:t>
            </a:r>
            <a:r>
              <a:rPr lang="en-US" altLang="ko-KR" dirty="0" err="1"/>
              <a:t>bookview.php</a:t>
            </a:r>
            <a:r>
              <a:rPr lang="en-US" altLang="ko-KR" dirty="0"/>
              <a:t>, book.css </a:t>
            </a:r>
            <a:r>
              <a:rPr lang="ko-KR" altLang="en-US" dirty="0"/>
              <a:t>파일 복사</a:t>
            </a:r>
            <a:endParaRPr lang="en-US" altLang="ko-KR" dirty="0"/>
          </a:p>
          <a:p>
            <a:r>
              <a:rPr lang="en-US" altLang="ko-KR" dirty="0">
                <a:hlinkClick r:id="rId2"/>
              </a:rPr>
              <a:t>http://localhost/</a:t>
            </a:r>
            <a:r>
              <a:rPr lang="en-US" altLang="ko-KR" dirty="0"/>
              <a:t>booklist.php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711597D-359D-2129-2322-8F4DD125E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1988840"/>
            <a:ext cx="5256584" cy="4274454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5082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책 목록에서 책 하나를 선택하자</a:t>
            </a:r>
            <a:r>
              <a:rPr lang="en-US" altLang="ko-KR"/>
              <a:t>.</a:t>
            </a:r>
            <a:endParaRPr lang="en-US" altLang="ko-KR" dirty="0"/>
          </a:p>
          <a:p>
            <a:r>
              <a:rPr lang="en-US" altLang="ko-KR" dirty="0">
                <a:hlinkClick r:id="rId2"/>
              </a:rPr>
              <a:t>http://localhost</a:t>
            </a:r>
            <a:r>
              <a:rPr lang="en-US" altLang="ko-KR">
                <a:hlinkClick r:id="rId2"/>
              </a:rPr>
              <a:t>/</a:t>
            </a:r>
            <a:r>
              <a:rPr lang="en-US" altLang="ko-KR"/>
              <a:t>bookview.php?id=2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C5ECCB-C8A1-7F07-5A7B-D9FB73989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995105"/>
            <a:ext cx="5609816" cy="4561689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4845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5923" y="980728"/>
            <a:ext cx="8064896" cy="5472608"/>
          </a:xfrm>
        </p:spPr>
        <p:txBody>
          <a:bodyPr/>
          <a:lstStyle/>
          <a:p>
            <a:r>
              <a:rPr lang="en-US" altLang="ko-KR"/>
              <a:t>mysqli_query </a:t>
            </a:r>
            <a:r>
              <a:rPr lang="ko-KR" altLang="en-US"/>
              <a:t>함수에 </a:t>
            </a:r>
            <a:r>
              <a:rPr lang="en-US" altLang="ko-KR"/>
              <a:t>SELECT </a:t>
            </a:r>
            <a:r>
              <a:rPr lang="ko-KR" altLang="en-US"/>
              <a:t>쿼리를 사용해서 전체 책 목록을 가져와서 보여줌</a:t>
            </a:r>
            <a:endParaRPr lang="en-US" altLang="ko-KR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98F4A6C-097A-889B-13E1-4EAB3F75869A}"/>
              </a:ext>
            </a:extLst>
          </p:cNvPr>
          <p:cNvGrpSpPr/>
          <p:nvPr/>
        </p:nvGrpSpPr>
        <p:grpSpPr>
          <a:xfrm>
            <a:off x="973098" y="1484784"/>
            <a:ext cx="7487334" cy="5040560"/>
            <a:chOff x="952058" y="1960536"/>
            <a:chExt cx="7351496" cy="2007031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B5CC2450-2778-149C-C0A7-607E46B9834A}"/>
                </a:ext>
              </a:extLst>
            </p:cNvPr>
            <p:cNvSpPr/>
            <p:nvPr/>
          </p:nvSpPr>
          <p:spPr>
            <a:xfrm>
              <a:off x="952058" y="1960536"/>
              <a:ext cx="7351496" cy="2007031"/>
            </a:xfrm>
            <a:prstGeom prst="roundRect">
              <a:avLst>
                <a:gd name="adj" fmla="val 1376"/>
              </a:avLst>
            </a:prstGeom>
            <a:solidFill>
              <a:srgbClr val="1E1F22"/>
            </a:solidFill>
            <a:ln w="158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092A302-64A6-3B53-A06B-699773934C7E}"/>
                </a:ext>
              </a:extLst>
            </p:cNvPr>
            <p:cNvSpPr txBox="1"/>
            <p:nvPr/>
          </p:nvSpPr>
          <p:spPr>
            <a:xfrm>
              <a:off x="952058" y="1960536"/>
              <a:ext cx="3854831" cy="12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>
                  <a:solidFill>
                    <a:schemeClr val="bg1"/>
                  </a:solidFill>
                </a:rPr>
                <a:t>C:\xampp\htdocs\booklist.php</a:t>
              </a:r>
              <a:endParaRPr lang="ko-KR" altLang="en-US" sz="1400">
                <a:solidFill>
                  <a:schemeClr val="bg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1A82BCFE-1C3D-ED2D-9393-AD1F769D8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14" y="1792562"/>
            <a:ext cx="7415325" cy="447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470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908720"/>
            <a:ext cx="8064896" cy="5472608"/>
          </a:xfrm>
        </p:spPr>
        <p:txBody>
          <a:bodyPr/>
          <a:lstStyle/>
          <a:p>
            <a:r>
              <a:rPr lang="en-US" altLang="ko-KR"/>
              <a:t>GET </a:t>
            </a:r>
            <a:r>
              <a:rPr lang="ko-KR" altLang="en-US"/>
              <a:t>인자로 넘겨받은 </a:t>
            </a:r>
            <a:r>
              <a:rPr lang="en-US" altLang="ko-KR"/>
              <a:t>id </a:t>
            </a:r>
            <a:r>
              <a:rPr lang="ko-KR" altLang="en-US"/>
              <a:t>를 이용해서 도서 하나를 가져오는 쿼리를 생성한다</a:t>
            </a:r>
            <a:r>
              <a:rPr lang="en-US" altLang="ko-KR"/>
              <a:t>.</a:t>
            </a:r>
            <a:endParaRPr lang="en-US" altLang="ko-KR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98F4A6C-097A-889B-13E1-4EAB3F75869A}"/>
              </a:ext>
            </a:extLst>
          </p:cNvPr>
          <p:cNvGrpSpPr/>
          <p:nvPr/>
        </p:nvGrpSpPr>
        <p:grpSpPr>
          <a:xfrm>
            <a:off x="971600" y="1409674"/>
            <a:ext cx="7344816" cy="5187677"/>
            <a:chOff x="952058" y="1960536"/>
            <a:chExt cx="7351496" cy="2007031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B5CC2450-2778-149C-C0A7-607E46B9834A}"/>
                </a:ext>
              </a:extLst>
            </p:cNvPr>
            <p:cNvSpPr/>
            <p:nvPr/>
          </p:nvSpPr>
          <p:spPr>
            <a:xfrm>
              <a:off x="952058" y="1960536"/>
              <a:ext cx="7351496" cy="2007031"/>
            </a:xfrm>
            <a:prstGeom prst="roundRect">
              <a:avLst>
                <a:gd name="adj" fmla="val 1376"/>
              </a:avLst>
            </a:prstGeom>
            <a:solidFill>
              <a:srgbClr val="1E1F22"/>
            </a:solidFill>
            <a:ln w="158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092A302-64A6-3B53-A06B-699773934C7E}"/>
                </a:ext>
              </a:extLst>
            </p:cNvPr>
            <p:cNvSpPr txBox="1"/>
            <p:nvPr/>
          </p:nvSpPr>
          <p:spPr>
            <a:xfrm>
              <a:off x="952058" y="1960536"/>
              <a:ext cx="4050824" cy="119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>
                  <a:solidFill>
                    <a:schemeClr val="bg1"/>
                  </a:solidFill>
                </a:rPr>
                <a:t>C:\xampp\htdocs\bookview.php</a:t>
              </a:r>
              <a:endParaRPr lang="ko-KR" altLang="en-US" sz="1400">
                <a:solidFill>
                  <a:schemeClr val="bg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6602B071-2886-30ED-2543-2A7D568D3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717451"/>
            <a:ext cx="5990296" cy="477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5250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3B6533E-74C7-8A63-905B-265C9CDCE738}"/>
              </a:ext>
            </a:extLst>
          </p:cNvPr>
          <p:cNvSpPr/>
          <p:nvPr/>
        </p:nvSpPr>
        <p:spPr>
          <a:xfrm>
            <a:off x="611560" y="1871768"/>
            <a:ext cx="1965603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PHP </a:t>
            </a: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기본</a:t>
            </a:r>
          </a:p>
        </p:txBody>
      </p:sp>
    </p:spTree>
    <p:extLst>
      <p:ext uri="{BB962C8B-B14F-4D97-AF65-F5344CB8AC3E}">
        <p14:creationId xmlns:p14="http://schemas.microsoft.com/office/powerpoint/2010/main" val="810365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D63C05-75CA-FB5B-E406-A0BB48C78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PHP </a:t>
            </a:r>
            <a:r>
              <a:rPr lang="ko-KR" altLang="en-US"/>
              <a:t>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4EA5F8-7227-121F-ACF4-BA1F265F4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PHP</a:t>
            </a:r>
            <a:r>
              <a:rPr lang="ko-KR" altLang="en-US"/>
              <a:t>의 기본 구조와 주석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FF32BBE-A45E-9A0D-5D55-FCAFC9886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625" y="1556792"/>
            <a:ext cx="7715616" cy="1757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BE364370-E7E4-4CFD-9963-359559749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625" y="3454368"/>
            <a:ext cx="7777162" cy="2897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12982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279BFC-3F7A-086A-374B-4E128ACAE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PHP </a:t>
            </a:r>
            <a:r>
              <a:rPr lang="ko-KR" altLang="en-US"/>
              <a:t>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3D2988-BAD9-D96A-6A81-77A6CE9F9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변수</a:t>
            </a:r>
            <a:endParaRPr lang="en-US" altLang="ko-KR"/>
          </a:p>
          <a:p>
            <a:pPr lvl="1"/>
            <a:r>
              <a:rPr lang="ko-KR" altLang="en-US" sz="1400"/>
              <a:t>무엇을 담는 그릇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ko-KR" altLang="en-US" sz="1400"/>
              <a:t>왼쪽의 변수</a:t>
            </a:r>
            <a:r>
              <a:rPr lang="en-US" altLang="ko-KR" sz="1400"/>
              <a:t>(</a:t>
            </a:r>
            <a:r>
              <a:rPr lang="ko-KR" altLang="en-US" sz="1400"/>
              <a:t>그릇</a:t>
            </a:r>
            <a:r>
              <a:rPr lang="en-US" altLang="ko-KR" sz="1400"/>
              <a:t>)</a:t>
            </a:r>
            <a:r>
              <a:rPr lang="ko-KR" altLang="en-US" sz="1400"/>
              <a:t>에 오른쪽 값이 들어가는 것으로 이행</a:t>
            </a:r>
            <a:endParaRPr lang="en-US" altLang="ko-KR" sz="1400"/>
          </a:p>
          <a:p>
            <a:pPr lvl="2"/>
            <a:r>
              <a:rPr lang="en-US" altLang="ko-KR" sz="1400"/>
              <a:t>$a = 100;</a:t>
            </a:r>
          </a:p>
          <a:p>
            <a:pPr lvl="2"/>
            <a:endParaRPr lang="en-US" altLang="ko-KR" sz="1400"/>
          </a:p>
          <a:p>
            <a:pPr lvl="1"/>
            <a:r>
              <a:rPr lang="en-US" altLang="ko-KR" sz="1400"/>
              <a:t>PHP</a:t>
            </a:r>
            <a:r>
              <a:rPr lang="ko-KR" altLang="en-US" sz="1400"/>
              <a:t>도 행의 끝에는 세미콜론</a:t>
            </a:r>
            <a:r>
              <a:rPr lang="en-US" altLang="ko-KR" sz="1400"/>
              <a:t>(;)</a:t>
            </a:r>
            <a:r>
              <a:rPr lang="ko-KR" altLang="en-US" sz="1400"/>
              <a:t>을 붙인다</a:t>
            </a:r>
            <a:r>
              <a:rPr lang="en-US" altLang="ko-KR" sz="1400"/>
              <a:t>.</a:t>
            </a:r>
          </a:p>
          <a:p>
            <a:pPr lvl="1"/>
            <a:endParaRPr lang="en-US" altLang="ko-KR" sz="1400"/>
          </a:p>
          <a:p>
            <a:pPr lvl="1"/>
            <a:r>
              <a:rPr lang="en-US" altLang="ko-KR" sz="1400"/>
              <a:t>PHP</a:t>
            </a:r>
            <a:r>
              <a:rPr lang="ko-KR" altLang="en-US" sz="1400"/>
              <a:t>는 변수 이름 앞에 </a:t>
            </a:r>
            <a:r>
              <a:rPr lang="en-US" altLang="ko-KR" sz="1400"/>
              <a:t>$</a:t>
            </a:r>
            <a:r>
              <a:rPr lang="ko-KR" altLang="en-US" sz="1400"/>
              <a:t>를 붙여 사용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ko-KR" altLang="en-US" sz="1400" err="1"/>
              <a:t>변수을</a:t>
            </a:r>
            <a:r>
              <a:rPr lang="ko-KR" altLang="en-US" sz="1400"/>
              <a:t> 출력하려면 </a:t>
            </a:r>
            <a:r>
              <a:rPr lang="en-US" altLang="ko-KR" sz="1400"/>
              <a:t>echo</a:t>
            </a:r>
            <a:r>
              <a:rPr lang="ko-KR" altLang="en-US" sz="1400"/>
              <a:t>문을 사용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ko-KR" altLang="en-US" sz="1400"/>
              <a:t>변수 이름 규칙</a:t>
            </a:r>
            <a:endParaRPr lang="en-US" altLang="ko-KR" sz="1400"/>
          </a:p>
          <a:p>
            <a:pPr lvl="2"/>
            <a:r>
              <a:rPr lang="ko-KR" altLang="en-US" sz="1400"/>
              <a:t>제일 앞에 </a:t>
            </a:r>
            <a:r>
              <a:rPr lang="en-US" altLang="ko-KR" sz="1400"/>
              <a:t>$</a:t>
            </a:r>
            <a:r>
              <a:rPr lang="ko-KR" altLang="en-US" sz="1400"/>
              <a:t>가 붙어야 한다</a:t>
            </a:r>
            <a:r>
              <a:rPr lang="en-US" altLang="ko-KR" sz="1400"/>
              <a:t>.</a:t>
            </a:r>
          </a:p>
          <a:p>
            <a:pPr lvl="2"/>
            <a:r>
              <a:rPr lang="ko-KR" altLang="en-US" sz="1400"/>
              <a:t>대소문자 구별함</a:t>
            </a:r>
            <a:endParaRPr lang="en-US" altLang="ko-KR" sz="1400"/>
          </a:p>
          <a:p>
            <a:pPr lvl="3"/>
            <a:r>
              <a:rPr lang="en-US" altLang="ko-KR" sz="1400"/>
              <a:t>$</a:t>
            </a:r>
            <a:r>
              <a:rPr lang="en-US" altLang="ko-KR" sz="1400" err="1"/>
              <a:t>abc</a:t>
            </a:r>
            <a:r>
              <a:rPr lang="ko-KR" altLang="en-US" sz="1400"/>
              <a:t>와 </a:t>
            </a:r>
            <a:r>
              <a:rPr lang="en-US" altLang="ko-KR" sz="1400"/>
              <a:t>$ABC</a:t>
            </a:r>
            <a:r>
              <a:rPr lang="ko-KR" altLang="en-US" sz="1400"/>
              <a:t>는 다른 변수</a:t>
            </a:r>
            <a:endParaRPr lang="en-US" altLang="ko-KR" sz="1400"/>
          </a:p>
          <a:p>
            <a:endParaRPr lang="ko-KR" alt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DFAA9C8-FA63-680A-82AC-6E31AB712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564904"/>
            <a:ext cx="3833708" cy="3089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06130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A2FBE-F8B4-DA58-DA42-24427F470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PHP </a:t>
            </a:r>
            <a:r>
              <a:rPr lang="ko-KR" altLang="en-US"/>
              <a:t>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E8E5EF-8E8B-0BD0-D515-1F845E1C9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문자열</a:t>
            </a:r>
            <a:endParaRPr lang="en-US" altLang="ko-KR"/>
          </a:p>
          <a:p>
            <a:pPr lvl="1"/>
            <a:r>
              <a:rPr lang="ko-KR" altLang="en-US"/>
              <a:t>큰 따옴표</a:t>
            </a:r>
            <a:r>
              <a:rPr lang="en-US" altLang="ko-KR"/>
              <a:t>(“) </a:t>
            </a:r>
            <a:r>
              <a:rPr lang="ko-KR" altLang="en-US"/>
              <a:t>또는 작은 따옴표</a:t>
            </a:r>
            <a:r>
              <a:rPr lang="en-US" altLang="ko-KR"/>
              <a:t>(‘)</a:t>
            </a:r>
            <a:r>
              <a:rPr lang="ko-KR" altLang="en-US"/>
              <a:t>로 묶음</a:t>
            </a:r>
            <a:endParaRPr lang="en-US" altLang="ko-KR"/>
          </a:p>
          <a:p>
            <a:pPr lvl="1"/>
            <a:r>
              <a:rPr lang="en-US" altLang="ko-KR"/>
              <a:t>SQL</a:t>
            </a:r>
            <a:r>
              <a:rPr lang="ko-KR" altLang="en-US"/>
              <a:t>문을 문자열로 지정하기 위해서 구문을 큰 따옴표로 묶음</a:t>
            </a:r>
            <a:endParaRPr lang="en-US" altLang="ko-KR"/>
          </a:p>
          <a:p>
            <a:pPr lvl="2"/>
            <a:r>
              <a:rPr lang="en-US" altLang="ko-KR"/>
              <a:t>SQL</a:t>
            </a:r>
            <a:r>
              <a:rPr lang="ko-KR" altLang="en-US"/>
              <a:t>내부에 작은 따옴표를 사용하기 때문에</a:t>
            </a:r>
            <a:endParaRPr lang="en-US" altLang="ko-KR"/>
          </a:p>
          <a:p>
            <a:pPr lvl="1"/>
            <a:r>
              <a:rPr lang="ko-KR" altLang="en-US"/>
              <a:t>화면에 출력은 </a:t>
            </a:r>
            <a:r>
              <a:rPr lang="en-US" altLang="ko-KR"/>
              <a:t>echo</a:t>
            </a:r>
            <a:r>
              <a:rPr lang="ko-KR" altLang="en-US"/>
              <a:t>를 사용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27D239B-7F32-9523-5507-60D0FA8A0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068960"/>
            <a:ext cx="7459462" cy="2207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 descr="C:\Users\USER\Desktop\이것이mysql이다\이미지모음\10-14장,부록 그림(2019.09.30)\12장그림\12-17a.bmp">
            <a:extLst>
              <a:ext uri="{FF2B5EF4-FFF2-40B4-BE49-F238E27FC236}">
                <a16:creationId xmlns:a16="http://schemas.microsoft.com/office/drawing/2014/main" id="{286192EA-0379-87A7-BFBE-672CDB609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4794155"/>
            <a:ext cx="6364683" cy="1763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7060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83D122-81F3-1024-9ED3-96C27560B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PHP </a:t>
            </a:r>
            <a:r>
              <a:rPr lang="ko-KR" altLang="en-US"/>
              <a:t>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112346-B453-A278-51AB-273C0359A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조건문과 </a:t>
            </a:r>
            <a:r>
              <a:rPr lang="ko-KR" altLang="en-US" err="1"/>
              <a:t>반복문</a:t>
            </a:r>
            <a:endParaRPr lang="en-US" altLang="ko-KR"/>
          </a:p>
          <a:p>
            <a:pPr lvl="1"/>
            <a:r>
              <a:rPr lang="en-US" altLang="ko-KR" sz="1400"/>
              <a:t>if()</a:t>
            </a:r>
            <a:r>
              <a:rPr lang="ko-KR" altLang="en-US" sz="1400"/>
              <a:t> 함수</a:t>
            </a:r>
            <a:endParaRPr lang="en-US" altLang="ko-KR" sz="1400"/>
          </a:p>
          <a:p>
            <a:pPr lvl="1"/>
            <a:endParaRPr lang="ko-KR" alt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6BF5ECE-CAEA-48DD-CE12-5FFA2FE54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750" y="1916832"/>
            <a:ext cx="6846642" cy="431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68643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EB756F-74EA-49F4-A6C2-82D205E8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PHP</a:t>
            </a:r>
            <a:r>
              <a:rPr lang="ko-KR" altLang="en-US"/>
              <a:t> 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D712A2-7D97-CDD3-A23C-6BA8AE979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조건문과 </a:t>
            </a:r>
            <a:r>
              <a:rPr lang="ko-KR" altLang="en-US" err="1"/>
              <a:t>반복문</a:t>
            </a:r>
            <a:endParaRPr lang="en-US" altLang="ko-KR"/>
          </a:p>
          <a:p>
            <a:pPr lvl="1"/>
            <a:r>
              <a:rPr lang="en-US" altLang="ko-KR" sz="1400"/>
              <a:t>for() </a:t>
            </a:r>
            <a:r>
              <a:rPr lang="ko-KR" altLang="en-US" sz="1400"/>
              <a:t>함수</a:t>
            </a:r>
            <a:endParaRPr lang="en-US" altLang="ko-KR" sz="1400"/>
          </a:p>
          <a:p>
            <a:pPr lvl="1"/>
            <a:endParaRPr lang="ko-KR" alt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F491A33-C110-054F-E120-05CA5CAA2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655" y="1916832"/>
            <a:ext cx="7346690" cy="214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 descr="C:\Users\USER\Desktop\이것이mysql이다\이미지모음\10-14장,부록 그림(2019.09.30)\12장그림\12-21.bmp">
            <a:extLst>
              <a:ext uri="{FF2B5EF4-FFF2-40B4-BE49-F238E27FC236}">
                <a16:creationId xmlns:a16="http://schemas.microsoft.com/office/drawing/2014/main" id="{687CD61A-54E1-7032-F051-E49B53E4B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254" y="4257921"/>
            <a:ext cx="7130393" cy="1525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64693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E9B24A-BC3E-53F5-D08C-715D5D4B0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PHP </a:t>
            </a:r>
            <a:r>
              <a:rPr lang="ko-KR" altLang="en-US"/>
              <a:t>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EFD079-34C7-9158-5EA7-16D1EE72F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MySQL </a:t>
            </a:r>
            <a:r>
              <a:rPr lang="ko-KR" altLang="en-US"/>
              <a:t>관련 내장 함수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D00FF1F-0A57-F2A4-611C-C30E2EB2A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599157"/>
            <a:ext cx="7920880" cy="3659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56222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E21BC4-EEDA-3333-F31E-D1199861F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HTML</a:t>
            </a:r>
            <a:r>
              <a:rPr lang="ko-KR" altLang="en-US"/>
              <a:t>과 </a:t>
            </a:r>
            <a:r>
              <a:rPr lang="en-US" altLang="ko-KR"/>
              <a:t>PHP </a:t>
            </a:r>
            <a:r>
              <a:rPr lang="ko-KR" altLang="en-US"/>
              <a:t>관계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245C10-0DF1-2ECE-246A-AEEB92948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일반 사용자는 </a:t>
            </a:r>
            <a:r>
              <a:rPr lang="en-US" altLang="ko-KR"/>
              <a:t>SQL</a:t>
            </a:r>
            <a:r>
              <a:rPr lang="ko-KR" altLang="en-US"/>
              <a:t>를 다룰 필요가 없음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365FD7C-218C-219A-2EF5-F99B90B07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28" y="2564904"/>
            <a:ext cx="7935697" cy="2794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13685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F3C859-1BA1-A40A-9B43-B098F2D09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PHP </a:t>
            </a:r>
            <a:r>
              <a:rPr lang="ko-KR" altLang="en-US"/>
              <a:t>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101F7C-1290-753E-E02A-215A1F8F8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HTML TABLE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63D68A1-839F-E8BB-2925-0348AD0BB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556792"/>
            <a:ext cx="3240360" cy="362711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A357EF2-9B4F-01FD-AE68-BBC13FB29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04" y="1988840"/>
            <a:ext cx="1743318" cy="17337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97A743-DD51-78DA-118D-D9D980A778D8}"/>
              </a:ext>
            </a:extLst>
          </p:cNvPr>
          <p:cNvSpPr txBox="1"/>
          <p:nvPr/>
        </p:nvSpPr>
        <p:spPr>
          <a:xfrm>
            <a:off x="5508104" y="1556792"/>
            <a:ext cx="1743318" cy="3600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/>
          <a:p>
            <a:r>
              <a:rPr lang="en-US" altLang="ko-KR" sz="3600" err="1"/>
              <a:t>table.php</a:t>
            </a:r>
            <a:endParaRPr lang="ko-KR" altLang="en-US" sz="3600"/>
          </a:p>
        </p:txBody>
      </p:sp>
    </p:spTree>
    <p:extLst>
      <p:ext uri="{BB962C8B-B14F-4D97-AF65-F5344CB8AC3E}">
        <p14:creationId xmlns:p14="http://schemas.microsoft.com/office/powerpoint/2010/main" val="14914089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AEAAE-D39C-DE59-6B9D-B334F0818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PHP</a:t>
            </a:r>
            <a:r>
              <a:rPr lang="ko-KR" altLang="en-US"/>
              <a:t> 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37CDEC-A152-4BC1-A593-E24AE4A95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995170"/>
            <a:ext cx="8064896" cy="5472608"/>
          </a:xfrm>
        </p:spPr>
        <p:txBody>
          <a:bodyPr/>
          <a:lstStyle/>
          <a:p>
            <a:r>
              <a:rPr lang="en-US" altLang="ko-KR"/>
              <a:t>&lt;form action=“</a:t>
            </a:r>
            <a:r>
              <a:rPr lang="en-US" altLang="ko-KR" err="1"/>
              <a:t>form.php</a:t>
            </a:r>
            <a:r>
              <a:rPr lang="en-US" altLang="ko-KR"/>
              <a:t>” method=“POST”&gt;&lt;/form&gt;</a:t>
            </a:r>
          </a:p>
          <a:p>
            <a:pPr lvl="1"/>
            <a:r>
              <a:rPr lang="en-US" altLang="ko-KR"/>
              <a:t>form </a:t>
            </a:r>
            <a:r>
              <a:rPr lang="ko-KR" altLang="en-US"/>
              <a:t>데이터를 </a:t>
            </a:r>
            <a:r>
              <a:rPr lang="en-US" altLang="ko-KR"/>
              <a:t>action</a:t>
            </a:r>
            <a:r>
              <a:rPr lang="ko-KR" altLang="en-US"/>
              <a:t>에 지정된 </a:t>
            </a:r>
            <a:r>
              <a:rPr lang="en-US" altLang="ko-KR" err="1"/>
              <a:t>url</a:t>
            </a:r>
            <a:r>
              <a:rPr lang="ko-KR" altLang="en-US"/>
              <a:t>로 전달한다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en-US" altLang="ko-KR"/>
              <a:t>&lt;input type=“text”&gt;</a:t>
            </a:r>
          </a:p>
          <a:p>
            <a:pPr lvl="1"/>
            <a:r>
              <a:rPr lang="en-US" altLang="ko-KR"/>
              <a:t>text: </a:t>
            </a:r>
            <a:r>
              <a:rPr lang="ko-KR" altLang="en-US"/>
              <a:t>글자 </a:t>
            </a:r>
            <a:r>
              <a:rPr lang="ko-KR" altLang="en-US" err="1"/>
              <a:t>입력창</a:t>
            </a:r>
            <a:endParaRPr lang="en-US" altLang="ko-KR"/>
          </a:p>
          <a:p>
            <a:pPr lvl="1"/>
            <a:r>
              <a:rPr lang="en-US" altLang="ko-KR"/>
              <a:t>submit: action </a:t>
            </a:r>
            <a:r>
              <a:rPr lang="en-US" altLang="ko-KR" err="1"/>
              <a:t>url</a:t>
            </a:r>
            <a:r>
              <a:rPr lang="ko-KR" altLang="en-US"/>
              <a:t>에 폼데이터를 전달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en-US" altLang="ko-KR"/>
              <a:t>&lt;input type=“hidden” name=“name” value=“value”&gt;</a:t>
            </a:r>
          </a:p>
          <a:p>
            <a:pPr lvl="1"/>
            <a:r>
              <a:rPr lang="ko-KR" altLang="en-US"/>
              <a:t>브라우저에 보이지 않는 숨겨진 </a:t>
            </a:r>
            <a:r>
              <a:rPr lang="en-US" altLang="ko-KR"/>
              <a:t>input </a:t>
            </a:r>
            <a:r>
              <a:rPr lang="ko-KR" altLang="en-US"/>
              <a:t>값을 전달할 수 있다</a:t>
            </a:r>
            <a:r>
              <a:rPr lang="en-US" altLang="ko-KR"/>
              <a:t>.</a:t>
            </a:r>
          </a:p>
          <a:p>
            <a:pPr marL="266700" lvl="1" indent="0">
              <a:buNone/>
            </a:pPr>
            <a:endParaRPr lang="en-US" altLang="ko-KR"/>
          </a:p>
          <a:p>
            <a:r>
              <a:rPr lang="en-US" altLang="ko-KR"/>
              <a:t>&lt;input type=“text” value=“text” </a:t>
            </a:r>
            <a:r>
              <a:rPr lang="en-US" altLang="ko-KR" err="1"/>
              <a:t>readonly</a:t>
            </a:r>
            <a:r>
              <a:rPr lang="en-US" altLang="ko-KR"/>
              <a:t>&gt;</a:t>
            </a:r>
          </a:p>
          <a:p>
            <a:pPr lvl="1"/>
            <a:r>
              <a:rPr lang="en-US" altLang="ko-KR" err="1"/>
              <a:t>readonly</a:t>
            </a:r>
            <a:r>
              <a:rPr lang="en-US" altLang="ko-KR"/>
              <a:t> </a:t>
            </a:r>
            <a:r>
              <a:rPr lang="ko-KR" altLang="en-US"/>
              <a:t>옵션은 </a:t>
            </a:r>
            <a:r>
              <a:rPr lang="en-US" altLang="ko-KR"/>
              <a:t>input</a:t>
            </a:r>
            <a:r>
              <a:rPr lang="ko-KR" altLang="en-US"/>
              <a:t>값을 수정할 수 없도록 막는 기능</a:t>
            </a:r>
            <a:r>
              <a:rPr lang="en-US" altLang="ko-KR"/>
              <a:t>: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CB8F41-175D-4387-68A2-07DA67E63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772816"/>
            <a:ext cx="3384376" cy="224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3367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970BF-C019-D06B-7640-F8259507D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PHP </a:t>
            </a:r>
            <a:r>
              <a:rPr lang="ko-KR" altLang="en-US"/>
              <a:t>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E8E4A-524C-2DD0-0490-04375CA54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PHP </a:t>
            </a:r>
            <a:r>
              <a:rPr lang="ko-KR" altLang="en-US"/>
              <a:t>코드 블록에 </a:t>
            </a:r>
            <a:r>
              <a:rPr lang="en-US" altLang="ko-KR"/>
              <a:t>HTML </a:t>
            </a:r>
            <a:r>
              <a:rPr lang="ko-KR" altLang="en-US" err="1"/>
              <a:t>문서을</a:t>
            </a:r>
            <a:r>
              <a:rPr lang="ko-KR" altLang="en-US"/>
              <a:t> 생성하는 여러가지 코딩 스타일</a:t>
            </a:r>
            <a:r>
              <a:rPr lang="en-US" altLang="ko-KR"/>
              <a:t>(</a:t>
            </a:r>
            <a:r>
              <a:rPr lang="en-US" altLang="ko-KR" err="1"/>
              <a:t>phpblock.php</a:t>
            </a:r>
            <a:r>
              <a:rPr lang="en-US" altLang="ko-KR"/>
              <a:t>)</a:t>
            </a:r>
          </a:p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C900E97-ACE3-C4AE-958F-13A55280D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15" y="3688289"/>
            <a:ext cx="4439270" cy="1314633"/>
          </a:xfrm>
          <a:prstGeom prst="rect">
            <a:avLst/>
          </a:prstGeom>
          <a:ln w="12700">
            <a:solidFill>
              <a:schemeClr val="bg2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9CCC645-458F-3316-D28E-7AE8F2F4A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4592123"/>
            <a:ext cx="4191585" cy="1829055"/>
          </a:xfrm>
          <a:prstGeom prst="rect">
            <a:avLst/>
          </a:prstGeom>
          <a:ln w="12700">
            <a:solidFill>
              <a:schemeClr val="bg2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0085552-BE53-24CE-2D06-52A15B018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1523296"/>
            <a:ext cx="4439270" cy="1209105"/>
          </a:xfrm>
          <a:prstGeom prst="rect">
            <a:avLst/>
          </a:prstGeom>
          <a:ln w="12700">
            <a:solidFill>
              <a:schemeClr val="bg2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A4D71F7-1A4E-5055-562F-7FA0917F4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4779" y="2502299"/>
            <a:ext cx="4885613" cy="1241950"/>
          </a:xfrm>
          <a:prstGeom prst="rect">
            <a:avLst/>
          </a:prstGeom>
          <a:ln w="12700">
            <a:solidFill>
              <a:schemeClr val="bg2"/>
            </a:solidFill>
          </a:ln>
        </p:spPr>
      </p:pic>
      <p:graphicFrame>
        <p:nvGraphicFramePr>
          <p:cNvPr id="16" name="내용 개체 틀 3">
            <a:extLst>
              <a:ext uri="{FF2B5EF4-FFF2-40B4-BE49-F238E27FC236}">
                <a16:creationId xmlns:a16="http://schemas.microsoft.com/office/drawing/2014/main" id="{0265EB68-1379-4127-8C78-8882AEE59BDC}"/>
              </a:ext>
            </a:extLst>
          </p:cNvPr>
          <p:cNvGraphicFramePr>
            <a:graphicFrameLocks/>
          </p:cNvGraphicFramePr>
          <p:nvPr/>
        </p:nvGraphicFramePr>
        <p:xfrm>
          <a:off x="5042920" y="1523297"/>
          <a:ext cx="327349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1344">
                <a:tc>
                  <a:txBody>
                    <a:bodyPr/>
                    <a:lstStyle/>
                    <a:p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생성하려는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HTML tag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7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&lt;div&gt;HTML TEXT 1 &lt;/div&gt;</a:t>
                      </a:r>
                    </a:p>
                    <a:p>
                      <a:pPr latinLnBrk="1"/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&lt;div&gt;HTML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TEXT 2 &lt;/div&gt;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47476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PHP </a:t>
            </a:r>
            <a:r>
              <a:rPr lang="ko-KR" altLang="en-US"/>
              <a:t>기본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크롬 브라우저로 웹 사이트 디버깅</a:t>
            </a:r>
            <a:endParaRPr lang="en-US" altLang="ko-KR"/>
          </a:p>
          <a:p>
            <a:r>
              <a:rPr lang="ko-KR" altLang="en-US"/>
              <a:t>개발자 도구 또는 단축키 </a:t>
            </a:r>
            <a:r>
              <a:rPr lang="en-US" altLang="ko-KR"/>
              <a:t>(CTRL + SHIFT + I)</a:t>
            </a:r>
          </a:p>
          <a:p>
            <a:r>
              <a:rPr lang="ko-KR" altLang="en-US"/>
              <a:t>웹사이트가 렌더링 될때 다운로드 한 파일과 </a:t>
            </a:r>
            <a:r>
              <a:rPr lang="en-US" altLang="ko-KR"/>
              <a:t>HTML DOM </a:t>
            </a:r>
            <a:r>
              <a:rPr lang="ko-KR" altLang="en-US"/>
              <a:t>구조를 볼 수 있다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420888"/>
            <a:ext cx="5539077" cy="338437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534" y="3023233"/>
            <a:ext cx="3773914" cy="259228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5136634" y="5361786"/>
            <a:ext cx="1800200" cy="24230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091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PHP </a:t>
            </a:r>
            <a:r>
              <a:rPr lang="ko-KR" altLang="en-US"/>
              <a:t>기본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PHP</a:t>
            </a:r>
            <a:r>
              <a:rPr lang="ko-KR" altLang="en-US"/>
              <a:t>와 </a:t>
            </a:r>
            <a:r>
              <a:rPr lang="en-US" altLang="ko-KR"/>
              <a:t> Apache</a:t>
            </a:r>
            <a:r>
              <a:rPr lang="ko-KR" altLang="en-US"/>
              <a:t>의 동작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CCC645-458F-3316-D28E-7AE8F2F4A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552" y="3868992"/>
            <a:ext cx="2904080" cy="1267234"/>
          </a:xfrm>
          <a:prstGeom prst="rect">
            <a:avLst/>
          </a:prstGeom>
          <a:ln w="12700">
            <a:solidFill>
              <a:schemeClr val="bg2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871" y="3734676"/>
            <a:ext cx="2849496" cy="158652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026" name="Picture 2" descr="Apache HTTP server logo (2019-present).sv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4029" y="2566101"/>
            <a:ext cx="2227858" cy="849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HP-logo.sv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6072" y="2567683"/>
            <a:ext cx="1790139" cy="96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oogle Chrome icon (February 2022).sv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061" y="2590722"/>
            <a:ext cx="910286" cy="910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직선 화살표 연결선 8"/>
          <p:cNvCxnSpPr/>
          <p:nvPr/>
        </p:nvCxnSpPr>
        <p:spPr>
          <a:xfrm>
            <a:off x="1763688" y="2780928"/>
            <a:ext cx="1152000" cy="0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>
            <a:off x="1763688" y="3212976"/>
            <a:ext cx="1152000" cy="0"/>
          </a:xfrm>
          <a:prstGeom prst="straightConnector1">
            <a:avLst/>
          </a:prstGeom>
          <a:ln w="50800">
            <a:headEnd type="triangl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7264" y="2101292"/>
            <a:ext cx="2962688" cy="40010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cxnSp>
        <p:nvCxnSpPr>
          <p:cNvPr id="20" name="직선 화살표 연결선 19"/>
          <p:cNvCxnSpPr/>
          <p:nvPr/>
        </p:nvCxnSpPr>
        <p:spPr>
          <a:xfrm>
            <a:off x="5616012" y="2780928"/>
            <a:ext cx="1152000" cy="0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>
            <a:off x="5616012" y="3212976"/>
            <a:ext cx="1152000" cy="0"/>
          </a:xfrm>
          <a:prstGeom prst="straightConnector1">
            <a:avLst/>
          </a:prstGeom>
          <a:ln w="50800">
            <a:headEnd type="triangl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292080" y="2188893"/>
            <a:ext cx="3312368" cy="31250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600" b="1">
                <a:latin typeface="맑은 고딕" panose="020B0503020000020004" pitchFamily="34" charset="-127"/>
                <a:ea typeface="맑은 고딕" panose="020B0503020000020004" pitchFamily="34" charset="-127"/>
              </a:rPr>
              <a:t>htdocs/phpblock.php </a:t>
            </a:r>
            <a:r>
              <a:rPr lang="ko-KR" altLang="en-US" sz="1600" b="1">
                <a:latin typeface="맑은 고딕" panose="020B0503020000020004" pitchFamily="34" charset="-127"/>
                <a:ea typeface="맑은 고딕" panose="020B0503020000020004" pitchFamily="34" charset="-127"/>
              </a:rPr>
              <a:t>코드 수행</a:t>
            </a:r>
            <a:endParaRPr lang="ko-KR" altLang="en-US" sz="1600" b="1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14" name="오른쪽 화살표 13"/>
          <p:cNvSpPr/>
          <p:nvPr/>
        </p:nvSpPr>
        <p:spPr>
          <a:xfrm rot="10800000">
            <a:off x="5588803" y="4294393"/>
            <a:ext cx="432048" cy="36004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549" y="3614899"/>
            <a:ext cx="1952898" cy="282932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5" name="오른쪽 화살표 24"/>
          <p:cNvSpPr/>
          <p:nvPr/>
        </p:nvSpPr>
        <p:spPr>
          <a:xfrm rot="10800000">
            <a:off x="2395063" y="4273477"/>
            <a:ext cx="432048" cy="36004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3614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PHP </a:t>
            </a:r>
            <a:r>
              <a:rPr lang="ko-KR" altLang="en-US"/>
              <a:t>기본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크롬 개발자 도구를 이용해서 네트워크에 전달 되는 내용을 확인 해보자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>
                <a:hlinkClick r:id="rId2"/>
              </a:rPr>
              <a:t>http://remotehost/phpblock.php</a:t>
            </a:r>
            <a:endParaRPr lang="en-US" altLang="ko-KR"/>
          </a:p>
          <a:p>
            <a:pPr lvl="1"/>
            <a:r>
              <a:rPr lang="ko-KR" altLang="en-US" sz="1400"/>
              <a:t>내 컴퓨터가 아닌 원격의 웹서버에서 실행 중인 웹 페이지가 로드되는지 확인 해보자</a:t>
            </a:r>
            <a:r>
              <a:rPr lang="en-US" altLang="ko-KR" sz="1400"/>
              <a:t>.</a:t>
            </a:r>
          </a:p>
          <a:p>
            <a:pPr lvl="1"/>
            <a:r>
              <a:rPr lang="ko-KR" altLang="en-US" sz="1400"/>
              <a:t>변경내용이 적용되는 것을 확인 해 볼 수 있다</a:t>
            </a:r>
            <a:r>
              <a:rPr lang="en-US" altLang="ko-KR" sz="1400"/>
              <a:t>.</a:t>
            </a:r>
            <a:endParaRPr lang="ko-KR" altLang="en-US" sz="140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628800"/>
            <a:ext cx="4629796" cy="139084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677295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1192F4F-56EE-6517-75F7-864E3F2272C9}"/>
              </a:ext>
            </a:extLst>
          </p:cNvPr>
          <p:cNvSpPr/>
          <p:nvPr/>
        </p:nvSpPr>
        <p:spPr>
          <a:xfrm>
            <a:off x="611560" y="1871768"/>
            <a:ext cx="2820003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프로그램</a:t>
            </a:r>
            <a:r>
              <a:rPr lang="en-US" altLang="ko-KR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 </a:t>
            </a: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실습</a:t>
            </a:r>
          </a:p>
        </p:txBody>
      </p:sp>
    </p:spTree>
    <p:extLst>
      <p:ext uri="{BB962C8B-B14F-4D97-AF65-F5344CB8AC3E}">
        <p14:creationId xmlns:p14="http://schemas.microsoft.com/office/powerpoint/2010/main" val="13206875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970BF-C019-D06B-7640-F8259507D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E8E4A-524C-2DD0-0490-04375CA54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주문목록 페이지 만들기</a:t>
            </a:r>
            <a:endParaRPr lang="en-US" altLang="ko-KR"/>
          </a:p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5F9239A-1156-2E40-E642-4AB960C23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924689"/>
            <a:ext cx="4518502" cy="316835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8BE77E1-51A4-32BA-08F3-B9D72DC7B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1557" y="1924689"/>
            <a:ext cx="3342891" cy="309634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A274F7-51C2-FE28-6BF5-DED53BAA5367}"/>
              </a:ext>
            </a:extLst>
          </p:cNvPr>
          <p:cNvSpPr txBox="1"/>
          <p:nvPr/>
        </p:nvSpPr>
        <p:spPr>
          <a:xfrm>
            <a:off x="467544" y="1515193"/>
            <a:ext cx="1483270" cy="47332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400" b="1"/>
              <a:t>orderlist.</a:t>
            </a:r>
            <a:r>
              <a:rPr lang="en-US" altLang="ko-KR" sz="1400" b="1" err="1"/>
              <a:t>php</a:t>
            </a:r>
            <a:endParaRPr lang="ko-KR" altLang="en-US" sz="14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A274F7-51C2-FE28-6BF5-DED53BAA5367}"/>
              </a:ext>
            </a:extLst>
          </p:cNvPr>
          <p:cNvSpPr txBox="1"/>
          <p:nvPr/>
        </p:nvSpPr>
        <p:spPr>
          <a:xfrm>
            <a:off x="5246151" y="1515193"/>
            <a:ext cx="1483270" cy="47332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400" b="1"/>
              <a:t>customerview.php</a:t>
            </a:r>
            <a:endParaRPr lang="ko-KR" altLang="en-US" sz="1400" b="1"/>
          </a:p>
        </p:txBody>
      </p:sp>
      <p:sp>
        <p:nvSpPr>
          <p:cNvPr id="7" name="직사각형 6"/>
          <p:cNvSpPr/>
          <p:nvPr/>
        </p:nvSpPr>
        <p:spPr>
          <a:xfrm>
            <a:off x="539552" y="2276872"/>
            <a:ext cx="576064" cy="2744161"/>
          </a:xfrm>
          <a:prstGeom prst="rect">
            <a:avLst/>
          </a:prstGeom>
          <a:noFill/>
          <a:ln w="222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5DF181AD-1675-8B09-6807-E822E3851E02}"/>
              </a:ext>
            </a:extLst>
          </p:cNvPr>
          <p:cNvSpPr/>
          <p:nvPr/>
        </p:nvSpPr>
        <p:spPr>
          <a:xfrm>
            <a:off x="4799290" y="3216904"/>
            <a:ext cx="576064" cy="432048"/>
          </a:xfrm>
          <a:prstGeom prst="right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4832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970BF-C019-D06B-7640-F8259507D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E8E4A-524C-2DD0-0490-04375CA54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908720"/>
            <a:ext cx="8064896" cy="5472608"/>
          </a:xfrm>
        </p:spPr>
        <p:txBody>
          <a:bodyPr/>
          <a:lstStyle/>
          <a:p>
            <a:r>
              <a:rPr lang="ko-KR" altLang="en-US"/>
              <a:t>주문목록 페이지 만들기</a:t>
            </a:r>
            <a:endParaRPr lang="en-US" altLang="ko-KR"/>
          </a:p>
          <a:p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626D36D-7303-14A7-85A4-61ACA27AAB41}"/>
              </a:ext>
            </a:extLst>
          </p:cNvPr>
          <p:cNvGrpSpPr/>
          <p:nvPr/>
        </p:nvGrpSpPr>
        <p:grpSpPr>
          <a:xfrm>
            <a:off x="890117" y="1345441"/>
            <a:ext cx="7344816" cy="5187677"/>
            <a:chOff x="952058" y="1960536"/>
            <a:chExt cx="7351496" cy="2007031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5BDA6A59-BEC7-3E9E-F676-459325B095A8}"/>
                </a:ext>
              </a:extLst>
            </p:cNvPr>
            <p:cNvSpPr/>
            <p:nvPr/>
          </p:nvSpPr>
          <p:spPr>
            <a:xfrm>
              <a:off x="952058" y="1960536"/>
              <a:ext cx="7351496" cy="2007031"/>
            </a:xfrm>
            <a:prstGeom prst="roundRect">
              <a:avLst>
                <a:gd name="adj" fmla="val 1376"/>
              </a:avLst>
            </a:prstGeom>
            <a:solidFill>
              <a:srgbClr val="1E1F22"/>
            </a:solidFill>
            <a:ln w="158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EAF73B-35F1-A86C-F165-99D7A296EEF2}"/>
                </a:ext>
              </a:extLst>
            </p:cNvPr>
            <p:cNvSpPr txBox="1"/>
            <p:nvPr/>
          </p:nvSpPr>
          <p:spPr>
            <a:xfrm>
              <a:off x="952058" y="1960536"/>
              <a:ext cx="4050824" cy="119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>
                  <a:solidFill>
                    <a:schemeClr val="bg1"/>
                  </a:solidFill>
                </a:rPr>
                <a:t>C:\xampp\htdoc\orderlist.php</a:t>
              </a:r>
              <a:endParaRPr lang="ko-KR" altLang="en-US" sz="1400">
                <a:solidFill>
                  <a:schemeClr val="bg1"/>
                </a:solidFill>
              </a:endParaRP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D222C4C9-6B7C-871A-4C2E-2093951ED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40" y="1606172"/>
            <a:ext cx="6614688" cy="4850494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CED6EAB9-056A-60A6-339F-DE6C86064CC7}"/>
              </a:ext>
            </a:extLst>
          </p:cNvPr>
          <p:cNvSpPr/>
          <p:nvPr/>
        </p:nvSpPr>
        <p:spPr>
          <a:xfrm>
            <a:off x="827584" y="3731779"/>
            <a:ext cx="7488832" cy="201277"/>
          </a:xfrm>
          <a:prstGeom prst="rect">
            <a:avLst/>
          </a:prstGeom>
          <a:solidFill>
            <a:srgbClr val="F1900F">
              <a:alpha val="14000"/>
            </a:srgbClr>
          </a:solidFill>
          <a:ln w="19050">
            <a:solidFill>
              <a:srgbClr val="F1900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3871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970BF-C019-D06B-7640-F8259507D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E8E4A-524C-2DD0-0490-04375CA54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908720"/>
            <a:ext cx="8064896" cy="5472608"/>
          </a:xfrm>
        </p:spPr>
        <p:txBody>
          <a:bodyPr/>
          <a:lstStyle/>
          <a:p>
            <a:r>
              <a:rPr lang="ko-KR" altLang="en-US"/>
              <a:t>고객상세 페이지 만들기</a:t>
            </a:r>
            <a:endParaRPr lang="en-US" altLang="ko-KR"/>
          </a:p>
          <a:p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626D36D-7303-14A7-85A4-61ACA27AAB41}"/>
              </a:ext>
            </a:extLst>
          </p:cNvPr>
          <p:cNvGrpSpPr/>
          <p:nvPr/>
        </p:nvGrpSpPr>
        <p:grpSpPr>
          <a:xfrm>
            <a:off x="890116" y="1345441"/>
            <a:ext cx="7354291" cy="5251911"/>
            <a:chOff x="952058" y="1960536"/>
            <a:chExt cx="7351496" cy="2007031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5BDA6A59-BEC7-3E9E-F676-459325B095A8}"/>
                </a:ext>
              </a:extLst>
            </p:cNvPr>
            <p:cNvSpPr/>
            <p:nvPr/>
          </p:nvSpPr>
          <p:spPr>
            <a:xfrm>
              <a:off x="952058" y="1960536"/>
              <a:ext cx="7351496" cy="2007031"/>
            </a:xfrm>
            <a:prstGeom prst="roundRect">
              <a:avLst>
                <a:gd name="adj" fmla="val 1376"/>
              </a:avLst>
            </a:prstGeom>
            <a:solidFill>
              <a:srgbClr val="1E1F22"/>
            </a:solidFill>
            <a:ln w="158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EAF73B-35F1-A86C-F165-99D7A296EEF2}"/>
                </a:ext>
              </a:extLst>
            </p:cNvPr>
            <p:cNvSpPr txBox="1"/>
            <p:nvPr/>
          </p:nvSpPr>
          <p:spPr>
            <a:xfrm>
              <a:off x="952058" y="1960536"/>
              <a:ext cx="4050824" cy="119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>
                  <a:solidFill>
                    <a:schemeClr val="bg1"/>
                  </a:solidFill>
                </a:rPr>
                <a:t>C:\xampp\htdoc\customerview.php</a:t>
              </a:r>
              <a:endParaRPr lang="ko-KR" altLang="en-US" sz="1400">
                <a:solidFill>
                  <a:schemeClr val="bg1"/>
                </a:solidFill>
              </a:endParaRP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D643AD4F-588E-64ED-5C3A-6EED2B8F0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49" y="1621570"/>
            <a:ext cx="6353559" cy="4941168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CED6EAB9-056A-60A6-339F-DE6C86064CC7}"/>
              </a:ext>
            </a:extLst>
          </p:cNvPr>
          <p:cNvSpPr/>
          <p:nvPr/>
        </p:nvSpPr>
        <p:spPr>
          <a:xfrm>
            <a:off x="822845" y="2492896"/>
            <a:ext cx="7488832" cy="360040"/>
          </a:xfrm>
          <a:prstGeom prst="rect">
            <a:avLst/>
          </a:prstGeom>
          <a:solidFill>
            <a:srgbClr val="F1900F">
              <a:alpha val="14000"/>
            </a:srgbClr>
          </a:solidFill>
          <a:ln w="19050">
            <a:solidFill>
              <a:srgbClr val="F1900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9761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E572B-3A3D-88E4-03D0-04FF04936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6BF9C7-A2EF-DD72-218F-AAD5D8441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err="1"/>
              <a:t>주목목록</a:t>
            </a:r>
            <a:r>
              <a:rPr lang="ko-KR" altLang="en-US"/>
              <a:t> 페이지에 판매액을 누르면 수정할 수 있는 기능 추가하기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5CD25F-723A-C477-E99F-27B22B229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16" y="1791867"/>
            <a:ext cx="3838124" cy="29800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A18EFFD-15FD-8464-5885-FEFE2A084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984" y="1628799"/>
            <a:ext cx="2963963" cy="310385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4B13575-BA8E-1528-6A95-35EC7F975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134" y="4845991"/>
            <a:ext cx="4353533" cy="190526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755576" y="1407047"/>
            <a:ext cx="1483270" cy="47332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400" b="1"/>
              <a:t>orderlist_ver2.</a:t>
            </a:r>
            <a:r>
              <a:rPr lang="en-US" altLang="ko-KR" sz="1400" b="1" err="1"/>
              <a:t>php</a:t>
            </a:r>
            <a:endParaRPr lang="ko-KR" altLang="en-US" sz="1400" b="1"/>
          </a:p>
        </p:txBody>
      </p:sp>
      <p:sp>
        <p:nvSpPr>
          <p:cNvPr id="20" name="TextBox 19"/>
          <p:cNvSpPr txBox="1"/>
          <p:nvPr/>
        </p:nvSpPr>
        <p:spPr>
          <a:xfrm>
            <a:off x="6134147" y="1952668"/>
            <a:ext cx="1483270" cy="47332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400" b="1"/>
              <a:t>updateorder.php</a:t>
            </a:r>
            <a:endParaRPr lang="ko-KR" altLang="en-US" sz="1400" b="1"/>
          </a:p>
        </p:txBody>
      </p:sp>
      <p:sp>
        <p:nvSpPr>
          <p:cNvPr id="21" name="TextBox 20"/>
          <p:cNvSpPr txBox="1"/>
          <p:nvPr/>
        </p:nvSpPr>
        <p:spPr>
          <a:xfrm>
            <a:off x="5378769" y="6072660"/>
            <a:ext cx="2205195" cy="47332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400" b="1"/>
              <a:t>action_updateorder.php</a:t>
            </a:r>
            <a:endParaRPr lang="ko-KR" altLang="en-US" sz="1400" b="1"/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8695980D-E20A-DA6D-CCC2-E90B75C855B9}"/>
              </a:ext>
            </a:extLst>
          </p:cNvPr>
          <p:cNvSpPr/>
          <p:nvPr/>
        </p:nvSpPr>
        <p:spPr>
          <a:xfrm>
            <a:off x="4283968" y="2636912"/>
            <a:ext cx="576064" cy="432048"/>
          </a:xfrm>
          <a:prstGeom prst="right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84D1ADF3-E66B-3E90-9F3A-C139979BB4FC}"/>
              </a:ext>
            </a:extLst>
          </p:cNvPr>
          <p:cNvSpPr/>
          <p:nvPr/>
        </p:nvSpPr>
        <p:spPr>
          <a:xfrm rot="5400000">
            <a:off x="6979570" y="4723091"/>
            <a:ext cx="576064" cy="432048"/>
          </a:xfrm>
          <a:prstGeom prst="right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0E9C60B1-E65E-5D09-28A9-6CC38C1E8CBC}"/>
              </a:ext>
            </a:extLst>
          </p:cNvPr>
          <p:cNvSpPr/>
          <p:nvPr/>
        </p:nvSpPr>
        <p:spPr>
          <a:xfrm rot="16200000">
            <a:off x="3507533" y="4732654"/>
            <a:ext cx="576064" cy="432048"/>
          </a:xfrm>
          <a:prstGeom prst="right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7290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970BF-C019-D06B-7640-F8259507D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E8E4A-524C-2DD0-0490-04375CA54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908720"/>
            <a:ext cx="8064896" cy="5472608"/>
          </a:xfrm>
        </p:spPr>
        <p:txBody>
          <a:bodyPr/>
          <a:lstStyle/>
          <a:p>
            <a:r>
              <a:rPr lang="ko-KR" altLang="en-US" sz="1400"/>
              <a:t>주문 목록의 판매액 필드를 클릭하면 </a:t>
            </a:r>
            <a:r>
              <a:rPr lang="en-US" altLang="ko-KR" sz="1400"/>
              <a:t>updateorder.php </a:t>
            </a:r>
            <a:r>
              <a:rPr lang="ko-KR" altLang="en-US" sz="1400"/>
              <a:t>로 이동하도록 링크 생성</a:t>
            </a:r>
            <a:endParaRPr lang="en-US" altLang="ko-KR" sz="1400"/>
          </a:p>
          <a:p>
            <a:r>
              <a:rPr lang="en-US" altLang="ko-KR" sz="1400"/>
              <a:t>updateorder.php</a:t>
            </a:r>
            <a:r>
              <a:rPr lang="ko-KR" altLang="en-US" sz="1400"/>
              <a:t> </a:t>
            </a:r>
            <a:r>
              <a:rPr lang="en-US" altLang="ko-KR" sz="1400"/>
              <a:t>URL</a:t>
            </a:r>
            <a:r>
              <a:rPr lang="ko-KR" altLang="en-US" sz="1400"/>
              <a:t>에 </a:t>
            </a:r>
            <a:r>
              <a:rPr lang="en-US" altLang="ko-KR" sz="1400"/>
              <a:t>GET </a:t>
            </a:r>
            <a:r>
              <a:rPr lang="ko-KR" altLang="en-US" sz="1400"/>
              <a:t>파라미터로 </a:t>
            </a:r>
            <a:r>
              <a:rPr lang="en-US" altLang="ko-KR" sz="1400"/>
              <a:t>orderid</a:t>
            </a:r>
            <a:r>
              <a:rPr lang="ko-KR" altLang="en-US" sz="1400"/>
              <a:t>를 전달</a:t>
            </a:r>
            <a:endParaRPr lang="en-US" altLang="ko-KR" sz="1400"/>
          </a:p>
          <a:p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626D36D-7303-14A7-85A4-61ACA27AAB41}"/>
              </a:ext>
            </a:extLst>
          </p:cNvPr>
          <p:cNvGrpSpPr/>
          <p:nvPr/>
        </p:nvGrpSpPr>
        <p:grpSpPr>
          <a:xfrm>
            <a:off x="891352" y="1622897"/>
            <a:ext cx="7354291" cy="4693990"/>
            <a:chOff x="952058" y="1960536"/>
            <a:chExt cx="7351496" cy="2007031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5BDA6A59-BEC7-3E9E-F676-459325B095A8}"/>
                </a:ext>
              </a:extLst>
            </p:cNvPr>
            <p:cNvSpPr/>
            <p:nvPr/>
          </p:nvSpPr>
          <p:spPr>
            <a:xfrm>
              <a:off x="952058" y="1960536"/>
              <a:ext cx="7351496" cy="2007031"/>
            </a:xfrm>
            <a:prstGeom prst="roundRect">
              <a:avLst>
                <a:gd name="adj" fmla="val 1376"/>
              </a:avLst>
            </a:prstGeom>
            <a:solidFill>
              <a:srgbClr val="1E1F22"/>
            </a:solidFill>
            <a:ln w="158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EAF73B-35F1-A86C-F165-99D7A296EEF2}"/>
                </a:ext>
              </a:extLst>
            </p:cNvPr>
            <p:cNvSpPr txBox="1"/>
            <p:nvPr/>
          </p:nvSpPr>
          <p:spPr>
            <a:xfrm>
              <a:off x="952058" y="1960536"/>
              <a:ext cx="4050824" cy="119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>
                  <a:solidFill>
                    <a:schemeClr val="bg1"/>
                  </a:solidFill>
                </a:rPr>
                <a:t>C:\xampp\htdoc\orderlist_ver2.php</a:t>
              </a:r>
              <a:endParaRPr lang="ko-KR" altLang="en-US" sz="1400">
                <a:solidFill>
                  <a:schemeClr val="bg1"/>
                </a:solidFill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2C38808D-3AC7-609E-9F20-515B3A2BD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57" y="1916831"/>
            <a:ext cx="7265029" cy="410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62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970BF-C019-D06B-7640-F8259507D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E8E4A-524C-2DD0-0490-04375CA54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908720"/>
            <a:ext cx="8064896" cy="5472608"/>
          </a:xfrm>
        </p:spPr>
        <p:txBody>
          <a:bodyPr/>
          <a:lstStyle/>
          <a:p>
            <a:r>
              <a:rPr lang="en-US" altLang="ko-KR" sz="1400"/>
              <a:t>GET</a:t>
            </a:r>
            <a:r>
              <a:rPr lang="ko-KR" altLang="en-US" sz="1400"/>
              <a:t> 파라미터의 </a:t>
            </a:r>
            <a:r>
              <a:rPr lang="en-US" altLang="ko-KR" sz="1400"/>
              <a:t>id </a:t>
            </a:r>
            <a:r>
              <a:rPr lang="ko-KR" altLang="en-US" sz="1400"/>
              <a:t>는 </a:t>
            </a:r>
            <a:r>
              <a:rPr lang="en-US" altLang="ko-KR" sz="1400"/>
              <a:t>orderid </a:t>
            </a:r>
            <a:r>
              <a:rPr lang="ko-KR" altLang="en-US" sz="1400"/>
              <a:t>이다</a:t>
            </a:r>
            <a:r>
              <a:rPr lang="en-US" altLang="ko-KR" sz="1400"/>
              <a:t>.</a:t>
            </a:r>
          </a:p>
          <a:p>
            <a:r>
              <a:rPr lang="en-US" altLang="ko-KR" sz="1400"/>
              <a:t>orderid </a:t>
            </a:r>
            <a:r>
              <a:rPr lang="ko-KR" altLang="en-US" sz="1400"/>
              <a:t>를 이용해서 선택된 주문의 </a:t>
            </a:r>
            <a:r>
              <a:rPr lang="en-US" altLang="ko-KR" sz="1400"/>
              <a:t>record</a:t>
            </a:r>
            <a:r>
              <a:rPr lang="ko-KR" altLang="en-US" sz="1400"/>
              <a:t>를 가져오도록 한다</a:t>
            </a:r>
            <a:r>
              <a:rPr lang="en-US" altLang="ko-KR" sz="1400"/>
              <a:t>.</a:t>
            </a:r>
          </a:p>
          <a:p>
            <a:r>
              <a:rPr lang="en-US" altLang="ko-KR" sz="1400"/>
              <a:t>saleprice </a:t>
            </a:r>
            <a:r>
              <a:rPr lang="ko-KR" altLang="en-US" sz="1400"/>
              <a:t>값이 수정되면 </a:t>
            </a:r>
            <a:r>
              <a:rPr lang="en-US" altLang="ko-KR" sz="1400"/>
              <a:t>form </a:t>
            </a:r>
            <a:r>
              <a:rPr lang="ko-KR" altLang="en-US" sz="1400"/>
              <a:t>의 </a:t>
            </a:r>
            <a:r>
              <a:rPr lang="en-US" altLang="ko-KR" sz="1400"/>
              <a:t>action</a:t>
            </a:r>
            <a:r>
              <a:rPr lang="ko-KR" altLang="en-US" sz="1400"/>
              <a:t>를 </a:t>
            </a:r>
            <a:r>
              <a:rPr lang="en-US" altLang="ko-KR" sz="1400"/>
              <a:t>action_updateorder.php </a:t>
            </a:r>
            <a:r>
              <a:rPr lang="ko-KR" altLang="en-US" sz="1400"/>
              <a:t>로 지정해서 해당 파일에서 처리하도록 한다</a:t>
            </a:r>
            <a:r>
              <a:rPr lang="en-US" altLang="ko-KR" sz="1400"/>
              <a:t>.</a:t>
            </a:r>
          </a:p>
          <a:p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626D36D-7303-14A7-85A4-61ACA27AAB41}"/>
              </a:ext>
            </a:extLst>
          </p:cNvPr>
          <p:cNvGrpSpPr/>
          <p:nvPr/>
        </p:nvGrpSpPr>
        <p:grpSpPr>
          <a:xfrm>
            <a:off x="869160" y="2245696"/>
            <a:ext cx="7354291" cy="4398391"/>
            <a:chOff x="952058" y="1960536"/>
            <a:chExt cx="7351496" cy="2007031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5BDA6A59-BEC7-3E9E-F676-459325B095A8}"/>
                </a:ext>
              </a:extLst>
            </p:cNvPr>
            <p:cNvSpPr/>
            <p:nvPr/>
          </p:nvSpPr>
          <p:spPr>
            <a:xfrm>
              <a:off x="952058" y="1960536"/>
              <a:ext cx="7351496" cy="2007031"/>
            </a:xfrm>
            <a:prstGeom prst="roundRect">
              <a:avLst>
                <a:gd name="adj" fmla="val 1376"/>
              </a:avLst>
            </a:prstGeom>
            <a:solidFill>
              <a:srgbClr val="1E1F22"/>
            </a:solidFill>
            <a:ln w="158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EAF73B-35F1-A86C-F165-99D7A296EEF2}"/>
                </a:ext>
              </a:extLst>
            </p:cNvPr>
            <p:cNvSpPr txBox="1"/>
            <p:nvPr/>
          </p:nvSpPr>
          <p:spPr>
            <a:xfrm>
              <a:off x="952058" y="1960536"/>
              <a:ext cx="4050824" cy="13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>
                  <a:solidFill>
                    <a:schemeClr val="bg1"/>
                  </a:solidFill>
                </a:rPr>
                <a:t>C:\xampp\htdoc\updateorder.php</a:t>
              </a:r>
              <a:endParaRPr lang="ko-KR" altLang="en-US" sz="1400">
                <a:solidFill>
                  <a:schemeClr val="bg1"/>
                </a:solidFill>
              </a:endParaRP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24787E94-B1CD-8857-2A28-ECBD152FB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886" y="2564904"/>
            <a:ext cx="7274837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6229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970BF-C019-D06B-7640-F8259507D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E8E4A-524C-2DD0-0490-04375CA54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908720"/>
            <a:ext cx="8064896" cy="5472608"/>
          </a:xfrm>
        </p:spPr>
        <p:txBody>
          <a:bodyPr/>
          <a:lstStyle/>
          <a:p>
            <a:r>
              <a:rPr lang="en-US" altLang="ko-KR" sz="1400"/>
              <a:t>POST</a:t>
            </a:r>
            <a:r>
              <a:rPr lang="ko-KR" altLang="en-US" sz="1400"/>
              <a:t> 파라미터에서 </a:t>
            </a:r>
            <a:r>
              <a:rPr lang="en-US" altLang="ko-KR" sz="1400"/>
              <a:t>orderid </a:t>
            </a:r>
            <a:r>
              <a:rPr lang="ko-KR" altLang="en-US" sz="1400"/>
              <a:t>와 </a:t>
            </a:r>
            <a:r>
              <a:rPr lang="en-US" altLang="ko-KR" sz="1400"/>
              <a:t>saleprice </a:t>
            </a:r>
            <a:r>
              <a:rPr lang="ko-KR" altLang="en-US" sz="1400"/>
              <a:t>를 얻어서 주문액을 업데이트하는 쿼리를 생성해서 실행한다</a:t>
            </a:r>
            <a:r>
              <a:rPr lang="en-US" altLang="ko-KR" sz="1400"/>
              <a:t>.</a:t>
            </a:r>
          </a:p>
          <a:p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626D36D-7303-14A7-85A4-61ACA27AAB41}"/>
              </a:ext>
            </a:extLst>
          </p:cNvPr>
          <p:cNvGrpSpPr/>
          <p:nvPr/>
        </p:nvGrpSpPr>
        <p:grpSpPr>
          <a:xfrm>
            <a:off x="960980" y="1707971"/>
            <a:ext cx="7354291" cy="4398391"/>
            <a:chOff x="952058" y="1960536"/>
            <a:chExt cx="7351496" cy="2007031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5BDA6A59-BEC7-3E9E-F676-459325B095A8}"/>
                </a:ext>
              </a:extLst>
            </p:cNvPr>
            <p:cNvSpPr/>
            <p:nvPr/>
          </p:nvSpPr>
          <p:spPr>
            <a:xfrm>
              <a:off x="952058" y="1960536"/>
              <a:ext cx="7351496" cy="2007031"/>
            </a:xfrm>
            <a:prstGeom prst="roundRect">
              <a:avLst>
                <a:gd name="adj" fmla="val 1376"/>
              </a:avLst>
            </a:prstGeom>
            <a:solidFill>
              <a:srgbClr val="1E1F22"/>
            </a:solidFill>
            <a:ln w="158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EAF73B-35F1-A86C-F165-99D7A296EEF2}"/>
                </a:ext>
              </a:extLst>
            </p:cNvPr>
            <p:cNvSpPr txBox="1"/>
            <p:nvPr/>
          </p:nvSpPr>
          <p:spPr>
            <a:xfrm>
              <a:off x="952058" y="1960536"/>
              <a:ext cx="4050824" cy="140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>
                  <a:solidFill>
                    <a:schemeClr val="bg1"/>
                  </a:solidFill>
                </a:rPr>
                <a:t>C:\xampp\htdoc\action _updateorder.php</a:t>
              </a:r>
              <a:endParaRPr lang="ko-KR" altLang="en-US" sz="1400">
                <a:solidFill>
                  <a:schemeClr val="bg1"/>
                </a:solidFill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80D0D19B-CC4D-9B30-DF8D-BE2699293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015748"/>
            <a:ext cx="5976664" cy="406146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08C98B7-98CD-ABBC-EEF4-7D2A7C97EC6F}"/>
              </a:ext>
            </a:extLst>
          </p:cNvPr>
          <p:cNvSpPr/>
          <p:nvPr/>
        </p:nvSpPr>
        <p:spPr>
          <a:xfrm>
            <a:off x="845564" y="3429000"/>
            <a:ext cx="7488832" cy="201277"/>
          </a:xfrm>
          <a:prstGeom prst="rect">
            <a:avLst/>
          </a:prstGeom>
          <a:solidFill>
            <a:srgbClr val="F1900F">
              <a:alpha val="14000"/>
            </a:srgbClr>
          </a:solidFill>
          <a:ln w="19050">
            <a:solidFill>
              <a:srgbClr val="F1900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04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0879E3-9EC1-96A4-4A76-7A8C2517F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2A3DB7BA-21F5-2AB9-69D4-598416BB81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536" y="980728"/>
            <a:ext cx="7244232" cy="2808312"/>
          </a:xfr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AAD5E39-CED6-6B8D-CEB6-AFEA2716B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6" y="3082859"/>
            <a:ext cx="5256584" cy="361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0434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24DB0-B72D-AADD-6BA6-D07B7B251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CF16BAA6-BA66-3AEC-A3D1-A57C132554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1796275"/>
              </p:ext>
            </p:extLst>
          </p:nvPr>
        </p:nvGraphicFramePr>
        <p:xfrm>
          <a:off x="395536" y="1037601"/>
          <a:ext cx="7704856" cy="32766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704856">
                  <a:extLst>
                    <a:ext uri="{9D8B030D-6E8A-4147-A177-3AD203B41FA5}">
                      <a16:colId xmlns:a16="http://schemas.microsoft.com/office/drawing/2014/main" val="637360609"/>
                    </a:ext>
                  </a:extLst>
                </a:gridCol>
              </a:tblGrid>
              <a:tr h="3255495">
                <a:tc>
                  <a:txBody>
                    <a:bodyPr/>
                    <a:lstStyle/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&lt;?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php</a:t>
                      </a:r>
                      <a:endParaRPr lang="en-US" altLang="ko-KR" sz="1100" b="1" kern="120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echo '&lt;table class="styled-table" style="width: 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700px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"&gt;&lt;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thead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&gt;'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.'&lt;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&gt;&lt;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주소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&gt;&lt;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주문도서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&gt;&lt;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정가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&gt;&lt;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판매액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&gt;&lt;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주문일자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&gt;'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.'&lt;/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thead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&gt;&lt;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tbody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&gt;';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while($row = 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mysqli_fetch_array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($result)) {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    echo ('&lt;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tr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class="active-row"&gt;&lt;td&gt;&lt;b&gt;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             &lt;a 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href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="customerview.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php?id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='.$row['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custid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'].'"&gt;'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             .$row['name'].'&lt;/a&gt;&lt;/b&gt;&lt;/td&gt;'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             .'&lt;td&gt;'.$row['address'].'&lt;/td&gt;'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             .'&lt;td&gt;'.$row['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bookname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'].'&lt;/td&gt;'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             .'&lt;td&gt;'.$row['price'].'&lt;/td&gt;'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             .'&lt;td&gt;&lt;b&gt;&lt;a 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href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="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updateorder.php?id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='.$row['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orderid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'].'"&gt;'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             .$row['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saleprice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']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             .'&lt;/a&gt;&lt;/b&gt;&lt;/td&gt;'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             .'&lt;td&gt;'.$row['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orderdate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'].'&lt;/td&gt;&lt;/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tr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&gt;'); 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}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   echo '&lt;/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tbody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&gt;&lt;/table&gt;&lt;p&gt;’;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?&gt;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56828"/>
                  </a:ext>
                </a:extLst>
              </a:tr>
            </a:tbl>
          </a:graphicData>
        </a:graphic>
      </p:graphicFrame>
      <p:sp>
        <p:nvSpPr>
          <p:cNvPr id="3" name="생각 풍선: 구름 모양 2">
            <a:extLst>
              <a:ext uri="{FF2B5EF4-FFF2-40B4-BE49-F238E27FC236}">
                <a16:creationId xmlns:a16="http://schemas.microsoft.com/office/drawing/2014/main" id="{5270CC8F-492E-A6AB-1874-0753850662BA}"/>
              </a:ext>
            </a:extLst>
          </p:cNvPr>
          <p:cNvSpPr/>
          <p:nvPr/>
        </p:nvSpPr>
        <p:spPr>
          <a:xfrm>
            <a:off x="5508104" y="1988840"/>
            <a:ext cx="2951932" cy="1584169"/>
          </a:xfrm>
          <a:prstGeom prst="cloudCallout">
            <a:avLst>
              <a:gd name="adj1" fmla="val -50170"/>
              <a:gd name="adj2" fmla="val 5837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HTML</a:t>
            </a:r>
            <a:r>
              <a:rPr lang="ko-KR" altLang="en-US" sz="1400"/>
              <a:t>이 </a:t>
            </a:r>
            <a:r>
              <a:rPr lang="en-US" altLang="ko-KR" sz="1400"/>
              <a:t>PHP </a:t>
            </a:r>
            <a:r>
              <a:rPr lang="ko-KR" altLang="en-US" sz="1400"/>
              <a:t>코드 블록 내부에 있다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42733829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24DB0-B72D-AADD-6BA6-D07B7B251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CF16BAA6-BA66-3AEC-A3D1-A57C132554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0002202"/>
              </p:ext>
            </p:extLst>
          </p:nvPr>
        </p:nvGraphicFramePr>
        <p:xfrm>
          <a:off x="395536" y="1037601"/>
          <a:ext cx="8064500" cy="56235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064500">
                  <a:extLst>
                    <a:ext uri="{9D8B030D-6E8A-4147-A177-3AD203B41FA5}">
                      <a16:colId xmlns:a16="http://schemas.microsoft.com/office/drawing/2014/main" val="637360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&lt;table class="styled-table" style="width: 700px;"&gt;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&lt;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thead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&lt;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&lt;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주소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&lt;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주문도서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&lt;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정가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&lt;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판매액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&lt;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ko-KR" altLang="en-US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주문일자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&lt;/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thead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&lt;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tbody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php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while($row=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mysqli_fetch_array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($result)) {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  &lt;tr class="active-row"&gt;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    &lt;td&gt;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    &lt;b&gt;&lt;a href="customerview.php?id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&lt;?=$row['custid']?&gt;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"&gt;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&lt;?=$row['name']?&gt;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&lt;/a&gt;&lt;/b&gt;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    &lt;/td&gt;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    &lt;td&gt;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&lt;?=$row['address']?&gt;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&lt;/td&gt;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    &lt;td&gt;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&lt;?=$row['bookname']?&gt;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&lt;/td&gt;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    &lt;td&gt;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&lt;?=$row['price']?&gt;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&lt;/td&gt;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    &lt;td&gt;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    &lt;!--&lt;a href="updateorder.php?id=1"&gt; --&gt;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    &lt;b&gt;&lt;a href="updateorder.php?id=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&lt;?=$row['orderid']?&gt;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        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&lt;?=$row['saleprice']?&gt;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      &lt;/a&gt;&lt;/b&gt;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     &lt;/td&gt;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     &lt;td&gt;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&lt;?=$row['orderdate']?&gt;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&lt;/td&gt;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  &lt;/tr&gt;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</a:t>
                      </a:r>
                      <a:r>
                        <a:rPr lang="en-US" altLang="ko-KR" sz="1100" b="1" kern="120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php</a:t>
                      </a:r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} </a:t>
                      </a:r>
                    </a:p>
                    <a:p>
                      <a:r>
                        <a:rPr lang="en-US" altLang="ko-KR" sz="11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&lt;/</a:t>
                      </a:r>
                      <a:r>
                        <a:rPr lang="en-US" altLang="ko-KR" sz="11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tbody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&lt;/table&gt;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56828"/>
                  </a:ext>
                </a:extLst>
              </a:tr>
            </a:tbl>
          </a:graphicData>
        </a:graphic>
      </p:graphicFrame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35AFAF8-EC3E-B8B7-FE89-6C361E735C2D}"/>
              </a:ext>
            </a:extLst>
          </p:cNvPr>
          <p:cNvCxnSpPr>
            <a:cxnSpLocks/>
          </p:cNvCxnSpPr>
          <p:nvPr/>
        </p:nvCxnSpPr>
        <p:spPr>
          <a:xfrm flipV="1">
            <a:off x="3489240" y="2996952"/>
            <a:ext cx="4251112" cy="18662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FBA6AAF-F962-553F-0187-42540A411699}"/>
              </a:ext>
            </a:extLst>
          </p:cNvPr>
          <p:cNvCxnSpPr>
            <a:cxnSpLocks/>
          </p:cNvCxnSpPr>
          <p:nvPr/>
        </p:nvCxnSpPr>
        <p:spPr>
          <a:xfrm>
            <a:off x="7740352" y="2996952"/>
            <a:ext cx="0" cy="3042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6E7B90A-A0AE-1CB3-0C5F-473942875C24}"/>
              </a:ext>
            </a:extLst>
          </p:cNvPr>
          <p:cNvCxnSpPr>
            <a:cxnSpLocks/>
          </p:cNvCxnSpPr>
          <p:nvPr/>
        </p:nvCxnSpPr>
        <p:spPr>
          <a:xfrm>
            <a:off x="774238" y="6039950"/>
            <a:ext cx="6966114" cy="0"/>
          </a:xfrm>
          <a:prstGeom prst="line">
            <a:avLst/>
          </a:prstGeom>
          <a:ln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생각 풍선: 구름 모양 17">
            <a:extLst>
              <a:ext uri="{FF2B5EF4-FFF2-40B4-BE49-F238E27FC236}">
                <a16:creationId xmlns:a16="http://schemas.microsoft.com/office/drawing/2014/main" id="{35FDBA22-0027-1AE1-93F4-723AB235D049}"/>
              </a:ext>
            </a:extLst>
          </p:cNvPr>
          <p:cNvSpPr/>
          <p:nvPr/>
        </p:nvSpPr>
        <p:spPr>
          <a:xfrm>
            <a:off x="5076056" y="3933061"/>
            <a:ext cx="2448272" cy="1584169"/>
          </a:xfrm>
          <a:prstGeom prst="cloudCallout">
            <a:avLst>
              <a:gd name="adj1" fmla="val -62498"/>
              <a:gd name="adj2" fmla="val 4720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php</a:t>
            </a:r>
            <a:r>
              <a:rPr lang="ko-KR" altLang="en-US" sz="1400"/>
              <a:t> 블록이 분리되어 있어도 동작한다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5393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77411E-DCBA-C9F4-936F-561E6DE1B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CF8123-160C-5E8D-4AEA-ECAE3B584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orderlist_ver2.</a:t>
            </a:r>
            <a:r>
              <a:rPr lang="en-US" altLang="ko-KR" err="1"/>
              <a:t>php</a:t>
            </a:r>
            <a:r>
              <a:rPr lang="ko-KR" altLang="en-US"/>
              <a:t>를 참조해서 </a:t>
            </a:r>
            <a:r>
              <a:rPr lang="ko-KR" altLang="en-US" err="1"/>
              <a:t>주문목록</a:t>
            </a:r>
            <a:r>
              <a:rPr lang="ko-KR" altLang="en-US"/>
              <a:t> 페이지 </a:t>
            </a:r>
            <a:r>
              <a:rPr lang="en-US" altLang="ko-KR"/>
              <a:t>orderlist_ver3.</a:t>
            </a:r>
            <a:r>
              <a:rPr lang="en-US" altLang="ko-KR" err="1"/>
              <a:t>php</a:t>
            </a:r>
            <a:r>
              <a:rPr lang="en-US" altLang="ko-KR"/>
              <a:t> </a:t>
            </a:r>
            <a:r>
              <a:rPr lang="ko-KR" altLang="en-US"/>
              <a:t>생성</a:t>
            </a:r>
            <a:endParaRPr lang="en-US" altLang="ko-KR"/>
          </a:p>
          <a:p>
            <a:r>
              <a:rPr lang="en-US" altLang="ko-KR"/>
              <a:t>orderlist_ver3.</a:t>
            </a:r>
            <a:r>
              <a:rPr lang="en-US" altLang="ko-KR" err="1"/>
              <a:t>php</a:t>
            </a:r>
            <a:r>
              <a:rPr lang="ko-KR" altLang="en-US"/>
              <a:t>의 코딩 스타일을 </a:t>
            </a:r>
            <a:r>
              <a:rPr lang="en-US" altLang="ko-KR" err="1"/>
              <a:t>php</a:t>
            </a:r>
            <a:r>
              <a:rPr lang="en-US" altLang="ko-KR"/>
              <a:t> </a:t>
            </a:r>
            <a:r>
              <a:rPr lang="ko-KR" altLang="en-US"/>
              <a:t>블록과 </a:t>
            </a:r>
            <a:r>
              <a:rPr lang="en-US" altLang="ko-KR"/>
              <a:t>html</a:t>
            </a:r>
            <a:r>
              <a:rPr lang="ko-KR" altLang="en-US"/>
              <a:t>이 분리된 형태로 변경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1C33290-3E01-C2BE-2CD2-4D087589BA01}"/>
              </a:ext>
            </a:extLst>
          </p:cNvPr>
          <p:cNvGrpSpPr/>
          <p:nvPr/>
        </p:nvGrpSpPr>
        <p:grpSpPr>
          <a:xfrm>
            <a:off x="894854" y="1916831"/>
            <a:ext cx="7354291" cy="4641279"/>
            <a:chOff x="952058" y="1960536"/>
            <a:chExt cx="7351496" cy="2007031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14FABDF5-DEEC-DF23-A53A-CCB62FCE434D}"/>
                </a:ext>
              </a:extLst>
            </p:cNvPr>
            <p:cNvSpPr/>
            <p:nvPr/>
          </p:nvSpPr>
          <p:spPr>
            <a:xfrm>
              <a:off x="952058" y="1960536"/>
              <a:ext cx="7351496" cy="2007031"/>
            </a:xfrm>
            <a:prstGeom prst="roundRect">
              <a:avLst>
                <a:gd name="adj" fmla="val 1376"/>
              </a:avLst>
            </a:prstGeom>
            <a:solidFill>
              <a:srgbClr val="1E1F22"/>
            </a:solidFill>
            <a:ln w="158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B51273B-4877-975F-F2FF-5954EC777585}"/>
                </a:ext>
              </a:extLst>
            </p:cNvPr>
            <p:cNvSpPr txBox="1"/>
            <p:nvPr/>
          </p:nvSpPr>
          <p:spPr>
            <a:xfrm>
              <a:off x="952058" y="1960536"/>
              <a:ext cx="4050824" cy="140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>
                  <a:solidFill>
                    <a:schemeClr val="bg1"/>
                  </a:solidFill>
                </a:rPr>
                <a:t>C:\xampp\htdoc\orderlist_ver3.php</a:t>
              </a:r>
              <a:endParaRPr lang="ko-KR" altLang="en-US" sz="1400">
                <a:solidFill>
                  <a:schemeClr val="bg1"/>
                </a:solidFill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DF595FB2-9ED2-2CE1-4583-397C127F0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234274"/>
            <a:ext cx="6053410" cy="420818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A3EF6E1-3F27-4308-4FF8-AD31BFCB4F07}"/>
              </a:ext>
            </a:extLst>
          </p:cNvPr>
          <p:cNvSpPr/>
          <p:nvPr/>
        </p:nvSpPr>
        <p:spPr>
          <a:xfrm>
            <a:off x="827584" y="4509121"/>
            <a:ext cx="7488832" cy="432048"/>
          </a:xfrm>
          <a:prstGeom prst="rect">
            <a:avLst/>
          </a:prstGeom>
          <a:solidFill>
            <a:srgbClr val="F1900F">
              <a:alpha val="14000"/>
            </a:srgbClr>
          </a:solidFill>
          <a:ln w="19050">
            <a:solidFill>
              <a:srgbClr val="F1900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232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8599</TotalTime>
  <Words>944</Words>
  <Application>Microsoft Office PowerPoint</Application>
  <PresentationFormat>화면 슬라이드 쇼(4:3)</PresentationFormat>
  <Paragraphs>301</Paragraphs>
  <Slides>46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46</vt:i4>
      </vt:variant>
    </vt:vector>
  </HeadingPairs>
  <TitlesOfParts>
    <vt:vector size="53" baseType="lpstr">
      <vt:lpstr>굴림</vt:lpstr>
      <vt:lpstr>맑은 고딕</vt:lpstr>
      <vt:lpstr>Arial</vt:lpstr>
      <vt:lpstr>Tahoma</vt:lpstr>
      <vt:lpstr>Wingdings</vt:lpstr>
      <vt:lpstr>Office 테마</vt:lpstr>
      <vt:lpstr>2_Office 테마</vt:lpstr>
      <vt:lpstr>PowerPoint 프레젠테이션</vt:lpstr>
      <vt:lpstr>PowerPoint 프레젠테이션</vt:lpstr>
      <vt:lpstr>데이터베이스 프로그래밍의 개념</vt:lpstr>
      <vt:lpstr>데이터베이스 프로그래밍의 개념</vt:lpstr>
      <vt:lpstr>데이터베이스 프로그래밍의 개념</vt:lpstr>
      <vt:lpstr>데이터베이스 프로그래밍의 개념</vt:lpstr>
      <vt:lpstr>PowerPoint 프레젠테이션</vt:lpstr>
      <vt:lpstr>데이터베이스 연동 웹 프로그래밍</vt:lpstr>
      <vt:lpstr>1. 소스코드 설명</vt:lpstr>
      <vt:lpstr>2. 프로그램 실습</vt:lpstr>
      <vt:lpstr>2. 프로그램 실습</vt:lpstr>
      <vt:lpstr>프로그램 실습</vt:lpstr>
      <vt:lpstr>프로그램 실습</vt:lpstr>
      <vt:lpstr>프로그램 실습</vt:lpstr>
      <vt:lpstr>프로그램 실습</vt:lpstr>
      <vt:lpstr>프로그램 실습</vt:lpstr>
      <vt:lpstr>프로그램 실습</vt:lpstr>
      <vt:lpstr>프로그램 실습</vt:lpstr>
      <vt:lpstr>프로그램 실습</vt:lpstr>
      <vt:lpstr>프로그램 실습</vt:lpstr>
      <vt:lpstr>PowerPoint 프레젠테이션</vt:lpstr>
      <vt:lpstr>PHP 기본</vt:lpstr>
      <vt:lpstr>PHP 기본</vt:lpstr>
      <vt:lpstr>PHP 기본</vt:lpstr>
      <vt:lpstr>PHP 기본</vt:lpstr>
      <vt:lpstr>PHP 기본</vt:lpstr>
      <vt:lpstr>PHP 기본</vt:lpstr>
      <vt:lpstr>HTML과 PHP 관계</vt:lpstr>
      <vt:lpstr>PHP 기본</vt:lpstr>
      <vt:lpstr>PHP 기본</vt:lpstr>
      <vt:lpstr>PHP 기본</vt:lpstr>
      <vt:lpstr>PHP 기본</vt:lpstr>
      <vt:lpstr>PHP 기본</vt:lpstr>
      <vt:lpstr>PHP 기본</vt:lpstr>
      <vt:lpstr>PowerPoint 프레젠테이션</vt:lpstr>
      <vt:lpstr>프로그램 실습</vt:lpstr>
      <vt:lpstr>프로그램 실습</vt:lpstr>
      <vt:lpstr>프로그램 실습</vt:lpstr>
      <vt:lpstr>프로그램 실습</vt:lpstr>
      <vt:lpstr>프로그램 실습</vt:lpstr>
      <vt:lpstr>프로그램 실습</vt:lpstr>
      <vt:lpstr>프로그램 실습</vt:lpstr>
      <vt:lpstr>프로그램 실습</vt:lpstr>
      <vt:lpstr>프로그램 실습</vt:lpstr>
      <vt:lpstr>프로그램 실습</vt:lpstr>
      <vt:lpstr>프로그램 실습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AI-00</cp:lastModifiedBy>
  <cp:revision>625</cp:revision>
  <cp:lastPrinted>2023-02-19T06:43:06Z</cp:lastPrinted>
  <dcterms:created xsi:type="dcterms:W3CDTF">2012-07-11T10:23:22Z</dcterms:created>
  <dcterms:modified xsi:type="dcterms:W3CDTF">2026-04-23T05:51:46Z</dcterms:modified>
</cp:coreProperties>
</file>