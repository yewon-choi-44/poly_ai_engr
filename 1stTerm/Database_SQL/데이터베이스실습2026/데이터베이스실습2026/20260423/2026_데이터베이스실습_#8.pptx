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35"/>
  </p:notesMasterIdLst>
  <p:handoutMasterIdLst>
    <p:handoutMasterId r:id="rId36"/>
  </p:handoutMasterIdLst>
  <p:sldIdLst>
    <p:sldId id="256" r:id="rId3"/>
    <p:sldId id="523" r:id="rId4"/>
    <p:sldId id="524" r:id="rId5"/>
    <p:sldId id="615" r:id="rId6"/>
    <p:sldId id="614" r:id="rId7"/>
    <p:sldId id="616" r:id="rId8"/>
    <p:sldId id="617" r:id="rId9"/>
    <p:sldId id="618" r:id="rId10"/>
    <p:sldId id="511" r:id="rId11"/>
    <p:sldId id="611" r:id="rId12"/>
    <p:sldId id="612" r:id="rId13"/>
    <p:sldId id="613" r:id="rId14"/>
    <p:sldId id="620" r:id="rId15"/>
    <p:sldId id="621" r:id="rId16"/>
    <p:sldId id="622" r:id="rId17"/>
    <p:sldId id="623" r:id="rId18"/>
    <p:sldId id="624" r:id="rId19"/>
    <p:sldId id="625" r:id="rId20"/>
    <p:sldId id="626" r:id="rId21"/>
    <p:sldId id="627" r:id="rId22"/>
    <p:sldId id="628" r:id="rId23"/>
    <p:sldId id="629" r:id="rId24"/>
    <p:sldId id="630" r:id="rId25"/>
    <p:sldId id="631" r:id="rId26"/>
    <p:sldId id="632" r:id="rId27"/>
    <p:sldId id="633" r:id="rId28"/>
    <p:sldId id="634" r:id="rId29"/>
    <p:sldId id="635" r:id="rId30"/>
    <p:sldId id="636" r:id="rId31"/>
    <p:sldId id="637" r:id="rId32"/>
    <p:sldId id="639" r:id="rId33"/>
    <p:sldId id="638" r:id="rId34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02" d="100"/>
          <a:sy n="102" d="100"/>
        </p:scale>
        <p:origin x="280" y="288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19696612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3717674541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3219696612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19696612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3219696612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2025-05-18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2025-05-18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2025-05-18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2025-05-18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2025-05-18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goKtApPL5iedETdlsoy8bsHB3ktuHC1G?usp=sharing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djangoproject.com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syntaxwiki.com:3001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syntaxwiki.com:3001/booklist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://syntaxwiki.com:3001/booklist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syntaxwiki.com:3001/booklist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D7DE31A-9BF9-8891-50D3-7D6A11E3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자료 링크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21C09-FE73-8511-8AA1-19218F99A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hlinkClick r:id="rId2"/>
              </a:rPr>
              <a:t>실습자료 다운로드 링크</a:t>
            </a:r>
            <a:endParaRPr lang="ko-KR" altLang="en-US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95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11560" y="1871768"/>
            <a:ext cx="7257115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연동 파이썬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221431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2FC5-2D16-4B79-7BC1-F5101C26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4D060-12A2-6417-6716-C41ACF47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7E8A82-9AFD-F5FE-87A9-51B685F11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33" y="1052736"/>
            <a:ext cx="8064896" cy="5472608"/>
          </a:xfrm>
        </p:spPr>
        <p:txBody>
          <a:bodyPr/>
          <a:lstStyle/>
          <a:p>
            <a:r>
              <a:rPr lang="en-US" altLang="ko-KR"/>
              <a:t>Django</a:t>
            </a:r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파이썬으로 만들어진 웹 개발 프레임워크</a:t>
            </a:r>
            <a:r>
              <a:rPr lang="en-US" altLang="ko-KR"/>
              <a:t>, </a:t>
            </a:r>
            <a:r>
              <a:rPr lang="ko-KR" altLang="en-US"/>
              <a:t>패키지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신속한 개발과 깔끔하고 실용적인 디자인을 장려하는 고급 </a:t>
            </a:r>
            <a:r>
              <a:rPr lang="en-US" altLang="ko-KR"/>
              <a:t>Python </a:t>
            </a:r>
            <a:r>
              <a:rPr lang="ko-KR" altLang="en-US"/>
              <a:t>웹 프레임워크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숙련된 개발자가 구축한 이 패키지는 웹 개발의 번거로움을 대부분 처리하므로 바퀴를 다시 만들 필요 없음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en-US" altLang="ko-KR"/>
              <a:t>Django </a:t>
            </a:r>
            <a:r>
              <a:rPr lang="ko-KR" altLang="en-US"/>
              <a:t>슬로건</a:t>
            </a:r>
            <a:endParaRPr lang="en-US" altLang="ko-KR"/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en-US" altLang="ko-KR"/>
              <a:t>The</a:t>
            </a:r>
            <a:r>
              <a:rPr lang="ko-KR" altLang="en-US"/>
              <a:t> </a:t>
            </a:r>
            <a:r>
              <a:rPr lang="en-US" altLang="ko-KR"/>
              <a:t>web</a:t>
            </a:r>
            <a:r>
              <a:rPr lang="ko-KR" altLang="en-US"/>
              <a:t> </a:t>
            </a:r>
            <a:r>
              <a:rPr lang="en-US" altLang="ko-KR"/>
              <a:t>framework</a:t>
            </a:r>
            <a:r>
              <a:rPr lang="ko-KR" altLang="en-US"/>
              <a:t> </a:t>
            </a:r>
            <a:r>
              <a:rPr lang="en-US" altLang="ko-KR"/>
              <a:t>for</a:t>
            </a:r>
            <a:r>
              <a:rPr lang="ko-KR" altLang="en-US"/>
              <a:t> </a:t>
            </a:r>
            <a:r>
              <a:rPr lang="en-US" altLang="ko-KR"/>
              <a:t>perfectionists</a:t>
            </a:r>
            <a:r>
              <a:rPr lang="ko-KR" altLang="en-US"/>
              <a:t> </a:t>
            </a:r>
            <a:r>
              <a:rPr lang="en-US" altLang="ko-KR"/>
              <a:t>with</a:t>
            </a:r>
            <a:r>
              <a:rPr lang="ko-KR" altLang="en-US"/>
              <a:t> </a:t>
            </a:r>
            <a:r>
              <a:rPr lang="en-US" altLang="ko-KR"/>
              <a:t>deadlines.</a:t>
            </a:r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마감에 쫓기는 완벽주의자를 위한 웹 프레임워크</a:t>
            </a:r>
            <a:endParaRPr lang="en-US" altLang="ko-KR"/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en-US" altLang="ko-KR"/>
              <a:t>Django</a:t>
            </a:r>
            <a:r>
              <a:rPr lang="ko-KR" altLang="en-US"/>
              <a:t>를 사용하면 웹 프로그램을 마감에 쫓기지 않을 정도로 빠르게 만들 수 있으면서도 완벽에 가깝다</a:t>
            </a:r>
            <a:r>
              <a:rPr lang="en-US" altLang="ko-KR"/>
              <a:t>.</a:t>
            </a:r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무료이며 오픈 소스</a:t>
            </a:r>
            <a:endParaRPr lang="en-US" altLang="ko-KR"/>
          </a:p>
          <a:p>
            <a:pPr lvl="1">
              <a:lnSpc>
                <a:spcPct val="150000"/>
              </a:lnSpc>
              <a:buClr>
                <a:srgbClr val="92D050"/>
              </a:buClr>
            </a:pPr>
            <a:r>
              <a:rPr lang="ko-KR" altLang="en-US"/>
              <a:t>공식 사이트 주소 </a:t>
            </a:r>
            <a:endParaRPr lang="en-US" altLang="ko-KR"/>
          </a:p>
          <a:p>
            <a:pPr lvl="2">
              <a:lnSpc>
                <a:spcPct val="150000"/>
              </a:lnSpc>
              <a:buClr>
                <a:srgbClr val="92D050"/>
              </a:buClr>
            </a:pPr>
            <a:r>
              <a:rPr lang="en-US" altLang="ko-KR">
                <a:hlinkClick r:id="rId2"/>
              </a:rPr>
              <a:t>https://www.djangoproject.com/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marL="266700" lvl="1" indent="0">
              <a:buNone/>
            </a:pPr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888111-DEC8-210D-0F03-D64DB65D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4149080"/>
            <a:ext cx="5226046" cy="1047304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2779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B69FD-0F5D-D75B-0BC0-BF3F62E0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4E4F1-7388-54F1-21E7-980AA4B2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22C5DDC-0C79-4CD3-5016-58FC73917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en-US" altLang="ko-KR"/>
              <a:t>web</a:t>
            </a:r>
            <a:r>
              <a:rPr lang="ko-KR" altLang="en-US"/>
              <a:t>은 </a:t>
            </a:r>
            <a:r>
              <a:rPr lang="en-US" altLang="ko-KR"/>
              <a:t>url request</a:t>
            </a:r>
            <a:r>
              <a:rPr lang="ko-KR" altLang="en-US"/>
              <a:t>와 </a:t>
            </a:r>
            <a:r>
              <a:rPr lang="en-US" altLang="ko-KR"/>
              <a:t>response</a:t>
            </a:r>
            <a:r>
              <a:rPr lang="ko-KR" altLang="en-US"/>
              <a:t>로 이루어져 있다</a:t>
            </a:r>
            <a:r>
              <a:rPr lang="en-US" altLang="ko-KR"/>
              <a:t>.</a:t>
            </a:r>
          </a:p>
          <a:p>
            <a:r>
              <a:rPr lang="en-US" altLang="ko-KR"/>
              <a:t>request</a:t>
            </a:r>
            <a:r>
              <a:rPr lang="ko-KR" altLang="en-US"/>
              <a:t>는 </a:t>
            </a:r>
            <a:r>
              <a:rPr lang="en-US" altLang="ko-KR"/>
              <a:t>HTML </a:t>
            </a:r>
            <a:r>
              <a:rPr lang="ko-KR" altLang="en-US"/>
              <a:t>페이지 요청이다</a:t>
            </a:r>
            <a:r>
              <a:rPr lang="en-US" altLang="ko-KR"/>
              <a:t>.</a:t>
            </a:r>
          </a:p>
          <a:p>
            <a:r>
              <a:rPr lang="en-US" altLang="ko-KR"/>
              <a:t>response</a:t>
            </a:r>
            <a:r>
              <a:rPr lang="ko-KR" altLang="en-US"/>
              <a:t>는 </a:t>
            </a:r>
            <a:r>
              <a:rPr lang="en-US" altLang="ko-KR"/>
              <a:t>HTML </a:t>
            </a:r>
            <a:r>
              <a:rPr lang="ko-KR" altLang="en-US"/>
              <a:t>페이지 응답이다</a:t>
            </a:r>
            <a:r>
              <a:rPr lang="en-US" altLang="ko-KR"/>
              <a:t>.</a:t>
            </a:r>
          </a:p>
          <a:p>
            <a:pPr lvl="1"/>
            <a:endParaRPr lang="ko-KR" altLang="en-US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2A81CF-240F-C6B8-D7AD-0CBA0065A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4" y="2731042"/>
            <a:ext cx="6458851" cy="2181529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설명선 1 2">
            <a:extLst>
              <a:ext uri="{FF2B5EF4-FFF2-40B4-BE49-F238E27FC236}">
                <a16:creationId xmlns:a16="http://schemas.microsoft.com/office/drawing/2014/main" id="{31E465C5-BF03-38D2-52DA-A7A5EBC550DA}"/>
              </a:ext>
            </a:extLst>
          </p:cNvPr>
          <p:cNvSpPr/>
          <p:nvPr/>
        </p:nvSpPr>
        <p:spPr>
          <a:xfrm>
            <a:off x="3203848" y="3212976"/>
            <a:ext cx="1086470" cy="432048"/>
          </a:xfrm>
          <a:prstGeom prst="borderCallout1">
            <a:avLst>
              <a:gd name="adj1" fmla="val 53593"/>
              <a:gd name="adj2" fmla="val 101260"/>
              <a:gd name="adj3" fmla="val 124114"/>
              <a:gd name="adj4" fmla="val 120431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urls.py</a:t>
            </a:r>
            <a:endParaRPr lang="ko-KR" altLang="en-US"/>
          </a:p>
        </p:txBody>
      </p:sp>
      <p:sp>
        <p:nvSpPr>
          <p:cNvPr id="7" name="설명선 1 6">
            <a:extLst>
              <a:ext uri="{FF2B5EF4-FFF2-40B4-BE49-F238E27FC236}">
                <a16:creationId xmlns:a16="http://schemas.microsoft.com/office/drawing/2014/main" id="{5014FF2D-680F-0471-34E2-4864CC493F41}"/>
              </a:ext>
            </a:extLst>
          </p:cNvPr>
          <p:cNvSpPr/>
          <p:nvPr/>
        </p:nvSpPr>
        <p:spPr>
          <a:xfrm>
            <a:off x="4571999" y="3140968"/>
            <a:ext cx="1086470" cy="432048"/>
          </a:xfrm>
          <a:prstGeom prst="borderCallout1">
            <a:avLst>
              <a:gd name="adj1" fmla="val 53593"/>
              <a:gd name="adj2" fmla="val 101260"/>
              <a:gd name="adj3" fmla="val 137019"/>
              <a:gd name="adj4" fmla="val 120431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views.py</a:t>
            </a:r>
            <a:endParaRPr lang="ko-KR" altLang="en-US"/>
          </a:p>
        </p:txBody>
      </p:sp>
      <p:sp>
        <p:nvSpPr>
          <p:cNvPr id="8" name="설명선 1 7">
            <a:extLst>
              <a:ext uri="{FF2B5EF4-FFF2-40B4-BE49-F238E27FC236}">
                <a16:creationId xmlns:a16="http://schemas.microsoft.com/office/drawing/2014/main" id="{39F1FF60-0AC6-8940-E119-E93508567B71}"/>
              </a:ext>
            </a:extLst>
          </p:cNvPr>
          <p:cNvSpPr/>
          <p:nvPr/>
        </p:nvSpPr>
        <p:spPr>
          <a:xfrm>
            <a:off x="7332742" y="2515018"/>
            <a:ext cx="1372209" cy="432048"/>
          </a:xfrm>
          <a:prstGeom prst="borderCallout1">
            <a:avLst>
              <a:gd name="adj1" fmla="val 51012"/>
              <a:gd name="adj2" fmla="val 676"/>
              <a:gd name="adj3" fmla="val 124114"/>
              <a:gd name="adj4" fmla="val -21933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models.py</a:t>
            </a:r>
            <a:endParaRPr lang="ko-KR" altLang="en-US"/>
          </a:p>
        </p:txBody>
      </p:sp>
      <p:sp>
        <p:nvSpPr>
          <p:cNvPr id="9" name="설명선 1 8">
            <a:extLst>
              <a:ext uri="{FF2B5EF4-FFF2-40B4-BE49-F238E27FC236}">
                <a16:creationId xmlns:a16="http://schemas.microsoft.com/office/drawing/2014/main" id="{EEFCA465-D60C-BAEA-59D4-B6C5231D621A}"/>
              </a:ext>
            </a:extLst>
          </p:cNvPr>
          <p:cNvSpPr/>
          <p:nvPr/>
        </p:nvSpPr>
        <p:spPr>
          <a:xfrm>
            <a:off x="7332742" y="4912571"/>
            <a:ext cx="1372209" cy="432048"/>
          </a:xfrm>
          <a:prstGeom prst="borderCallout1">
            <a:avLst>
              <a:gd name="adj1" fmla="val 51012"/>
              <a:gd name="adj2" fmla="val 676"/>
              <a:gd name="adj3" fmla="val -23004"/>
              <a:gd name="adj4" fmla="val -21934"/>
            </a:avLst>
          </a:prstGeom>
          <a:ln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templates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432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3D76E-D258-23FB-0A93-10E730D3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42685-C0E3-F074-8412-8A68795B6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5E7BA209-359D-4D3C-ACBD-828F4730E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Django</a:t>
            </a:r>
            <a:r>
              <a:rPr lang="ko-KR" altLang="en-US"/>
              <a:t> 웹 프로젝트 다운로드</a:t>
            </a:r>
            <a:endParaRPr lang="en-US" altLang="ko-KR"/>
          </a:p>
          <a:p>
            <a:pPr lvl="1">
              <a:lnSpc>
                <a:spcPct val="150000"/>
              </a:lnSpc>
            </a:pPr>
            <a:r>
              <a:rPr lang="ko-KR" altLang="en-US" sz="1400"/>
              <a:t>실습자료실에 </a:t>
            </a:r>
            <a:r>
              <a:rPr lang="en-US" altLang="ko-KR" sz="1400"/>
              <a:t>dj_bookstore.tar.gz </a:t>
            </a:r>
            <a:r>
              <a:rPr lang="ko-KR" altLang="en-US" sz="1400"/>
              <a:t>파일 다운로드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ko-KR" altLang="en-US" sz="1400"/>
              <a:t>파일질라 이용해서 리눅스 계정 폴더에 복사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ko-KR" altLang="en-US" sz="1400"/>
              <a:t>압축 해제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en-US" altLang="ko-KR" sz="1400"/>
              <a:t>tar zxvf dj_bookstore.tar.gz</a:t>
            </a:r>
          </a:p>
          <a:p>
            <a:pPr lvl="1">
              <a:lnSpc>
                <a:spcPct val="150000"/>
              </a:lnSpc>
            </a:pPr>
            <a:r>
              <a:rPr lang="en-US" altLang="ko-KR" sz="1400"/>
              <a:t>ls </a:t>
            </a:r>
            <a:r>
              <a:rPr lang="ko-KR" altLang="en-US" sz="1400"/>
              <a:t>명령으로 </a:t>
            </a:r>
            <a:r>
              <a:rPr lang="en-US" altLang="ko-KR" sz="1400"/>
              <a:t>bookstore </a:t>
            </a:r>
            <a:r>
              <a:rPr lang="ko-KR" altLang="en-US" sz="1400"/>
              <a:t>폴더 생성 확인</a:t>
            </a:r>
            <a:endParaRPr lang="en-US" altLang="ko-KR" sz="1400"/>
          </a:p>
          <a:p>
            <a:pPr lvl="1">
              <a:lnSpc>
                <a:spcPct val="150000"/>
              </a:lnSpc>
            </a:pPr>
            <a:r>
              <a:rPr lang="en-US" altLang="ko-KR" sz="1400"/>
              <a:t>cd bookstore </a:t>
            </a:r>
            <a:r>
              <a:rPr lang="ko-KR" altLang="en-US" sz="1400"/>
              <a:t>폴더로 이동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3182431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9CAA6-D2F9-6E31-4F34-AB4A46BA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248AA-8EB9-12EE-D8E9-123F3E78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830D836-5A9E-FE79-FF9D-FF6198B92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Django</a:t>
            </a:r>
            <a:r>
              <a:rPr lang="ko-KR" altLang="en-US"/>
              <a:t> 웹 사이트 구동</a:t>
            </a:r>
            <a:endParaRPr lang="en-US" altLang="ko-KR"/>
          </a:p>
          <a:p>
            <a:pPr lvl="1">
              <a:lnSpc>
                <a:spcPct val="150000"/>
              </a:lnSpc>
            </a:pPr>
            <a:r>
              <a:rPr lang="en-US" altLang="ko-KR" sz="1400"/>
              <a:t>pwd </a:t>
            </a:r>
            <a:r>
              <a:rPr lang="ko-KR" altLang="en-US" sz="1400"/>
              <a:t>로 현재 위치가 </a:t>
            </a:r>
            <a:r>
              <a:rPr lang="en-US" altLang="ko-KR" sz="1400"/>
              <a:t>bookstore </a:t>
            </a:r>
            <a:r>
              <a:rPr lang="ko-KR" altLang="en-US" sz="1400"/>
              <a:t> 확인</a:t>
            </a:r>
            <a:endParaRPr lang="en-US" altLang="ko-KR" sz="1400"/>
          </a:p>
          <a:p>
            <a:pPr lvl="1"/>
            <a:r>
              <a:rPr lang="ko-KR" altLang="en-US" sz="1400"/>
              <a:t>임시 서버 구동</a:t>
            </a:r>
            <a:endParaRPr lang="en-US" altLang="ko-KR" sz="1400"/>
          </a:p>
          <a:p>
            <a:pPr lvl="1"/>
            <a:r>
              <a:rPr lang="en-US" altLang="ko-KR" sz="1400"/>
              <a:t>python manage.py runserver 0:3001(30XX </a:t>
            </a:r>
            <a:r>
              <a:rPr lang="ko-KR" altLang="en-US" sz="1400"/>
              <a:t>학번 뒷자리</a:t>
            </a:r>
            <a:r>
              <a:rPr lang="en-US" altLang="ko-KR" sz="1400"/>
              <a:t>)</a:t>
            </a:r>
          </a:p>
          <a:p>
            <a:pPr lvl="1"/>
            <a:endParaRPr lang="en-US" altLang="ko-KR" sz="1400"/>
          </a:p>
          <a:p>
            <a:r>
              <a:rPr lang="ko-KR" altLang="en-US" sz="1800"/>
              <a:t>브라우저에서 웹사이트 확인</a:t>
            </a:r>
            <a:endParaRPr lang="en-US" altLang="ko-KR" sz="1800"/>
          </a:p>
          <a:p>
            <a:pPr lvl="1"/>
            <a:r>
              <a:rPr lang="en-US" altLang="ko-KR" sz="1400">
                <a:hlinkClick r:id="rId2"/>
              </a:rPr>
              <a:t>http://syntaxwiki.com:3001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5F2B1-D1DC-CDEB-57CF-3CA40AE2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3284983"/>
            <a:ext cx="3240360" cy="337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38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84112-DF28-8F69-C8C3-1138DFAA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CACB8-051F-2917-A1ED-D1EF2019B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CEE868D-8842-F111-E630-4BADA5EAC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index</a:t>
            </a:r>
            <a:r>
              <a:rPr lang="ko-KR" altLang="en-US"/>
              <a:t> 페이지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ko-KR" altLang="en-US"/>
              <a:t>서버 </a:t>
            </a:r>
            <a:r>
              <a:rPr lang="en-US" altLang="ko-KR"/>
              <a:t>url “/” </a:t>
            </a:r>
            <a:r>
              <a:rPr lang="ko-KR" altLang="en-US"/>
              <a:t>에 접속시 </a:t>
            </a:r>
            <a:r>
              <a:rPr lang="en-US" altLang="ko-KR"/>
              <a:t>store/index.html </a:t>
            </a:r>
            <a:r>
              <a:rPr lang="ko-KR" altLang="en-US"/>
              <a:t>전송</a:t>
            </a:r>
            <a:endParaRPr lang="en-US" altLang="ko-KR"/>
          </a:p>
          <a:p>
            <a:r>
              <a:rPr lang="en-US" altLang="ko-KR"/>
              <a:t>/store/templates/store/index.html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전송 내용을 </a:t>
            </a:r>
            <a:r>
              <a:rPr lang="en-US" altLang="ko-KR"/>
              <a:t>Hello Django </a:t>
            </a:r>
            <a:r>
              <a:rPr lang="ko-KR" altLang="en-US"/>
              <a:t>로 변경해 보자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BA388B-89BC-C3D0-C393-AC2BC0B01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4404311" cy="8640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DE5676D-9DE2-ADD3-5293-C0F6B8B6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373689"/>
            <a:ext cx="3888432" cy="242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22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en-US" altLang="ko-KR"/>
              <a:t>MySQL </a:t>
            </a:r>
            <a:r>
              <a:rPr lang="ko-KR" altLang="en-US"/>
              <a:t>과 연동</a:t>
            </a:r>
            <a:endParaRPr lang="en-US" altLang="ko-KR"/>
          </a:p>
          <a:p>
            <a:pPr lvl="1"/>
            <a:r>
              <a:rPr lang="ko-KR" altLang="en-US"/>
              <a:t>서버의 </a:t>
            </a:r>
            <a:r>
              <a:rPr lang="en-US" altLang="ko-KR"/>
              <a:t>MySQL </a:t>
            </a:r>
            <a:r>
              <a:rPr lang="ko-KR" altLang="en-US"/>
              <a:t>계정의 정보를 입력</a:t>
            </a:r>
            <a:endParaRPr lang="en-US" altLang="ko-KR"/>
          </a:p>
          <a:p>
            <a:pPr lvl="1"/>
            <a:r>
              <a:rPr lang="ko-KR" altLang="en-US"/>
              <a:t>프레임워크에서 연결 함수를 지원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config/settings.py </a:t>
            </a:r>
            <a:r>
              <a:rPr lang="ko-KR" altLang="en-US"/>
              <a:t>수정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sp>
        <p:nvSpPr>
          <p:cNvPr id="9" name="모서리가 둥근 직사각형 8"/>
          <p:cNvSpPr/>
          <p:nvPr/>
        </p:nvSpPr>
        <p:spPr>
          <a:xfrm>
            <a:off x="860646" y="2852936"/>
            <a:ext cx="7422707" cy="2448272"/>
          </a:xfrm>
          <a:prstGeom prst="roundRect">
            <a:avLst>
              <a:gd name="adj" fmla="val 3762"/>
            </a:avLst>
          </a:prstGeom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/>
              <a:t>DATABASES = {</a:t>
            </a:r>
          </a:p>
          <a:p>
            <a:r>
              <a:rPr lang="en-US" altLang="ko-KR" b="1"/>
              <a:t>    ‘default’: {</a:t>
            </a:r>
          </a:p>
          <a:p>
            <a:r>
              <a:rPr lang="en-US" altLang="ko-KR" b="1"/>
              <a:t>        ‘ENGINE’: ‘django.db.backends.mysql’</a:t>
            </a:r>
            <a:br>
              <a:rPr lang="en-US" altLang="ko-KR" b="1"/>
            </a:br>
            <a:r>
              <a:rPr lang="en-US" altLang="ko-KR" b="1"/>
              <a:t>        ‘NAME’: ‘poly01’,</a:t>
            </a:r>
            <a:br>
              <a:rPr lang="en-US" altLang="ko-KR" b="1"/>
            </a:br>
            <a:r>
              <a:rPr lang="en-US" altLang="ko-KR" b="1"/>
              <a:t>        ‘USER’: ‘poly01’,</a:t>
            </a:r>
            <a:br>
              <a:rPr lang="en-US" altLang="ko-KR" b="1"/>
            </a:br>
            <a:r>
              <a:rPr lang="en-US" altLang="ko-KR" b="1"/>
              <a:t>        ‘PASSWORD’: ‘poly2025’</a:t>
            </a:r>
          </a:p>
          <a:p>
            <a:r>
              <a:rPr lang="en-US" altLang="ko-KR" b="1"/>
              <a:t>    }</a:t>
            </a:r>
          </a:p>
          <a:p>
            <a:r>
              <a:rPr lang="en-US" altLang="ko-KR" b="1"/>
              <a:t>}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237762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444F-BEC1-0898-2AC2-49C80CEA0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83ED0-23E6-180B-D2DA-A6EF0AD7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81C59A3-3684-0A80-5C1B-377B977CF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/>
          <a:p>
            <a:r>
              <a:rPr lang="en-US" altLang="ko-KR"/>
              <a:t>Django Model</a:t>
            </a:r>
          </a:p>
          <a:p>
            <a:pPr lvl="1"/>
            <a:r>
              <a:rPr lang="ko-KR" altLang="en-US"/>
              <a:t>데이터베이스의 테이블과 연동</a:t>
            </a:r>
            <a:endParaRPr lang="en-US" altLang="ko-KR"/>
          </a:p>
          <a:p>
            <a:pPr lvl="1"/>
            <a:r>
              <a:rPr lang="ko-KR" altLang="en-US"/>
              <a:t>테이블을 형태를 정의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en-US" altLang="ko-KR"/>
              <a:t>store/models.py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0C3A892-5A9C-4A56-6960-1EA78D976417}"/>
              </a:ext>
            </a:extLst>
          </p:cNvPr>
          <p:cNvSpPr/>
          <p:nvPr/>
        </p:nvSpPr>
        <p:spPr>
          <a:xfrm>
            <a:off x="899592" y="2780928"/>
            <a:ext cx="7422707" cy="3096344"/>
          </a:xfrm>
          <a:prstGeom prst="roundRect">
            <a:avLst>
              <a:gd name="adj" fmla="val 3762"/>
            </a:avLst>
          </a:prstGeom>
          <a:ln w="1905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b="1"/>
              <a:t>class Book(models.Model):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id = models.AutoField(primary_key=True)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bookname = models.CharField(max_length=40, null=True)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publisher = models.CharField(max_length=40, null=True)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price = models.IntegerField(null=True)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class Meta: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        db_table='book'</a:t>
            </a:r>
          </a:p>
          <a:p>
            <a:endParaRPr lang="en-US" altLang="ko-KR" b="1"/>
          </a:p>
        </p:txBody>
      </p:sp>
    </p:spTree>
    <p:extLst>
      <p:ext uri="{BB962C8B-B14F-4D97-AF65-F5344CB8AC3E}">
        <p14:creationId xmlns:p14="http://schemas.microsoft.com/office/powerpoint/2010/main" val="624426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83CE-E772-E05D-15DF-5F95069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611E9-7415-8F35-FEEC-2B2A08786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79E07636-44F7-6C1C-5CB0-F64AE7074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Model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테이블 필드명 불일치</a:t>
            </a:r>
            <a:endParaRPr lang="en-US" altLang="ko-KR"/>
          </a:p>
          <a:p>
            <a:pPr lvl="1"/>
            <a:r>
              <a:rPr lang="en-US" altLang="ko-KR" sz="1400"/>
              <a:t>bookid </a:t>
            </a:r>
            <a:r>
              <a:rPr lang="ko-KR" altLang="en-US" sz="1400"/>
              <a:t>필드를 </a:t>
            </a:r>
            <a:r>
              <a:rPr lang="en-US" altLang="ko-KR" sz="1400"/>
              <a:t>id </a:t>
            </a:r>
            <a:r>
              <a:rPr lang="ko-KR" altLang="en-US" sz="1400"/>
              <a:t>로 변경</a:t>
            </a:r>
            <a:endParaRPr lang="en-US" altLang="ko-KR" sz="1400"/>
          </a:p>
          <a:p>
            <a:pPr lvl="1"/>
            <a:r>
              <a:rPr lang="en-US" altLang="ko-KR" sz="1400"/>
              <a:t>ALTER TABLE book CHANGE bookid id INT AUTO_INCREMENT;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1633839-1875-9BBF-3B76-9FC208320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77470"/>
              </p:ext>
            </p:extLst>
          </p:nvPr>
        </p:nvGraphicFramePr>
        <p:xfrm>
          <a:off x="971600" y="1568871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832">
                  <a:extLst>
                    <a:ext uri="{9D8B030D-6E8A-4147-A177-3AD203B41FA5}">
                      <a16:colId xmlns:a16="http://schemas.microsoft.com/office/drawing/2014/main" val="13100604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413599710"/>
                    </a:ext>
                  </a:extLst>
                </a:gridCol>
                <a:gridCol w="1751856">
                  <a:extLst>
                    <a:ext uri="{9D8B030D-6E8A-4147-A177-3AD203B41FA5}">
                      <a16:colId xmlns:a16="http://schemas.microsoft.com/office/drawing/2014/main" val="491348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014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id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int(11), auto_increment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AutoField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32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bookname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varchar(40)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CharField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424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publisher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varchar(40)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CharField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941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price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int(11)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IntegerField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585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990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C993-F973-AE33-4A80-C32785A8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AB8D7-A423-6162-8C24-B421B977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16CC3B68-0A5C-5C90-EB54-F7F929226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BookList</a:t>
            </a:r>
          </a:p>
          <a:p>
            <a:pPr lvl="1"/>
            <a:r>
              <a:rPr lang="en-US" altLang="ko-KR" sz="1400"/>
              <a:t>Book.objects.all()</a:t>
            </a:r>
          </a:p>
          <a:p>
            <a:pPr lvl="1"/>
            <a:r>
              <a:rPr lang="en-US" altLang="ko-KR" sz="1400"/>
              <a:t>book </a:t>
            </a:r>
            <a:r>
              <a:rPr lang="ko-KR" altLang="en-US" sz="1400"/>
              <a:t>테이블의 모든 </a:t>
            </a:r>
            <a:r>
              <a:rPr lang="en-US" altLang="ko-KR" sz="1400"/>
              <a:t>record </a:t>
            </a:r>
            <a:r>
              <a:rPr lang="ko-KR" altLang="en-US" sz="1400"/>
              <a:t>를 가져오는 함수</a:t>
            </a:r>
            <a:endParaRPr lang="en-US" altLang="ko-KR" sz="1400"/>
          </a:p>
          <a:p>
            <a:r>
              <a:rPr lang="en-US" altLang="ko-KR" sz="1800"/>
              <a:t>ORM </a:t>
            </a:r>
            <a:r>
              <a:rPr lang="ko-KR" altLang="en-US" sz="1800"/>
              <a:t>방식 </a:t>
            </a:r>
            <a:r>
              <a:rPr lang="en-US" altLang="ko-KR" sz="1800"/>
              <a:t>(Object-Relational Mapping)</a:t>
            </a:r>
          </a:p>
          <a:p>
            <a:pPr lvl="1"/>
            <a:r>
              <a:rPr lang="ko-KR" altLang="en-US" sz="1400"/>
              <a:t>내부에서 </a:t>
            </a:r>
            <a:r>
              <a:rPr lang="en-US" altLang="ko-KR" sz="1400"/>
              <a:t>SQL </a:t>
            </a:r>
            <a:r>
              <a:rPr lang="ko-KR" altLang="en-US" sz="1400"/>
              <a:t>쿼리를 자동 생성한다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Object(instance) </a:t>
            </a:r>
            <a:r>
              <a:rPr lang="ko-KR" altLang="en-US" sz="1400"/>
              <a:t>와 관계형 데이터를 매핑</a:t>
            </a:r>
            <a:r>
              <a:rPr lang="en-US" altLang="ko-KR" sz="1400"/>
              <a:t>(</a:t>
            </a:r>
            <a:r>
              <a:rPr lang="ko-KR" altLang="en-US" sz="1400"/>
              <a:t>연결</a:t>
            </a:r>
            <a:r>
              <a:rPr lang="en-US" altLang="ko-KR" sz="1400"/>
              <a:t>)</a:t>
            </a:r>
            <a:r>
              <a:rPr lang="ko-KR" altLang="en-US" sz="1400"/>
              <a:t>한다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 sz="1800"/>
              <a:t>Raw Query </a:t>
            </a:r>
            <a:r>
              <a:rPr lang="ko-KR" altLang="en-US" sz="1800"/>
              <a:t>방식</a:t>
            </a:r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0493A5-0792-13ED-0A28-10F6A7B49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57" y="3276656"/>
            <a:ext cx="6849431" cy="12288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28B798-719A-923D-E781-B37103287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57" y="5085184"/>
            <a:ext cx="6696744" cy="103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45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99CA-ECE8-2053-7B26-36B73B0E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02644-2AC9-D353-CA4D-B62FD003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B0521989-D0D0-FE40-65AD-9832370ED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</a:t>
            </a:r>
            <a:r>
              <a:rPr lang="ko-KR" altLang="en-US"/>
              <a:t>테이블에 </a:t>
            </a:r>
            <a:r>
              <a:rPr lang="en-US" altLang="ko-KR"/>
              <a:t>record </a:t>
            </a:r>
            <a:r>
              <a:rPr lang="ko-KR" altLang="en-US"/>
              <a:t>추가</a:t>
            </a:r>
            <a:endParaRPr lang="en-US" altLang="ko-KR"/>
          </a:p>
          <a:p>
            <a:pPr lvl="1"/>
            <a:r>
              <a:rPr lang="en-US" altLang="ko-KR" sz="1400"/>
              <a:t>book </a:t>
            </a:r>
            <a:r>
              <a:rPr lang="ko-KR" altLang="en-US" sz="1400"/>
              <a:t>테이블에 </a:t>
            </a:r>
            <a:r>
              <a:rPr lang="en-US" altLang="ko-KR" sz="1400"/>
              <a:t>INSERT </a:t>
            </a:r>
            <a:r>
              <a:rPr lang="ko-KR" altLang="en-US" sz="1400"/>
              <a:t>문을 사용해서 새로운 데이터를 추가</a:t>
            </a:r>
            <a:endParaRPr lang="en-US" altLang="ko-KR" sz="1400"/>
          </a:p>
          <a:p>
            <a:pPr lvl="1"/>
            <a:r>
              <a:rPr lang="ko-KR" altLang="en-US" sz="1400"/>
              <a:t>브라우저에서 </a:t>
            </a:r>
            <a:r>
              <a:rPr lang="en-US" altLang="ko-KR" sz="1400"/>
              <a:t>INSERT </a:t>
            </a:r>
            <a:r>
              <a:rPr lang="ko-KR" altLang="en-US" sz="1400"/>
              <a:t>한 내용이 표시되는지 확인</a:t>
            </a:r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insert book record </a:t>
            </a:r>
            <a:r>
              <a:rPr lang="ko-KR" altLang="en-US"/>
              <a:t>쿼리</a:t>
            </a:r>
            <a:endParaRPr lang="en-US" altLang="ko-KR"/>
          </a:p>
          <a:p>
            <a:pPr lvl="1"/>
            <a:r>
              <a:rPr lang="en-US" altLang="ko-KR"/>
              <a:t>INSERT</a:t>
            </a:r>
            <a:r>
              <a:rPr lang="ko-KR" altLang="en-US"/>
              <a:t> </a:t>
            </a:r>
            <a:r>
              <a:rPr lang="en-US" altLang="ko-KR"/>
              <a:t>INTO</a:t>
            </a:r>
            <a:r>
              <a:rPr lang="ko-KR" altLang="en-US"/>
              <a:t> </a:t>
            </a:r>
            <a:r>
              <a:rPr lang="en-US" altLang="ko-KR"/>
              <a:t>book</a:t>
            </a:r>
            <a:r>
              <a:rPr lang="ko-KR" altLang="en-US"/>
              <a:t> </a:t>
            </a:r>
            <a:r>
              <a:rPr lang="en-US" altLang="ko-KR"/>
              <a:t>VALUES (null, ‘</a:t>
            </a:r>
            <a:r>
              <a:rPr lang="ko-KR" altLang="en-US"/>
              <a:t>데이터베이스</a:t>
            </a:r>
            <a:r>
              <a:rPr lang="en-US" altLang="ko-KR"/>
              <a:t>’, ‘</a:t>
            </a:r>
            <a:r>
              <a:rPr lang="ko-KR" altLang="en-US"/>
              <a:t>폴리텍</a:t>
            </a:r>
            <a:r>
              <a:rPr lang="en-US" altLang="ko-KR"/>
              <a:t>’, 20000);</a:t>
            </a:r>
          </a:p>
          <a:p>
            <a:pPr lvl="1"/>
            <a:r>
              <a:rPr lang="en-US" altLang="ko-KR"/>
              <a:t>INSERT</a:t>
            </a:r>
            <a:r>
              <a:rPr lang="ko-KR" altLang="en-US"/>
              <a:t> </a:t>
            </a:r>
            <a:r>
              <a:rPr lang="en-US" altLang="ko-KR"/>
              <a:t>INTO</a:t>
            </a:r>
            <a:r>
              <a:rPr lang="ko-KR" altLang="en-US"/>
              <a:t> </a:t>
            </a:r>
            <a:r>
              <a:rPr lang="en-US" altLang="ko-KR"/>
              <a:t>book</a:t>
            </a:r>
            <a:r>
              <a:rPr lang="ko-KR" altLang="en-US"/>
              <a:t> </a:t>
            </a:r>
            <a:r>
              <a:rPr lang="en-US" altLang="ko-KR"/>
              <a:t>SET bookname=‘</a:t>
            </a:r>
            <a:r>
              <a:rPr lang="ko-KR" altLang="en-US"/>
              <a:t>파이썬</a:t>
            </a:r>
            <a:r>
              <a:rPr lang="en-US" altLang="ko-KR"/>
              <a:t>’, publisher=‘</a:t>
            </a:r>
            <a:r>
              <a:rPr lang="ko-KR" altLang="en-US"/>
              <a:t>폴리텍</a:t>
            </a:r>
            <a:r>
              <a:rPr lang="en-US" altLang="ko-KR"/>
              <a:t>‘, price=30000;</a:t>
            </a:r>
          </a:p>
          <a:p>
            <a:pPr lvl="1"/>
            <a:endParaRPr lang="en-US" altLang="ko-KR"/>
          </a:p>
          <a:p>
            <a:r>
              <a:rPr lang="en-US" altLang="ko-KR"/>
              <a:t>booklist </a:t>
            </a:r>
            <a:r>
              <a:rPr lang="ko-KR" altLang="en-US"/>
              <a:t>페이지에서 확인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http://syntaxwiki.com:3001/booklist</a:t>
            </a:r>
            <a:endParaRPr lang="en-US" altLang="ko-KR"/>
          </a:p>
          <a:p>
            <a:pPr lvl="1"/>
            <a:r>
              <a:rPr lang="ko-KR" altLang="en-US"/>
              <a:t>추가된 도서 이름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AB119D-5AB8-0C3C-0468-B21028AAC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3284984"/>
            <a:ext cx="2232248" cy="343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54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63C02-C6DA-2765-1201-428ACAF3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79757-53AA-B19A-D533-947D283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59C546D7-F9B3-AB47-BCEC-5E5812517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</a:t>
            </a:r>
            <a:r>
              <a:rPr lang="ko-KR" altLang="en-US"/>
              <a:t>테이블에서 가격 수정</a:t>
            </a:r>
            <a:endParaRPr lang="en-US" altLang="ko-KR"/>
          </a:p>
          <a:p>
            <a:pPr lvl="1"/>
            <a:r>
              <a:rPr lang="ko-KR" altLang="en-US" sz="1400"/>
              <a:t>데이터베이스 책의 가격을 </a:t>
            </a:r>
            <a:r>
              <a:rPr lang="en-US" altLang="ko-KR" sz="1400"/>
              <a:t>40000</a:t>
            </a:r>
            <a:r>
              <a:rPr lang="ko-KR" altLang="en-US" sz="1400"/>
              <a:t>원으로 수정</a:t>
            </a:r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update book record </a:t>
            </a:r>
            <a:r>
              <a:rPr lang="ko-KR" altLang="en-US"/>
              <a:t>쿼리</a:t>
            </a:r>
            <a:endParaRPr lang="en-US" altLang="ko-KR"/>
          </a:p>
          <a:p>
            <a:pPr lvl="1"/>
            <a:r>
              <a:rPr lang="en-US" altLang="ko-KR"/>
              <a:t>SELECT * FROM book WHERE booname like ‘%</a:t>
            </a:r>
            <a:r>
              <a:rPr lang="ko-KR" altLang="en-US"/>
              <a:t>데이터</a:t>
            </a:r>
            <a:r>
              <a:rPr lang="en-US" altLang="ko-KR"/>
              <a:t>%’;</a:t>
            </a:r>
          </a:p>
          <a:p>
            <a:pPr lvl="1"/>
            <a:r>
              <a:rPr lang="en-US" altLang="ko-KR"/>
              <a:t>ID </a:t>
            </a:r>
            <a:r>
              <a:rPr lang="ko-KR" altLang="en-US"/>
              <a:t>확인</a:t>
            </a:r>
            <a:endParaRPr lang="en-US" altLang="ko-KR"/>
          </a:p>
          <a:p>
            <a:pPr lvl="1"/>
            <a:r>
              <a:rPr lang="en-US" altLang="ko-KR"/>
              <a:t>UPDATE</a:t>
            </a:r>
            <a:r>
              <a:rPr lang="ko-KR" altLang="en-US"/>
              <a:t> </a:t>
            </a:r>
            <a:r>
              <a:rPr lang="en-US" altLang="ko-KR"/>
              <a:t>book</a:t>
            </a:r>
            <a:r>
              <a:rPr lang="ko-KR" altLang="en-US"/>
              <a:t> </a:t>
            </a:r>
            <a:r>
              <a:rPr lang="en-US" altLang="ko-KR"/>
              <a:t>SET</a:t>
            </a:r>
            <a:r>
              <a:rPr lang="ko-KR" altLang="en-US"/>
              <a:t> </a:t>
            </a:r>
            <a:r>
              <a:rPr lang="en-US" altLang="ko-KR"/>
              <a:t>price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40000</a:t>
            </a:r>
            <a:r>
              <a:rPr lang="ko-KR" altLang="en-US"/>
              <a:t> </a:t>
            </a:r>
            <a:r>
              <a:rPr lang="en-US" altLang="ko-KR"/>
              <a:t>WHERE</a:t>
            </a:r>
            <a:r>
              <a:rPr lang="ko-KR" altLang="en-US"/>
              <a:t> </a:t>
            </a:r>
            <a:r>
              <a:rPr lang="en-US" altLang="ko-KR"/>
              <a:t>id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;</a:t>
            </a:r>
          </a:p>
          <a:p>
            <a:pPr lvl="1"/>
            <a:endParaRPr lang="en-US" altLang="ko-KR"/>
          </a:p>
          <a:p>
            <a:r>
              <a:rPr lang="en-US" altLang="ko-KR"/>
              <a:t>booklist </a:t>
            </a:r>
            <a:r>
              <a:rPr lang="ko-KR" altLang="en-US"/>
              <a:t>페이지에서 확인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http://syntaxwiki.com:3001/booklist</a:t>
            </a:r>
            <a:endParaRPr lang="en-US" altLang="ko-KR"/>
          </a:p>
          <a:p>
            <a:pPr lvl="1"/>
            <a:r>
              <a:rPr lang="ko-KR" altLang="en-US"/>
              <a:t>도서 가격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F8ACC5-DCC3-9997-AE78-98D9BF086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3394631"/>
            <a:ext cx="2016224" cy="325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986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8C586-CC2D-251B-7C61-1AE6D91F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D8E48-D27F-F5B8-716E-FFC47AC82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EA71BB86-5992-A38E-302A-026F402C5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 </a:t>
            </a:r>
            <a:r>
              <a:rPr lang="ko-KR" altLang="en-US"/>
              <a:t>테이블에서 책 삭제</a:t>
            </a:r>
            <a:endParaRPr lang="en-US" altLang="ko-KR"/>
          </a:p>
          <a:p>
            <a:pPr lvl="1"/>
            <a:r>
              <a:rPr lang="ko-KR" altLang="en-US" sz="1400"/>
              <a:t>데이터베이스 책을 삭제</a:t>
            </a:r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delete book record </a:t>
            </a:r>
            <a:r>
              <a:rPr lang="ko-KR" altLang="en-US"/>
              <a:t>쿼리</a:t>
            </a:r>
            <a:endParaRPr lang="en-US" altLang="ko-KR"/>
          </a:p>
          <a:p>
            <a:pPr lvl="1"/>
            <a:r>
              <a:rPr lang="en-US" altLang="ko-KR"/>
              <a:t>SELECT * FROM book WHERE booname like ‘%</a:t>
            </a:r>
            <a:r>
              <a:rPr lang="ko-KR" altLang="en-US"/>
              <a:t>데이터</a:t>
            </a:r>
            <a:r>
              <a:rPr lang="en-US" altLang="ko-KR"/>
              <a:t>%’;</a:t>
            </a:r>
          </a:p>
          <a:p>
            <a:pPr lvl="1"/>
            <a:r>
              <a:rPr lang="en-US" altLang="ko-KR"/>
              <a:t>ID </a:t>
            </a:r>
            <a:r>
              <a:rPr lang="ko-KR" altLang="en-US"/>
              <a:t>확인</a:t>
            </a:r>
            <a:endParaRPr lang="en-US" altLang="ko-KR"/>
          </a:p>
          <a:p>
            <a:pPr lvl="1"/>
            <a:r>
              <a:rPr lang="en-US" altLang="ko-KR"/>
              <a:t>DELETE</a:t>
            </a:r>
            <a:r>
              <a:rPr lang="ko-KR" altLang="en-US"/>
              <a:t> </a:t>
            </a:r>
            <a:r>
              <a:rPr lang="en-US" altLang="ko-KR"/>
              <a:t>FROM book</a:t>
            </a:r>
            <a:r>
              <a:rPr lang="ko-KR" altLang="en-US"/>
              <a:t> </a:t>
            </a:r>
            <a:r>
              <a:rPr lang="en-US" altLang="ko-KR"/>
              <a:t>WHERE</a:t>
            </a:r>
            <a:r>
              <a:rPr lang="ko-KR" altLang="en-US"/>
              <a:t> </a:t>
            </a:r>
            <a:r>
              <a:rPr lang="en-US" altLang="ko-KR"/>
              <a:t>id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;</a:t>
            </a:r>
          </a:p>
          <a:p>
            <a:pPr lvl="1"/>
            <a:endParaRPr lang="en-US" altLang="ko-KR"/>
          </a:p>
          <a:p>
            <a:r>
              <a:rPr lang="en-US" altLang="ko-KR"/>
              <a:t>booklist </a:t>
            </a:r>
            <a:r>
              <a:rPr lang="ko-KR" altLang="en-US"/>
              <a:t>페이지에서 확인</a:t>
            </a:r>
            <a:endParaRPr lang="en-US" altLang="ko-KR"/>
          </a:p>
          <a:p>
            <a:pPr lvl="1"/>
            <a:r>
              <a:rPr lang="en-US" altLang="ko-KR">
                <a:hlinkClick r:id="rId2"/>
              </a:rPr>
              <a:t>http://syntaxwiki.com:3001/booklist</a:t>
            </a:r>
            <a:endParaRPr lang="en-US" altLang="ko-KR"/>
          </a:p>
          <a:p>
            <a:pPr lvl="1"/>
            <a:r>
              <a:rPr lang="ko-KR" altLang="en-US"/>
              <a:t>도서 삭제 확인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04FC1E-B2EE-BE79-BD72-6469F72E6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2996952"/>
            <a:ext cx="2448272" cy="370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33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45B0-D48C-2EB6-432A-EB92A06C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BA5EB-A3B9-BCCB-65A7-E0515F88B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9BF7904-0272-9B27-84AD-13A19BEDF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Bookname </a:t>
            </a:r>
            <a:r>
              <a:rPr lang="ko-KR" altLang="en-US"/>
              <a:t>클릭시 상세페이지로 이동</a:t>
            </a:r>
            <a:endParaRPr lang="en-US" altLang="ko-KR"/>
          </a:p>
          <a:p>
            <a:pPr lvl="1"/>
            <a:r>
              <a:rPr lang="en-US" altLang="ko-KR" sz="1400"/>
              <a:t>bookview/id</a:t>
            </a:r>
          </a:p>
          <a:p>
            <a:pPr lvl="1"/>
            <a:r>
              <a:rPr lang="en-US" altLang="ko-KR" sz="1400"/>
              <a:t>boolist</a:t>
            </a:r>
            <a:r>
              <a:rPr lang="ko-KR" altLang="en-US" sz="1400"/>
              <a:t> 페이지에서 각 </a:t>
            </a:r>
            <a:r>
              <a:rPr lang="en-US" altLang="ko-KR" sz="1400"/>
              <a:t>record</a:t>
            </a:r>
            <a:r>
              <a:rPr lang="ko-KR" altLang="en-US" sz="1400"/>
              <a:t>에 </a:t>
            </a:r>
            <a:r>
              <a:rPr lang="en-US" altLang="ko-KR" sz="1400"/>
              <a:t>a </a:t>
            </a:r>
            <a:r>
              <a:rPr lang="ko-KR" altLang="en-US" sz="1400"/>
              <a:t>태그의 </a:t>
            </a:r>
            <a:r>
              <a:rPr lang="en-US" altLang="ko-KR" sz="1400"/>
              <a:t>href </a:t>
            </a:r>
            <a:r>
              <a:rPr lang="ko-KR" altLang="en-US" sz="1400"/>
              <a:t>지정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r>
              <a:rPr lang="en-US" altLang="ko-KR"/>
              <a:t>bookview/id URL</a:t>
            </a:r>
            <a:r>
              <a:rPr lang="ko-KR" altLang="en-US"/>
              <a:t>를 처리하는 함수</a:t>
            </a:r>
            <a:endParaRPr lang="en-US" altLang="ko-KR"/>
          </a:p>
          <a:p>
            <a:pPr lvl="1"/>
            <a:r>
              <a:rPr lang="en-US" altLang="ko-KR" sz="1400"/>
              <a:t>store/views.py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id </a:t>
            </a:r>
            <a:r>
              <a:rPr lang="ko-KR" altLang="en-US" sz="1400"/>
              <a:t>를 이용해서 </a:t>
            </a:r>
            <a:r>
              <a:rPr lang="en-US" altLang="ko-KR" sz="1400"/>
              <a:t>SELECT * FROM book WHERE id = ; </a:t>
            </a:r>
            <a:r>
              <a:rPr lang="ko-KR" altLang="en-US" sz="1400"/>
              <a:t>와 같은 쿼리를 자동 생성</a:t>
            </a:r>
            <a:endParaRPr lang="en-US" altLang="ko-KR" sz="1400"/>
          </a:p>
          <a:p>
            <a:pPr lvl="1"/>
            <a:r>
              <a:rPr lang="ko-KR" altLang="en-US" sz="1400"/>
              <a:t>결과를 </a:t>
            </a:r>
            <a:r>
              <a:rPr lang="en-US" altLang="ko-KR" sz="1400"/>
              <a:t>book </a:t>
            </a:r>
            <a:r>
              <a:rPr lang="ko-KR" altLang="en-US" sz="1400"/>
              <a:t>변수에 저장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3AED06-BEB2-1480-F920-F322A00CA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132856"/>
            <a:ext cx="5652120" cy="12477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3C76775-77A9-6BC8-01DE-2A4DA92DC614}"/>
              </a:ext>
            </a:extLst>
          </p:cNvPr>
          <p:cNvSpPr/>
          <p:nvPr/>
        </p:nvSpPr>
        <p:spPr>
          <a:xfrm>
            <a:off x="1763688" y="2420888"/>
            <a:ext cx="3888432" cy="21602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F0AAD24-4CD3-24D1-7786-16416230F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1" y="4303922"/>
            <a:ext cx="5724128" cy="10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11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8232-AD5F-F95F-AB87-ABD4AF7FD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19970-89AF-7669-D756-A79E475F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7F06DFC-6E47-BC27-4D7C-61985B703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bookview</a:t>
            </a:r>
            <a:r>
              <a:rPr lang="ko-KR" altLang="en-US"/>
              <a:t> 의 </a:t>
            </a:r>
            <a:r>
              <a:rPr lang="en-US" altLang="ko-KR"/>
              <a:t>template</a:t>
            </a:r>
          </a:p>
          <a:p>
            <a:pPr lvl="1"/>
            <a:r>
              <a:rPr lang="en-US" altLang="ko-KR" sz="1400"/>
              <a:t>/store/templates/store/bookview.html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book </a:t>
            </a:r>
            <a:r>
              <a:rPr lang="ko-KR" altLang="en-US" sz="1400"/>
              <a:t>객체를 테이블 태그를 사용해 보여준다</a:t>
            </a:r>
            <a:r>
              <a:rPr lang="en-US" altLang="ko-KR" sz="1400"/>
              <a:t>.</a:t>
            </a:r>
          </a:p>
          <a:p>
            <a:pPr lvl="1"/>
            <a:r>
              <a:rPr lang="ko-KR" altLang="en-US" sz="1400"/>
              <a:t>수정하기 버튼에 책 수정 링크 </a:t>
            </a:r>
            <a:r>
              <a:rPr lang="en-US" altLang="ko-KR" sz="1400"/>
              <a:t>URL</a:t>
            </a:r>
            <a:r>
              <a:rPr lang="ko-KR" altLang="en-US" sz="1400"/>
              <a:t>이 지정되어 있다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F98B7CE-0559-BC55-14CC-8BB005A3F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5814"/>
            <a:ext cx="5544616" cy="341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12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94AB-785C-4E7B-AD56-872D0D0C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74433-155F-8665-5D80-80661510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AFD7C343-8524-2EA8-513C-85C674FCD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bookview</a:t>
            </a:r>
          </a:p>
          <a:p>
            <a:pPr lvl="1"/>
            <a:r>
              <a:rPr lang="ko-KR" altLang="en-US" sz="1400"/>
              <a:t>브라우저 </a:t>
            </a:r>
            <a:r>
              <a:rPr lang="en-US" altLang="ko-KR" sz="1400"/>
              <a:t>URL</a:t>
            </a:r>
          </a:p>
          <a:p>
            <a:pPr lvl="1"/>
            <a:r>
              <a:rPr lang="en-US" altLang="ko-KR" sz="1400"/>
              <a:t>/bookview/1</a:t>
            </a:r>
            <a:r>
              <a:rPr lang="ko-KR" altLang="en-US" sz="1400"/>
              <a:t> 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E6008C-75B7-07EB-8317-F6C0988B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204864"/>
            <a:ext cx="4397817" cy="341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31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7A75-443B-3844-2DCA-BC350C720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80852-E3C8-25E0-A51D-D3156DF7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52DABE4-37B3-8B61-A498-8CF6622E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editbook</a:t>
            </a:r>
          </a:p>
          <a:p>
            <a:pPr lvl="1"/>
            <a:r>
              <a:rPr lang="ko-KR" altLang="en-US"/>
              <a:t>도서의 정보를 수정하는 페이지</a:t>
            </a:r>
            <a:endParaRPr lang="en-US" altLang="ko-KR"/>
          </a:p>
          <a:p>
            <a:pPr lvl="1"/>
            <a:r>
              <a:rPr lang="ko-KR" altLang="en-US" sz="1400"/>
              <a:t>브라우저 </a:t>
            </a:r>
            <a:r>
              <a:rPr lang="en-US" altLang="ko-KR" sz="1400"/>
              <a:t>URL</a:t>
            </a:r>
          </a:p>
          <a:p>
            <a:pPr lvl="1"/>
            <a:r>
              <a:rPr lang="en-US" altLang="ko-KR" sz="1400"/>
              <a:t>/editbook/1</a:t>
            </a:r>
          </a:p>
          <a:p>
            <a:pPr lvl="1"/>
            <a:r>
              <a:rPr lang="en-US" altLang="ko-KR" sz="1400"/>
              <a:t>POST</a:t>
            </a:r>
            <a:r>
              <a:rPr lang="ko-KR" altLang="en-US" sz="1400"/>
              <a:t>로 전달된 정보를 </a:t>
            </a:r>
            <a:r>
              <a:rPr lang="en-US" altLang="ko-KR" sz="1400"/>
              <a:t>UPDATE </a:t>
            </a:r>
            <a:r>
              <a:rPr lang="ko-KR" altLang="en-US" sz="1400"/>
              <a:t>쿼리로 변경한다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/store/views.py </a:t>
            </a:r>
            <a:r>
              <a:rPr lang="ko-KR" altLang="en-US" sz="1400"/>
              <a:t>에 </a:t>
            </a:r>
            <a:r>
              <a:rPr lang="en-US" altLang="ko-KR" sz="1400"/>
              <a:t>editbook </a:t>
            </a:r>
            <a:r>
              <a:rPr lang="ko-KR" altLang="en-US" sz="1400"/>
              <a:t>함수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GET Method </a:t>
            </a:r>
            <a:r>
              <a:rPr lang="ko-KR" altLang="en-US" sz="1400"/>
              <a:t>일때는 수정페이지 표시</a:t>
            </a:r>
            <a:endParaRPr lang="en-US" altLang="ko-KR" sz="1400"/>
          </a:p>
          <a:p>
            <a:pPr lvl="1"/>
            <a:r>
              <a:rPr lang="en-US" altLang="ko-KR" sz="1400"/>
              <a:t>POST Method</a:t>
            </a:r>
            <a:r>
              <a:rPr lang="ko-KR" altLang="en-US" sz="1400"/>
              <a:t> 일때는 </a:t>
            </a:r>
            <a:r>
              <a:rPr lang="en-US" altLang="ko-KR" sz="1400"/>
              <a:t>UPDATE </a:t>
            </a:r>
            <a:r>
              <a:rPr lang="ko-KR" altLang="en-US" sz="1400"/>
              <a:t>쿼리 생성 및 처리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B6B36B-626E-6A91-B0B2-CCCEF103F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4475975" cy="290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44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4696-7DD1-DECF-F642-17862A82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EBA5E-DBE5-7A7D-EFD6-06914E18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9AE5164E-55CF-5D58-F6C0-DB9F800EB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editbook</a:t>
            </a:r>
          </a:p>
          <a:p>
            <a:pPr lvl="1"/>
            <a:r>
              <a:rPr lang="en-US" altLang="ko-KR"/>
              <a:t>URL /editbook/1</a:t>
            </a:r>
          </a:p>
          <a:p>
            <a:pPr lvl="1"/>
            <a:r>
              <a:rPr lang="ko-KR" altLang="en-US"/>
              <a:t>브라우저에서 직접 </a:t>
            </a:r>
            <a:r>
              <a:rPr lang="en-US" altLang="ko-KR"/>
              <a:t>URL </a:t>
            </a:r>
            <a:r>
              <a:rPr lang="ko-KR" altLang="en-US"/>
              <a:t>입력시 </a:t>
            </a:r>
            <a:r>
              <a:rPr lang="en-US" altLang="ko-KR"/>
              <a:t>GET Method </a:t>
            </a:r>
            <a:r>
              <a:rPr lang="ko-KR" altLang="en-US"/>
              <a:t>로 동작</a:t>
            </a:r>
            <a:r>
              <a:rPr lang="en-US" altLang="ko-KR"/>
              <a:t>, a</a:t>
            </a:r>
            <a:r>
              <a:rPr lang="ko-KR" altLang="en-US"/>
              <a:t> 태그 링크도 동일</a:t>
            </a:r>
            <a:endParaRPr lang="en-US" altLang="ko-KR"/>
          </a:p>
          <a:p>
            <a:pPr lvl="1"/>
            <a:r>
              <a:rPr lang="en-US" altLang="ko-KR" sz="1400"/>
              <a:t>GET</a:t>
            </a:r>
            <a:r>
              <a:rPr lang="ko-KR" altLang="en-US" sz="1400"/>
              <a:t> </a:t>
            </a:r>
            <a:r>
              <a:rPr lang="en-US" altLang="ko-KR" sz="1400"/>
              <a:t>Method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POST Method</a:t>
            </a:r>
          </a:p>
          <a:p>
            <a:pPr lvl="2"/>
            <a:r>
              <a:rPr lang="en-US" altLang="ko-KR" sz="1400"/>
              <a:t>form </a:t>
            </a:r>
            <a:r>
              <a:rPr lang="ko-KR" altLang="en-US" sz="1400"/>
              <a:t>의 </a:t>
            </a:r>
            <a:r>
              <a:rPr lang="en-US" altLang="ko-KR" sz="1400"/>
              <a:t>submit </a:t>
            </a:r>
            <a:r>
              <a:rPr lang="ko-KR" altLang="en-US" sz="1400"/>
              <a:t>버튼을 눌렀을때 동작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B714E7-3196-52AE-1DDC-37BEFBE8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104081"/>
            <a:ext cx="2808312" cy="26498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F15CB6-DA9F-A455-13EF-C5091E532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4797152"/>
            <a:ext cx="2376264" cy="176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304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0EFB7-B244-F277-97BA-E94BC9821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E6916-AD40-8932-D224-418E7C91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ADC98A60-9759-A9AB-FADD-D08CED53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editbook template</a:t>
            </a:r>
          </a:p>
          <a:p>
            <a:pPr lvl="1"/>
            <a:r>
              <a:rPr lang="en-US" altLang="ko-KR" sz="1400"/>
              <a:t>GET</a:t>
            </a:r>
            <a:r>
              <a:rPr lang="ko-KR" altLang="en-US" sz="1400"/>
              <a:t> </a:t>
            </a:r>
            <a:r>
              <a:rPr lang="en-US" altLang="ko-KR" sz="1400"/>
              <a:t>Method template</a:t>
            </a:r>
          </a:p>
          <a:p>
            <a:pPr lvl="2"/>
            <a:r>
              <a:rPr lang="en-US" altLang="ko-KR" sz="1400"/>
              <a:t>/store/templates/store/editbook.html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POST Method template</a:t>
            </a:r>
          </a:p>
          <a:p>
            <a:pPr lvl="2"/>
            <a:r>
              <a:rPr lang="en-US" altLang="ko-KR" sz="1400"/>
              <a:t>/store/templates/store/postresult.html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70C141-D6D2-B071-0AE3-BD679C41B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060848"/>
            <a:ext cx="4724382" cy="23762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9CC0B4C-28C7-06D1-7B3F-9D10651F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764" y="5171713"/>
            <a:ext cx="3565917" cy="14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2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AFE3-598E-3034-42D8-4A172CB9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B06DEA-C558-F819-FAB5-3B692290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3709B09D-1B7C-DEE7-3B00-D6B4AA7A4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</a:t>
            </a:r>
          </a:p>
          <a:p>
            <a:pPr lvl="1"/>
            <a:r>
              <a:rPr lang="en-US" altLang="ko-KR" sz="1400"/>
              <a:t>delete url</a:t>
            </a:r>
            <a:r>
              <a:rPr lang="ko-KR" altLang="en-US" sz="1400"/>
              <a:t>을 도서의 </a:t>
            </a:r>
            <a:r>
              <a:rPr lang="en-US" altLang="ko-KR" sz="1400"/>
              <a:t>ID </a:t>
            </a:r>
            <a:r>
              <a:rPr lang="ko-KR" altLang="en-US" sz="1400"/>
              <a:t>와 함께 </a:t>
            </a:r>
            <a:r>
              <a:rPr lang="en-US" altLang="ko-KR" sz="1400"/>
              <a:t>request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파이썬 도서 삭제</a:t>
            </a:r>
            <a:endParaRPr lang="en-US" altLang="ko-KR" sz="1400"/>
          </a:p>
          <a:p>
            <a:pPr lvl="2"/>
            <a:r>
              <a:rPr lang="en-US" altLang="ko-KR" sz="1400"/>
              <a:t>URL: deletebook/12 -&gt; Function: /store/views.py deletebook </a:t>
            </a:r>
            <a:r>
              <a:rPr lang="ko-KR" altLang="en-US" sz="1400"/>
              <a:t>함수와 연결</a:t>
            </a:r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3CE51A-169C-F02B-4CFC-B9C2D0E3C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7" y="1844824"/>
            <a:ext cx="6933525" cy="151216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2EE781E-6135-AF94-11EC-8D58B0C102DE}"/>
              </a:ext>
            </a:extLst>
          </p:cNvPr>
          <p:cNvSpPr/>
          <p:nvPr/>
        </p:nvSpPr>
        <p:spPr>
          <a:xfrm>
            <a:off x="1691680" y="2739656"/>
            <a:ext cx="5832648" cy="21602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46264F-196F-0332-A98F-550BA1E1F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4251824"/>
            <a:ext cx="5349037" cy="219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47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B4DF-1B64-F0B1-63CF-B2651227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49609-D50F-680C-09F0-EDD9AF8F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69D2368A-BC48-0475-C79D-7BB9D6453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page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8A1111-D834-B7BE-D838-AAA79C812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3801483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01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29F7-B5D1-53A5-9FA8-7EE1F52B5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E33DD-0179-E769-022E-74E72C3F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7743D9E1-D09A-8857-700A-E0B860D1B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template</a:t>
            </a:r>
          </a:p>
          <a:p>
            <a:pPr lvl="1"/>
            <a:r>
              <a:rPr lang="en-US" altLang="ko-KR" sz="1400"/>
              <a:t>/store/templates/store/deletebook.html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삭제 버튼 </a:t>
            </a:r>
            <a:r>
              <a:rPr lang="en-US" altLang="ko-KR" sz="1400"/>
              <a:t>submit </a:t>
            </a:r>
            <a:r>
              <a:rPr lang="ko-KR" altLang="en-US" sz="1400"/>
              <a:t>클릭시 </a:t>
            </a:r>
            <a:r>
              <a:rPr lang="en-US" altLang="ko-KR" sz="1400"/>
              <a:t>POST</a:t>
            </a:r>
            <a:r>
              <a:rPr lang="ko-KR" altLang="en-US" sz="1400"/>
              <a:t>로 </a:t>
            </a:r>
            <a:r>
              <a:rPr lang="en-US" altLang="ko-KR" sz="1400"/>
              <a:t>request </a:t>
            </a:r>
            <a:r>
              <a:rPr lang="ko-KR" altLang="en-US" sz="1400"/>
              <a:t>가 일어나 삭제 쿼리가 실행 됨</a:t>
            </a:r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6CE713-C0C4-8108-ECC9-FD8397453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4824"/>
            <a:ext cx="6098068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69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3D176-9DCB-66C2-0930-5EFDE343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D3BCC-F52F-FF94-83ED-1E49673F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1EE6CA38-9D13-50C6-C751-E8B803B27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template</a:t>
            </a:r>
          </a:p>
          <a:p>
            <a:pPr lvl="1"/>
            <a:r>
              <a:rPr lang="en-US" altLang="ko-KR" sz="1400"/>
              <a:t>/store/templates/store/deletebook.html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삭제 버튼 </a:t>
            </a:r>
            <a:r>
              <a:rPr lang="en-US" altLang="ko-KR" sz="1400"/>
              <a:t>submit </a:t>
            </a:r>
            <a:r>
              <a:rPr lang="ko-KR" altLang="en-US" sz="1400"/>
              <a:t>클릭시 </a:t>
            </a:r>
            <a:r>
              <a:rPr lang="en-US" altLang="ko-KR" sz="1400"/>
              <a:t>POST</a:t>
            </a:r>
            <a:r>
              <a:rPr lang="ko-KR" altLang="en-US" sz="1400"/>
              <a:t>로 </a:t>
            </a:r>
            <a:r>
              <a:rPr lang="en-US" altLang="ko-KR" sz="1400"/>
              <a:t>request </a:t>
            </a:r>
            <a:r>
              <a:rPr lang="ko-KR" altLang="en-US" sz="1400"/>
              <a:t>가 일어나 삭제 쿼리가 실행 됨</a:t>
            </a:r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8D62A2-6272-E713-32A3-019385B9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844824"/>
            <a:ext cx="6098068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97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C72F1-B91A-34A4-5793-9376D3CB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4D33C-C947-12C1-7A22-991D1E524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682068BB-3B26-AD46-2713-369D795A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deletebook </a:t>
            </a:r>
            <a:r>
              <a:rPr lang="ko-KR" altLang="en-US"/>
              <a:t>오류 수정</a:t>
            </a:r>
            <a:endParaRPr lang="en-US" altLang="ko-KR"/>
          </a:p>
          <a:p>
            <a:pPr lvl="1"/>
            <a:r>
              <a:rPr lang="en-US" altLang="ko-KR" sz="1400"/>
              <a:t>error </a:t>
            </a:r>
            <a:r>
              <a:rPr lang="ko-KR" altLang="en-US" sz="1400"/>
              <a:t>코드를 읽어 보고 이유를 추정해보자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en-US" altLang="ko-KR" sz="1400"/>
              <a:t>result </a:t>
            </a:r>
            <a:r>
              <a:rPr lang="ko-KR" altLang="en-US" sz="1400"/>
              <a:t>변수를 할당하지 않고 사용</a:t>
            </a:r>
            <a:endParaRPr lang="en-US" altLang="ko-KR" sz="1400"/>
          </a:p>
          <a:p>
            <a:pPr lvl="2"/>
            <a:r>
              <a:rPr lang="en-US" altLang="ko-KR" sz="1400"/>
              <a:t>result </a:t>
            </a:r>
            <a:r>
              <a:rPr lang="ko-KR" altLang="en-US" sz="1400"/>
              <a:t>변수의 기본값을 설정하자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1FF923-FFCD-AA03-A487-B967E59FA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833342"/>
            <a:ext cx="4680520" cy="318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56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64A2A-1B8D-E540-90FD-697555D6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E186B-DB68-0E79-332B-A2202FFD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5DA73E8B-5078-B822-6A05-EC06CFF2B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ko-KR" altLang="en-US"/>
              <a:t>고객 관련 페이지를 작성하자</a:t>
            </a:r>
            <a:r>
              <a:rPr lang="en-US" altLang="ko-KR"/>
              <a:t>.</a:t>
            </a:r>
          </a:p>
          <a:p>
            <a:pPr lvl="1"/>
            <a:r>
              <a:rPr lang="ko-KR" altLang="en-US" sz="1400"/>
              <a:t>도서와 관련된 함수를 복사해서 수정해보자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template</a:t>
            </a:r>
            <a:r>
              <a:rPr lang="ko-KR" altLang="en-US" sz="1400"/>
              <a:t> 은 이미 제공되어 있으므로 </a:t>
            </a:r>
            <a:r>
              <a:rPr lang="en-US" altLang="ko-KR" sz="1400"/>
              <a:t>views.py </a:t>
            </a:r>
            <a:r>
              <a:rPr lang="ko-KR" altLang="en-US" sz="1400"/>
              <a:t>에 함수만 작성하면 된다</a:t>
            </a:r>
            <a:r>
              <a:rPr lang="en-US" altLang="ko-KR" sz="1400"/>
              <a:t>.</a:t>
            </a:r>
          </a:p>
          <a:p>
            <a:pPr lvl="1"/>
            <a:r>
              <a:rPr lang="en-US" altLang="ko-KR" sz="1400"/>
              <a:t>url</a:t>
            </a:r>
            <a:r>
              <a:rPr lang="ko-KR" altLang="en-US" sz="1400"/>
              <a:t>과 </a:t>
            </a:r>
            <a:r>
              <a:rPr lang="en-US" altLang="ko-KR" sz="1400"/>
              <a:t>function </a:t>
            </a:r>
            <a:r>
              <a:rPr lang="ko-KR" altLang="en-US" sz="1400"/>
              <a:t>의</a:t>
            </a:r>
            <a:r>
              <a:rPr lang="en-US" altLang="ko-KR" sz="1400"/>
              <a:t> </a:t>
            </a:r>
            <a:r>
              <a:rPr lang="ko-KR" altLang="en-US" sz="1400"/>
              <a:t>연결은 </a:t>
            </a:r>
            <a:r>
              <a:rPr lang="en-US" altLang="ko-KR" sz="1400"/>
              <a:t>/store/urls.py </a:t>
            </a:r>
            <a:r>
              <a:rPr lang="ko-KR" altLang="en-US" sz="1400"/>
              <a:t>에 설정되어 있다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함수를 정의 할때 마다 주석을 해제하자</a:t>
            </a:r>
            <a:r>
              <a:rPr lang="en-US" altLang="ko-KR" sz="1400"/>
              <a:t>.</a:t>
            </a:r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97666A-0DF3-2C10-CEAA-A7BF1A4E7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374018"/>
            <a:ext cx="5632973" cy="34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521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53C5-D103-3F44-F1D7-B773BB4F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F1815-2B70-E099-C5C6-F7EF3EFD3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21912DC-6C9D-4A9B-6752-EF755D010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ko-KR" altLang="en-US"/>
              <a:t>도서 관련 함수 복제</a:t>
            </a:r>
            <a:endParaRPr lang="en-US" altLang="ko-KR"/>
          </a:p>
          <a:p>
            <a:pPr lvl="1"/>
            <a:r>
              <a:rPr lang="en-US" altLang="ko-KR" sz="1400"/>
              <a:t>VI </a:t>
            </a:r>
            <a:r>
              <a:rPr lang="ko-KR" altLang="en-US" sz="1400"/>
              <a:t>툴</a:t>
            </a:r>
            <a:r>
              <a:rPr lang="en-US" altLang="ko-KR" sz="1400"/>
              <a:t> </a:t>
            </a:r>
            <a:r>
              <a:rPr lang="ko-KR" altLang="en-US" sz="1400"/>
              <a:t>복사 </a:t>
            </a:r>
            <a:r>
              <a:rPr lang="en-US" altLang="ko-KR" sz="1400"/>
              <a:t>/ </a:t>
            </a:r>
            <a:r>
              <a:rPr lang="ko-KR" altLang="en-US" sz="1400"/>
              <a:t>붙여넣기</a:t>
            </a:r>
            <a:endParaRPr lang="en-US" altLang="ko-KR" sz="1400"/>
          </a:p>
          <a:p>
            <a:pPr lvl="1"/>
            <a:r>
              <a:rPr lang="ko-KR" altLang="en-US" sz="1400"/>
              <a:t>명령 모드에서 </a:t>
            </a:r>
            <a:r>
              <a:rPr lang="en-US" altLang="ko-KR" sz="1400"/>
              <a:t>SHIFT + V</a:t>
            </a:r>
          </a:p>
          <a:p>
            <a:pPr lvl="1"/>
            <a:r>
              <a:rPr lang="ko-KR" altLang="en-US" sz="1400"/>
              <a:t>커서로 선택영역 지정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r>
              <a:rPr lang="ko-KR" altLang="en-US" sz="1400"/>
              <a:t>복사하기 </a:t>
            </a:r>
            <a:r>
              <a:rPr lang="en-US" altLang="ko-KR" sz="1400"/>
              <a:t>-&gt; y </a:t>
            </a:r>
            <a:r>
              <a:rPr lang="ko-KR" altLang="en-US" sz="1400"/>
              <a:t>단축키</a:t>
            </a:r>
            <a:endParaRPr lang="en-US" altLang="ko-KR" sz="1400"/>
          </a:p>
          <a:p>
            <a:pPr lvl="1"/>
            <a:r>
              <a:rPr lang="ko-KR" altLang="en-US" sz="1400"/>
              <a:t>붙여 넣을 곳으로 커서로 이동</a:t>
            </a:r>
            <a:endParaRPr lang="en-US" altLang="ko-KR" sz="1400"/>
          </a:p>
          <a:p>
            <a:pPr lvl="1"/>
            <a:r>
              <a:rPr lang="ko-KR" altLang="en-US" sz="1400"/>
              <a:t>붙여넣기 </a:t>
            </a:r>
            <a:r>
              <a:rPr lang="en-US" altLang="ko-KR" sz="1400"/>
              <a:t>-&gt; p </a:t>
            </a:r>
            <a:r>
              <a:rPr lang="ko-KR" altLang="en-US" sz="1400"/>
              <a:t>단축키 </a:t>
            </a:r>
            <a:endParaRPr lang="en-US" altLang="ko-KR" sz="1400"/>
          </a:p>
          <a:p>
            <a:pPr lvl="1"/>
            <a:r>
              <a:rPr lang="ko-KR" altLang="en-US" sz="1400"/>
              <a:t>편집 모드로 함수 이름 수정</a:t>
            </a: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C35016-925B-3916-EAB3-7E5F609C0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420888"/>
            <a:ext cx="4906779" cy="176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76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38D26-F5D2-E4AF-BD7A-AE4B3398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0B28B4-F848-6CC3-5064-6FB5DCFF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C2CE40EA-32A7-763E-7715-D65B16E54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Customer</a:t>
            </a:r>
            <a:r>
              <a:rPr lang="ko-KR" altLang="en-US"/>
              <a:t>의 </a:t>
            </a:r>
            <a:r>
              <a:rPr lang="en-US" altLang="ko-KR"/>
              <a:t>custid </a:t>
            </a:r>
            <a:r>
              <a:rPr lang="ko-KR" altLang="en-US"/>
              <a:t>를 </a:t>
            </a:r>
            <a:r>
              <a:rPr lang="en-US" altLang="ko-KR"/>
              <a:t>id</a:t>
            </a:r>
            <a:r>
              <a:rPr lang="ko-KR" altLang="en-US"/>
              <a:t>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ALTER TABLE customer CHANGE custid id INT AUTO_INCREMENT;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에러 발생 </a:t>
            </a:r>
            <a:r>
              <a:rPr lang="en-US" altLang="ko-KR"/>
              <a:t>-&gt; orders </a:t>
            </a:r>
            <a:r>
              <a:rPr lang="ko-KR" altLang="en-US"/>
              <a:t>테이블의 </a:t>
            </a:r>
            <a:r>
              <a:rPr lang="en-US" altLang="ko-KR"/>
              <a:t>Foreignkey </a:t>
            </a:r>
            <a:r>
              <a:rPr lang="ko-KR" altLang="en-US"/>
              <a:t>지정 문제</a:t>
            </a:r>
            <a:endParaRPr lang="en-US" altLang="ko-KR"/>
          </a:p>
          <a:p>
            <a:pPr lvl="1"/>
            <a:r>
              <a:rPr lang="en-US" altLang="ko-KR"/>
              <a:t>Foreignkey </a:t>
            </a:r>
            <a:r>
              <a:rPr lang="ko-KR" altLang="en-US"/>
              <a:t>삭제 후 다시 시도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ALTER TABLE orders DROP FOREIGN KEY orders_ibfk_1;</a:t>
            </a:r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75C3EB-1C9B-1B7A-015A-84F4E2B02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4266956" cy="16851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7D1EE5-6D9A-BA1A-8351-FFBD6FF47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620023"/>
            <a:ext cx="6270246" cy="4250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E2C4AB-0A6A-CD20-6429-07E3B63A3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682864"/>
            <a:ext cx="4266956" cy="124053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4C8FBF6-C393-BAC0-3FB7-C240D2FB04EB}"/>
              </a:ext>
            </a:extLst>
          </p:cNvPr>
          <p:cNvSpPr/>
          <p:nvPr/>
        </p:nvSpPr>
        <p:spPr>
          <a:xfrm>
            <a:off x="3995936" y="6021288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984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7ED3-2B66-55C7-F6F7-6B917CE5F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23A14-F13E-57B4-C6FF-8B2C5233B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DDC14402-B9EA-B8B4-67D6-D2ECD536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Customer</a:t>
            </a:r>
            <a:r>
              <a:rPr lang="ko-KR" altLang="en-US"/>
              <a:t>의 </a:t>
            </a:r>
            <a:r>
              <a:rPr lang="en-US" altLang="ko-KR"/>
              <a:t>custid </a:t>
            </a:r>
            <a:r>
              <a:rPr lang="ko-KR" altLang="en-US"/>
              <a:t>를 </a:t>
            </a:r>
            <a:r>
              <a:rPr lang="en-US" altLang="ko-KR"/>
              <a:t>id</a:t>
            </a:r>
            <a:r>
              <a:rPr lang="ko-KR" altLang="en-US"/>
              <a:t>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en-US" altLang="ko-KR"/>
              <a:t>ALTER TABLE customer CHANGE custid id INT AUTO_INCREMENT;</a:t>
            </a:r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에러 발생 </a:t>
            </a:r>
            <a:r>
              <a:rPr lang="en-US" altLang="ko-KR"/>
              <a:t>-&gt; orders </a:t>
            </a:r>
            <a:r>
              <a:rPr lang="ko-KR" altLang="en-US"/>
              <a:t>테이블의 </a:t>
            </a:r>
            <a:r>
              <a:rPr lang="en-US" altLang="ko-KR"/>
              <a:t>Foreignkey </a:t>
            </a:r>
            <a:r>
              <a:rPr lang="ko-KR" altLang="en-US"/>
              <a:t>지정 문제</a:t>
            </a:r>
            <a:endParaRPr lang="en-US" altLang="ko-KR"/>
          </a:p>
          <a:p>
            <a:pPr lvl="1"/>
            <a:r>
              <a:rPr lang="en-US" altLang="ko-KR"/>
              <a:t>Foreignkey </a:t>
            </a:r>
            <a:r>
              <a:rPr lang="ko-KR" altLang="en-US"/>
              <a:t>삭제 후 다시 시도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en-US" altLang="ko-KR"/>
              <a:t>ALTER TABLE orders DROP FOREIGN KEY orders_ibfk_1;</a:t>
            </a:r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668B51-3D15-2775-A592-4CB6FD251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56792"/>
            <a:ext cx="4266956" cy="16851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DB1D1D8-9C94-18BC-DEFC-A9288DAC4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620023"/>
            <a:ext cx="6270246" cy="4250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5D8F3D4-789A-FB44-30AA-6B007A6E5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682864"/>
            <a:ext cx="4266956" cy="124053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6F8B005-ECE6-3350-7A75-243CB6193EF7}"/>
              </a:ext>
            </a:extLst>
          </p:cNvPr>
          <p:cNvSpPr/>
          <p:nvPr/>
        </p:nvSpPr>
        <p:spPr>
          <a:xfrm>
            <a:off x="3995936" y="6021288"/>
            <a:ext cx="864096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7642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198EE-391B-FE48-DB75-C7637000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D612E-53E9-1134-84F9-FC3AD4FB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F33FC699-C3A8-1136-6082-409E22F96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URL /customerlist</a:t>
            </a:r>
          </a:p>
          <a:p>
            <a:pPr lvl="1"/>
            <a:r>
              <a:rPr lang="en-US" altLang="ko-KR" sz="1400"/>
              <a:t>customerlist</a:t>
            </a:r>
          </a:p>
          <a:p>
            <a:pPr lvl="1"/>
            <a:r>
              <a:rPr lang="en-US" altLang="ko-KR" sz="1400"/>
              <a:t>createcustomer</a:t>
            </a:r>
          </a:p>
          <a:p>
            <a:pPr lvl="1"/>
            <a:r>
              <a:rPr lang="en-US" altLang="ko-KR" sz="1400"/>
              <a:t>customerview</a:t>
            </a:r>
          </a:p>
          <a:p>
            <a:pPr lvl="1"/>
            <a:r>
              <a:rPr lang="en-US" altLang="ko-KR" sz="1400"/>
              <a:t>deletecustomer</a:t>
            </a:r>
          </a:p>
          <a:p>
            <a:pPr lvl="1"/>
            <a:endParaRPr lang="en-US" altLang="ko-KR" sz="1400"/>
          </a:p>
          <a:p>
            <a:r>
              <a:rPr lang="en-US" altLang="ko-KR" sz="1800"/>
              <a:t>forms.py </a:t>
            </a:r>
            <a:r>
              <a:rPr lang="ko-KR" altLang="en-US" sz="1800"/>
              <a:t>에 </a:t>
            </a:r>
            <a:r>
              <a:rPr lang="en-US" altLang="ko-KR" sz="1800"/>
              <a:t>CustomerForm </a:t>
            </a:r>
            <a:r>
              <a:rPr lang="ko-KR" altLang="en-US" sz="1800"/>
              <a:t>클래스 정의</a:t>
            </a:r>
            <a:endParaRPr lang="en-US" altLang="ko-KR" sz="1800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DF4396-4452-DC99-79EE-0D2F2DD34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477427"/>
            <a:ext cx="2858218" cy="32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9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E326-1285-D3B6-34DE-775BB235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B04019-D725-D378-5587-2058BD9A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>
                <a:solidFill>
                  <a:schemeClr val="accent4">
                    <a:lumMod val="50000"/>
                  </a:schemeClr>
                </a:solidFill>
              </a:rPr>
              <a:t>데이터베이스 연동 파이썬 프로그래밍</a:t>
            </a:r>
            <a:endParaRPr lang="ko-KR" altLang="en-US" dirty="0"/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D368C8DD-AF69-5A18-E039-7A58F1B4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/>
              <a:t>customer list </a:t>
            </a:r>
            <a:r>
              <a:rPr lang="ko-KR" altLang="en-US"/>
              <a:t>에서 필요한 함수</a:t>
            </a:r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2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marL="266700" lvl="1" indent="0">
              <a:buNone/>
            </a:pPr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endParaRPr lang="en-US" altLang="ko-KR" sz="1400"/>
          </a:p>
          <a:p>
            <a:pPr lvl="1"/>
            <a:endParaRPr lang="en-US" altLang="ko-KR" sz="14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endParaRPr lang="en-US" altLang="ko-KR" sz="1800"/>
          </a:p>
          <a:p>
            <a:pPr marL="0" indent="0">
              <a:buNone/>
            </a:pPr>
            <a:endParaRPr lang="en-US" altLang="ko-KR" sz="1800"/>
          </a:p>
          <a:p>
            <a:endParaRPr lang="en-US" altLang="ko-KR" sz="18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FF97F5A-4E83-E986-F9A3-7BC62DCB9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37883"/>
            <a:ext cx="5296035" cy="450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93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9236</TotalTime>
  <Words>1224</Words>
  <Application>Microsoft Office PowerPoint</Application>
  <PresentationFormat>화면 슬라이드 쇼(4:3)</PresentationFormat>
  <Paragraphs>2360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맑은 고딕</vt:lpstr>
      <vt:lpstr>Arial</vt:lpstr>
      <vt:lpstr>Wingdings</vt:lpstr>
      <vt:lpstr>Office 테마</vt:lpstr>
      <vt:lpstr>2_Office 테마</vt:lpstr>
      <vt:lpstr>PowerPoint 프레젠테이션</vt:lpstr>
      <vt:lpstr>실습 자료 링크</vt:lpstr>
      <vt:lpstr>PowerPoint 프레젠테이션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  <vt:lpstr>데이터베이스 연동 파이썬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650</cp:revision>
  <cp:lastPrinted>2023-02-19T06:43:06Z</cp:lastPrinted>
  <dcterms:created xsi:type="dcterms:W3CDTF">2012-07-11T10:23:22Z</dcterms:created>
  <dcterms:modified xsi:type="dcterms:W3CDTF">2025-05-18T04:48:25Z</dcterms:modified>
</cp:coreProperties>
</file>