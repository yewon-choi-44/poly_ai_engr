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94" r:id="rId2"/>
  </p:sldMasterIdLst>
  <p:notesMasterIdLst>
    <p:notesMasterId r:id="rId41"/>
  </p:notesMasterIdLst>
  <p:handoutMasterIdLst>
    <p:handoutMasterId r:id="rId42"/>
  </p:handoutMasterIdLst>
  <p:sldIdLst>
    <p:sldId id="256" r:id="rId3"/>
    <p:sldId id="382" r:id="rId4"/>
    <p:sldId id="446" r:id="rId5"/>
    <p:sldId id="394" r:id="rId6"/>
    <p:sldId id="395" r:id="rId7"/>
    <p:sldId id="396" r:id="rId8"/>
    <p:sldId id="526" r:id="rId9"/>
    <p:sldId id="527" r:id="rId10"/>
    <p:sldId id="397" r:id="rId11"/>
    <p:sldId id="398" r:id="rId12"/>
    <p:sldId id="524" r:id="rId13"/>
    <p:sldId id="525" r:id="rId14"/>
    <p:sldId id="399" r:id="rId15"/>
    <p:sldId id="400" r:id="rId16"/>
    <p:sldId id="401" r:id="rId17"/>
    <p:sldId id="402" r:id="rId18"/>
    <p:sldId id="455" r:id="rId19"/>
    <p:sldId id="403" r:id="rId20"/>
    <p:sldId id="404" r:id="rId21"/>
    <p:sldId id="406" r:id="rId22"/>
    <p:sldId id="407" r:id="rId23"/>
    <p:sldId id="408" r:id="rId24"/>
    <p:sldId id="409" r:id="rId25"/>
    <p:sldId id="466" r:id="rId26"/>
    <p:sldId id="467" r:id="rId27"/>
    <p:sldId id="468" r:id="rId28"/>
    <p:sldId id="469" r:id="rId29"/>
    <p:sldId id="470" r:id="rId30"/>
    <p:sldId id="471" r:id="rId31"/>
    <p:sldId id="528" r:id="rId32"/>
    <p:sldId id="472" r:id="rId33"/>
    <p:sldId id="473" r:id="rId34"/>
    <p:sldId id="474" r:id="rId35"/>
    <p:sldId id="475" r:id="rId36"/>
    <p:sldId id="476" r:id="rId37"/>
    <p:sldId id="477" r:id="rId38"/>
    <p:sldId id="478" r:id="rId39"/>
    <p:sldId id="479" r:id="rId40"/>
  </p:sldIdLst>
  <p:sldSz cx="9144000" cy="6858000" type="screen4x3"/>
  <p:notesSz cx="6888163" cy="1001871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9">
          <p15:clr>
            <a:srgbClr val="A4A3A4"/>
          </p15:clr>
        </p15:guide>
        <p15:guide id="2" pos="15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56" userDrawn="1">
          <p15:clr>
            <a:srgbClr val="A4A3A4"/>
          </p15:clr>
        </p15:guide>
        <p15:guide id="2" pos="217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변소현" initials="변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77C3"/>
    <a:srgbClr val="65A9D9"/>
    <a:srgbClr val="F8F8F8"/>
    <a:srgbClr val="7F7F7F"/>
    <a:srgbClr val="50ABCC"/>
    <a:srgbClr val="3E699D"/>
    <a:srgbClr val="393939"/>
    <a:srgbClr val="344F6B"/>
    <a:srgbClr val="B5D5E4"/>
    <a:srgbClr val="62AD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E0BDA7-D220-4D18-8163-951D3B7721D7}" v="10" dt="2024-03-17T08:33:44.0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46" autoAdjust="0"/>
    <p:restoredTop sz="99281" autoAdjust="0"/>
  </p:normalViewPr>
  <p:slideViewPr>
    <p:cSldViewPr>
      <p:cViewPr varScale="1">
        <p:scale>
          <a:sx n="93" d="100"/>
          <a:sy n="93" d="100"/>
        </p:scale>
        <p:origin x="1362" y="90"/>
      </p:cViewPr>
      <p:guideLst>
        <p:guide orient="horz" pos="119"/>
        <p:guide pos="15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30" d="100"/>
        <a:sy n="30" d="100"/>
      </p:scale>
      <p:origin x="0" y="0"/>
    </p:cViewPr>
  </p:sorterViewPr>
  <p:notesViewPr>
    <p:cSldViewPr>
      <p:cViewPr varScale="1">
        <p:scale>
          <a:sx n="83" d="100"/>
          <a:sy n="83" d="100"/>
        </p:scale>
        <p:origin x="2872" y="64"/>
      </p:cViewPr>
      <p:guideLst>
        <p:guide orient="horz" pos="3156"/>
        <p:guide pos="217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handoutMaster" Target="handoutMasters/handoutMaster1.xml"/><Relationship Id="rId47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microsoft.com/office/2015/10/relationships/revisionInfo" Target="revisionInfo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commentAuthors" Target="commentAuthors.xml"/><Relationship Id="rId48" Type="http://schemas.microsoft.com/office/2016/11/relationships/changesInfo" Target="changesInfos/changesInfo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준영 장" userId="0c9b8532fd537bfe" providerId="LiveId" clId="{7EE0BDA7-D220-4D18-8163-951D3B7721D7}"/>
    <pc:docChg chg="addSld delSld modSld sldOrd">
      <pc:chgData name="준영 장" userId="0c9b8532fd537bfe" providerId="LiveId" clId="{7EE0BDA7-D220-4D18-8163-951D3B7721D7}" dt="2024-03-17T08:33:52.969" v="378" actId="20577"/>
      <pc:docMkLst>
        <pc:docMk/>
      </pc:docMkLst>
      <pc:sldChg chg="modSp mod">
        <pc:chgData name="준영 장" userId="0c9b8532fd537bfe" providerId="LiveId" clId="{7EE0BDA7-D220-4D18-8163-951D3B7721D7}" dt="2024-03-17T05:19:20.102" v="40" actId="20577"/>
        <pc:sldMkLst>
          <pc:docMk/>
          <pc:sldMk cId="0" sldId="256"/>
        </pc:sldMkLst>
        <pc:spChg chg="mod">
          <ac:chgData name="준영 장" userId="0c9b8532fd537bfe" providerId="LiveId" clId="{7EE0BDA7-D220-4D18-8163-951D3B7721D7}" dt="2024-03-17T05:19:20.102" v="40" actId="20577"/>
          <ac:spMkLst>
            <pc:docMk/>
            <pc:sldMk cId="0" sldId="256"/>
            <ac:spMk id="2" creationId="{00000000-0000-0000-0000-000000000000}"/>
          </ac:spMkLst>
        </pc:spChg>
      </pc:sldChg>
      <pc:sldChg chg="add del">
        <pc:chgData name="준영 장" userId="0c9b8532fd537bfe" providerId="LiveId" clId="{7EE0BDA7-D220-4D18-8163-951D3B7721D7}" dt="2024-03-17T05:19:40.964" v="42"/>
        <pc:sldMkLst>
          <pc:docMk/>
          <pc:sldMk cId="1795100531" sldId="382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2267649508" sldId="389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1224813733" sldId="390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394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395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396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397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398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399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400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401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402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403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404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406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407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408"/>
        </pc:sldMkLst>
      </pc:sldChg>
      <pc:sldChg chg="add del">
        <pc:chgData name="준영 장" userId="0c9b8532fd537bfe" providerId="LiveId" clId="{7EE0BDA7-D220-4D18-8163-951D3B7721D7}" dt="2024-03-17T05:19:40.964" v="42"/>
        <pc:sldMkLst>
          <pc:docMk/>
          <pc:sldMk cId="0" sldId="409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22"/>
        </pc:sldMkLst>
      </pc:sldChg>
      <pc:sldChg chg="add">
        <pc:chgData name="준영 장" userId="0c9b8532fd537bfe" providerId="LiveId" clId="{7EE0BDA7-D220-4D18-8163-951D3B7721D7}" dt="2024-03-17T05:38:02.177" v="43"/>
        <pc:sldMkLst>
          <pc:docMk/>
          <pc:sldMk cId="0" sldId="439"/>
        </pc:sldMkLst>
      </pc:sldChg>
      <pc:sldChg chg="add">
        <pc:chgData name="준영 장" userId="0c9b8532fd537bfe" providerId="LiveId" clId="{7EE0BDA7-D220-4D18-8163-951D3B7721D7}" dt="2024-03-17T05:38:02.177" v="43"/>
        <pc:sldMkLst>
          <pc:docMk/>
          <pc:sldMk cId="0" sldId="440"/>
        </pc:sldMkLst>
      </pc:sldChg>
      <pc:sldChg chg="modSp add del mod">
        <pc:chgData name="준영 장" userId="0c9b8532fd537bfe" providerId="LiveId" clId="{7EE0BDA7-D220-4D18-8163-951D3B7721D7}" dt="2024-03-17T08:03:25.905" v="56" actId="20577"/>
        <pc:sldMkLst>
          <pc:docMk/>
          <pc:sldMk cId="0" sldId="441"/>
        </pc:sldMkLst>
        <pc:graphicFrameChg chg="modGraphic">
          <ac:chgData name="준영 장" userId="0c9b8532fd537bfe" providerId="LiveId" clId="{7EE0BDA7-D220-4D18-8163-951D3B7721D7}" dt="2024-03-17T08:03:25.905" v="56" actId="20577"/>
          <ac:graphicFrameMkLst>
            <pc:docMk/>
            <pc:sldMk cId="0" sldId="441"/>
            <ac:graphicFrameMk id="4" creationId="{00000000-0000-0000-0000-000000000000}"/>
          </ac:graphicFrameMkLst>
        </pc:graphicFrameChg>
      </pc:sldChg>
      <pc:sldChg chg="add del">
        <pc:chgData name="준영 장" userId="0c9b8532fd537bfe" providerId="LiveId" clId="{7EE0BDA7-D220-4D18-8163-951D3B7721D7}" dt="2024-03-17T05:38:02.177" v="43"/>
        <pc:sldMkLst>
          <pc:docMk/>
          <pc:sldMk cId="0" sldId="442"/>
        </pc:sldMkLst>
      </pc:sldChg>
      <pc:sldChg chg="modSp add del mod">
        <pc:chgData name="준영 장" userId="0c9b8532fd537bfe" providerId="LiveId" clId="{7EE0BDA7-D220-4D18-8163-951D3B7721D7}" dt="2024-03-17T08:03:38.446" v="66" actId="20577"/>
        <pc:sldMkLst>
          <pc:docMk/>
          <pc:sldMk cId="0" sldId="443"/>
        </pc:sldMkLst>
        <pc:graphicFrameChg chg="modGraphic">
          <ac:chgData name="준영 장" userId="0c9b8532fd537bfe" providerId="LiveId" clId="{7EE0BDA7-D220-4D18-8163-951D3B7721D7}" dt="2024-03-17T08:03:38.446" v="66" actId="20577"/>
          <ac:graphicFrameMkLst>
            <pc:docMk/>
            <pc:sldMk cId="0" sldId="443"/>
            <ac:graphicFrameMk id="4" creationId="{00000000-0000-0000-0000-000000000000}"/>
          </ac:graphicFrameMkLst>
        </pc:graphicFrameChg>
      </pc:sldChg>
      <pc:sldChg chg="modSp add mod">
        <pc:chgData name="준영 장" userId="0c9b8532fd537bfe" providerId="LiveId" clId="{7EE0BDA7-D220-4D18-8163-951D3B7721D7}" dt="2024-03-17T08:03:43.870" v="76" actId="20577"/>
        <pc:sldMkLst>
          <pc:docMk/>
          <pc:sldMk cId="0" sldId="444"/>
        </pc:sldMkLst>
        <pc:graphicFrameChg chg="modGraphic">
          <ac:chgData name="준영 장" userId="0c9b8532fd537bfe" providerId="LiveId" clId="{7EE0BDA7-D220-4D18-8163-951D3B7721D7}" dt="2024-03-17T08:03:43.870" v="76" actId="20577"/>
          <ac:graphicFrameMkLst>
            <pc:docMk/>
            <pc:sldMk cId="0" sldId="444"/>
            <ac:graphicFrameMk id="4" creationId="{00000000-0000-0000-0000-000000000000}"/>
          </ac:graphicFrameMkLst>
        </pc:graphicFrameChg>
      </pc:sldChg>
      <pc:sldChg chg="add del">
        <pc:chgData name="준영 장" userId="0c9b8532fd537bfe" providerId="LiveId" clId="{7EE0BDA7-D220-4D18-8163-951D3B7721D7}" dt="2024-03-17T05:38:02.177" v="43"/>
        <pc:sldMkLst>
          <pc:docMk/>
          <pc:sldMk cId="0" sldId="445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446"/>
        </pc:sldMkLst>
      </pc:sldChg>
      <pc:sldChg chg="modSp add mod">
        <pc:chgData name="준영 장" userId="0c9b8532fd537bfe" providerId="LiveId" clId="{7EE0BDA7-D220-4D18-8163-951D3B7721D7}" dt="2024-03-17T08:04:13.925" v="126" actId="20577"/>
        <pc:sldMkLst>
          <pc:docMk/>
          <pc:sldMk cId="0" sldId="447"/>
        </pc:sldMkLst>
        <pc:graphicFrameChg chg="modGraphic">
          <ac:chgData name="준영 장" userId="0c9b8532fd537bfe" providerId="LiveId" clId="{7EE0BDA7-D220-4D18-8163-951D3B7721D7}" dt="2024-03-17T08:03:56.809" v="86" actId="20577"/>
          <ac:graphicFrameMkLst>
            <pc:docMk/>
            <pc:sldMk cId="0" sldId="447"/>
            <ac:graphicFrameMk id="4" creationId="{00000000-0000-0000-0000-000000000000}"/>
          </ac:graphicFrameMkLst>
        </pc:graphicFrameChg>
        <pc:graphicFrameChg chg="modGraphic">
          <ac:chgData name="준영 장" userId="0c9b8532fd537bfe" providerId="LiveId" clId="{7EE0BDA7-D220-4D18-8163-951D3B7721D7}" dt="2024-03-17T08:04:01.812" v="96" actId="20577"/>
          <ac:graphicFrameMkLst>
            <pc:docMk/>
            <pc:sldMk cId="0" sldId="447"/>
            <ac:graphicFrameMk id="6" creationId="{00000000-0000-0000-0000-000000000000}"/>
          </ac:graphicFrameMkLst>
        </pc:graphicFrameChg>
        <pc:graphicFrameChg chg="modGraphic">
          <ac:chgData name="준영 장" userId="0c9b8532fd537bfe" providerId="LiveId" clId="{7EE0BDA7-D220-4D18-8163-951D3B7721D7}" dt="2024-03-17T08:04:06.063" v="106" actId="20577"/>
          <ac:graphicFrameMkLst>
            <pc:docMk/>
            <pc:sldMk cId="0" sldId="447"/>
            <ac:graphicFrameMk id="8" creationId="{00000000-0000-0000-0000-000000000000}"/>
          </ac:graphicFrameMkLst>
        </pc:graphicFrameChg>
        <pc:graphicFrameChg chg="modGraphic">
          <ac:chgData name="준영 장" userId="0c9b8532fd537bfe" providerId="LiveId" clId="{7EE0BDA7-D220-4D18-8163-951D3B7721D7}" dt="2024-03-17T08:04:10.145" v="116" actId="20577"/>
          <ac:graphicFrameMkLst>
            <pc:docMk/>
            <pc:sldMk cId="0" sldId="447"/>
            <ac:graphicFrameMk id="10" creationId="{00000000-0000-0000-0000-000000000000}"/>
          </ac:graphicFrameMkLst>
        </pc:graphicFrameChg>
        <pc:graphicFrameChg chg="modGraphic">
          <ac:chgData name="준영 장" userId="0c9b8532fd537bfe" providerId="LiveId" clId="{7EE0BDA7-D220-4D18-8163-951D3B7721D7}" dt="2024-03-17T08:04:13.925" v="126" actId="20577"/>
          <ac:graphicFrameMkLst>
            <pc:docMk/>
            <pc:sldMk cId="0" sldId="447"/>
            <ac:graphicFrameMk id="12" creationId="{00000000-0000-0000-0000-000000000000}"/>
          </ac:graphicFrameMkLst>
        </pc:graphicFrameChg>
      </pc:sldChg>
      <pc:sldChg chg="modSp add mod">
        <pc:chgData name="준영 장" userId="0c9b8532fd537bfe" providerId="LiveId" clId="{7EE0BDA7-D220-4D18-8163-951D3B7721D7}" dt="2024-03-17T08:04:24.300" v="146" actId="20577"/>
        <pc:sldMkLst>
          <pc:docMk/>
          <pc:sldMk cId="0" sldId="448"/>
        </pc:sldMkLst>
        <pc:graphicFrameChg chg="modGraphic">
          <ac:chgData name="준영 장" userId="0c9b8532fd537bfe" providerId="LiveId" clId="{7EE0BDA7-D220-4D18-8163-951D3B7721D7}" dt="2024-03-17T08:04:20.656" v="136" actId="20577"/>
          <ac:graphicFrameMkLst>
            <pc:docMk/>
            <pc:sldMk cId="0" sldId="448"/>
            <ac:graphicFrameMk id="5" creationId="{00000000-0000-0000-0000-000000000000}"/>
          </ac:graphicFrameMkLst>
        </pc:graphicFrameChg>
        <pc:graphicFrameChg chg="modGraphic">
          <ac:chgData name="준영 장" userId="0c9b8532fd537bfe" providerId="LiveId" clId="{7EE0BDA7-D220-4D18-8163-951D3B7721D7}" dt="2024-03-17T08:04:24.300" v="146" actId="20577"/>
          <ac:graphicFrameMkLst>
            <pc:docMk/>
            <pc:sldMk cId="0" sldId="448"/>
            <ac:graphicFrameMk id="7" creationId="{00000000-0000-0000-0000-000000000000}"/>
          </ac:graphicFrameMkLst>
        </pc:graphicFrameChg>
      </pc:sldChg>
      <pc:sldChg chg="modSp add del mod">
        <pc:chgData name="준영 장" userId="0c9b8532fd537bfe" providerId="LiveId" clId="{7EE0BDA7-D220-4D18-8163-951D3B7721D7}" dt="2024-03-17T08:04:33.343" v="156" actId="20577"/>
        <pc:sldMkLst>
          <pc:docMk/>
          <pc:sldMk cId="0" sldId="449"/>
        </pc:sldMkLst>
        <pc:graphicFrameChg chg="modGraphic">
          <ac:chgData name="준영 장" userId="0c9b8532fd537bfe" providerId="LiveId" clId="{7EE0BDA7-D220-4D18-8163-951D3B7721D7}" dt="2024-03-17T08:04:33.343" v="156" actId="20577"/>
          <ac:graphicFrameMkLst>
            <pc:docMk/>
            <pc:sldMk cId="0" sldId="449"/>
            <ac:graphicFrameMk id="5" creationId="{00000000-0000-0000-0000-000000000000}"/>
          </ac:graphicFrameMkLst>
        </pc:graphicFrameChg>
      </pc:sldChg>
      <pc:sldChg chg="modSp add mod">
        <pc:chgData name="준영 장" userId="0c9b8532fd537bfe" providerId="LiveId" clId="{7EE0BDA7-D220-4D18-8163-951D3B7721D7}" dt="2024-03-17T08:04:38.254" v="166" actId="20577"/>
        <pc:sldMkLst>
          <pc:docMk/>
          <pc:sldMk cId="0" sldId="450"/>
        </pc:sldMkLst>
        <pc:graphicFrameChg chg="modGraphic">
          <ac:chgData name="준영 장" userId="0c9b8532fd537bfe" providerId="LiveId" clId="{7EE0BDA7-D220-4D18-8163-951D3B7721D7}" dt="2024-03-17T08:04:38.254" v="166" actId="20577"/>
          <ac:graphicFrameMkLst>
            <pc:docMk/>
            <pc:sldMk cId="0" sldId="450"/>
            <ac:graphicFrameMk id="5" creationId="{00000000-0000-0000-0000-000000000000}"/>
          </ac:graphicFrameMkLst>
        </pc:graphicFrameChg>
      </pc:sldChg>
      <pc:sldChg chg="modSp add del mod">
        <pc:chgData name="준영 장" userId="0c9b8532fd537bfe" providerId="LiveId" clId="{7EE0BDA7-D220-4D18-8163-951D3B7721D7}" dt="2024-03-17T08:04:45.329" v="176" actId="20577"/>
        <pc:sldMkLst>
          <pc:docMk/>
          <pc:sldMk cId="0" sldId="451"/>
        </pc:sldMkLst>
        <pc:graphicFrameChg chg="modGraphic">
          <ac:chgData name="준영 장" userId="0c9b8532fd537bfe" providerId="LiveId" clId="{7EE0BDA7-D220-4D18-8163-951D3B7721D7}" dt="2024-03-17T08:04:45.329" v="176" actId="20577"/>
          <ac:graphicFrameMkLst>
            <pc:docMk/>
            <pc:sldMk cId="0" sldId="451"/>
            <ac:graphicFrameMk id="4" creationId="{00000000-0000-0000-0000-000000000000}"/>
          </ac:graphicFrameMkLst>
        </pc:graphicFrameChg>
      </pc:sldChg>
      <pc:sldChg chg="modSp add del mod">
        <pc:chgData name="준영 장" userId="0c9b8532fd537bfe" providerId="LiveId" clId="{7EE0BDA7-D220-4D18-8163-951D3B7721D7}" dt="2024-03-17T08:04:55.457" v="186" actId="20577"/>
        <pc:sldMkLst>
          <pc:docMk/>
          <pc:sldMk cId="0" sldId="452"/>
        </pc:sldMkLst>
        <pc:graphicFrameChg chg="modGraphic">
          <ac:chgData name="준영 장" userId="0c9b8532fd537bfe" providerId="LiveId" clId="{7EE0BDA7-D220-4D18-8163-951D3B7721D7}" dt="2024-03-17T08:04:55.457" v="186" actId="20577"/>
          <ac:graphicFrameMkLst>
            <pc:docMk/>
            <pc:sldMk cId="0" sldId="452"/>
            <ac:graphicFrameMk id="5" creationId="{00000000-0000-0000-0000-000000000000}"/>
          </ac:graphicFrameMkLst>
        </pc:graphicFrameChg>
      </pc:sldChg>
      <pc:sldChg chg="modSp add mod">
        <pc:chgData name="준영 장" userId="0c9b8532fd537bfe" providerId="LiveId" clId="{7EE0BDA7-D220-4D18-8163-951D3B7721D7}" dt="2024-03-17T08:05:03.820" v="196" actId="20577"/>
        <pc:sldMkLst>
          <pc:docMk/>
          <pc:sldMk cId="0" sldId="453"/>
        </pc:sldMkLst>
        <pc:graphicFrameChg chg="modGraphic">
          <ac:chgData name="준영 장" userId="0c9b8532fd537bfe" providerId="LiveId" clId="{7EE0BDA7-D220-4D18-8163-951D3B7721D7}" dt="2024-03-17T08:05:03.820" v="196" actId="20577"/>
          <ac:graphicFrameMkLst>
            <pc:docMk/>
            <pc:sldMk cId="0" sldId="453"/>
            <ac:graphicFrameMk id="10" creationId="{00000000-0000-0000-0000-000000000000}"/>
          </ac:graphicFrameMkLst>
        </pc:graphicFrameChg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821445475" sldId="455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3748208073" sldId="462"/>
        </pc:sldMkLst>
      </pc:sldChg>
      <pc:sldChg chg="modSp add mod">
        <pc:chgData name="준영 장" userId="0c9b8532fd537bfe" providerId="LiveId" clId="{7EE0BDA7-D220-4D18-8163-951D3B7721D7}" dt="2024-03-17T08:27:48.832" v="235"/>
        <pc:sldMkLst>
          <pc:docMk/>
          <pc:sldMk cId="550768095" sldId="464"/>
        </pc:sldMkLst>
        <pc:spChg chg="mod">
          <ac:chgData name="준영 장" userId="0c9b8532fd537bfe" providerId="LiveId" clId="{7EE0BDA7-D220-4D18-8163-951D3B7721D7}" dt="2024-03-17T08:27:48.832" v="235"/>
          <ac:spMkLst>
            <pc:docMk/>
            <pc:sldMk cId="550768095" sldId="464"/>
            <ac:spMk id="2" creationId="{00000000-0000-0000-0000-000000000000}"/>
          </ac:spMkLst>
        </pc:spChg>
      </pc:sldChg>
      <pc:sldChg chg="modSp add del mod">
        <pc:chgData name="준영 장" userId="0c9b8532fd537bfe" providerId="LiveId" clId="{7EE0BDA7-D220-4D18-8163-951D3B7721D7}" dt="2024-03-17T08:33:39.148" v="375" actId="2696"/>
        <pc:sldMkLst>
          <pc:docMk/>
          <pc:sldMk cId="2509887895" sldId="465"/>
        </pc:sldMkLst>
        <pc:spChg chg="mod">
          <ac:chgData name="준영 장" userId="0c9b8532fd537bfe" providerId="LiveId" clId="{7EE0BDA7-D220-4D18-8163-951D3B7721D7}" dt="2024-03-17T08:33:32.356" v="374" actId="20577"/>
          <ac:spMkLst>
            <pc:docMk/>
            <pc:sldMk cId="2509887895" sldId="465"/>
            <ac:spMk id="2" creationId="{00000000-0000-0000-0000-000000000000}"/>
          </ac:spMkLst>
        </pc:spChg>
      </pc:sldChg>
      <pc:sldChg chg="modSp add mod">
        <pc:chgData name="준영 장" userId="0c9b8532fd537bfe" providerId="LiveId" clId="{7EE0BDA7-D220-4D18-8163-951D3B7721D7}" dt="2024-03-17T08:33:52.969" v="378" actId="20577"/>
        <pc:sldMkLst>
          <pc:docMk/>
          <pc:sldMk cId="4021339892" sldId="465"/>
        </pc:sldMkLst>
        <pc:spChg chg="mod">
          <ac:chgData name="준영 장" userId="0c9b8532fd537bfe" providerId="LiveId" clId="{7EE0BDA7-D220-4D18-8163-951D3B7721D7}" dt="2024-03-17T08:33:52.969" v="378" actId="20577"/>
          <ac:spMkLst>
            <pc:docMk/>
            <pc:sldMk cId="4021339892" sldId="465"/>
            <ac:spMk id="2" creationId="{00000000-0000-0000-0000-000000000000}"/>
          </ac:spMkLst>
        </pc:spChg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780336600" sldId="466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2583120060" sldId="467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3092686599" sldId="468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4054166525" sldId="469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429219039" sldId="470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3844223270" sldId="471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413902602" sldId="472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16769537" sldId="473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794190825" sldId="474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3271671829" sldId="474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4265730728" sldId="475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81026583" sldId="476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394462071" sldId="476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4140084813" sldId="477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572731654" sldId="478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434720889" sldId="479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2670110645" sldId="480"/>
        </pc:sldMkLst>
      </pc:sldChg>
      <pc:sldChg chg="modSp add mod">
        <pc:chgData name="준영 장" userId="0c9b8532fd537bfe" providerId="LiveId" clId="{7EE0BDA7-D220-4D18-8163-951D3B7721D7}" dt="2024-03-17T08:29:03.211" v="237"/>
        <pc:sldMkLst>
          <pc:docMk/>
          <pc:sldMk cId="2052940579" sldId="481"/>
        </pc:sldMkLst>
        <pc:spChg chg="mod">
          <ac:chgData name="준영 장" userId="0c9b8532fd537bfe" providerId="LiveId" clId="{7EE0BDA7-D220-4D18-8163-951D3B7721D7}" dt="2024-03-17T08:29:03.211" v="237"/>
          <ac:spMkLst>
            <pc:docMk/>
            <pc:sldMk cId="2052940579" sldId="481"/>
            <ac:spMk id="2" creationId="{00000000-0000-0000-0000-000000000000}"/>
          </ac:spMkLst>
        </pc:spChg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472465745" sldId="482"/>
        </pc:sldMkLst>
        <pc:spChg chg="mod">
          <ac:chgData name="준영 장" userId="0c9b8532fd537bfe" providerId="LiveId" clId="{7EE0BDA7-D220-4D18-8163-951D3B7721D7}" dt="2024-03-17T08:32:54.813" v="371" actId="20577"/>
          <ac:spMkLst>
            <pc:docMk/>
            <pc:sldMk cId="472465745" sldId="482"/>
            <ac:spMk id="2" creationId="{00000000-0000-0000-0000-000000000000}"/>
          </ac:spMkLst>
        </pc:spChg>
      </pc:sldChg>
      <pc:sldChg chg="modSp add mod">
        <pc:chgData name="준영 장" userId="0c9b8532fd537bfe" providerId="LiveId" clId="{7EE0BDA7-D220-4D18-8163-951D3B7721D7}" dt="2024-03-17T08:30:12.345" v="285" actId="20577"/>
        <pc:sldMkLst>
          <pc:docMk/>
          <pc:sldMk cId="328123263" sldId="483"/>
        </pc:sldMkLst>
        <pc:spChg chg="mod">
          <ac:chgData name="준영 장" userId="0c9b8532fd537bfe" providerId="LiveId" clId="{7EE0BDA7-D220-4D18-8163-951D3B7721D7}" dt="2024-03-17T08:30:12.345" v="285" actId="20577"/>
          <ac:spMkLst>
            <pc:docMk/>
            <pc:sldMk cId="328123263" sldId="483"/>
            <ac:spMk id="2" creationId="{00000000-0000-0000-0000-000000000000}"/>
          </ac:spMkLst>
        </pc:spChg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1604721528" sldId="484"/>
        </pc:sldMkLst>
      </pc:sldChg>
      <pc:sldChg chg="modSp add mod">
        <pc:chgData name="준영 장" userId="0c9b8532fd537bfe" providerId="LiveId" clId="{7EE0BDA7-D220-4D18-8163-951D3B7721D7}" dt="2024-03-17T08:30:54.079" v="329" actId="20577"/>
        <pc:sldMkLst>
          <pc:docMk/>
          <pc:sldMk cId="322928739" sldId="485"/>
        </pc:sldMkLst>
        <pc:spChg chg="mod">
          <ac:chgData name="준영 장" userId="0c9b8532fd537bfe" providerId="LiveId" clId="{7EE0BDA7-D220-4D18-8163-951D3B7721D7}" dt="2024-03-17T08:30:54.079" v="329" actId="20577"/>
          <ac:spMkLst>
            <pc:docMk/>
            <pc:sldMk cId="322928739" sldId="485"/>
            <ac:spMk id="2" creationId="{00000000-0000-0000-0000-000000000000}"/>
          </ac:spMkLst>
        </pc:spChg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86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856524837" sldId="487"/>
        </pc:sldMkLst>
      </pc:sldChg>
      <pc:sldChg chg="modSp add mod">
        <pc:chgData name="준영 장" userId="0c9b8532fd537bfe" providerId="LiveId" clId="{7EE0BDA7-D220-4D18-8163-951D3B7721D7}" dt="2024-03-17T08:29:10.187" v="239"/>
        <pc:sldMkLst>
          <pc:docMk/>
          <pc:sldMk cId="3504341406" sldId="487"/>
        </pc:sldMkLst>
        <pc:spChg chg="mod">
          <ac:chgData name="준영 장" userId="0c9b8532fd537bfe" providerId="LiveId" clId="{7EE0BDA7-D220-4D18-8163-951D3B7721D7}" dt="2024-03-17T08:29:10.187" v="239"/>
          <ac:spMkLst>
            <pc:docMk/>
            <pc:sldMk cId="3504341406" sldId="487"/>
            <ac:spMk id="2" creationId="{00000000-0000-0000-0000-000000000000}"/>
          </ac:spMkLst>
        </pc:spChg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88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548757022" sldId="489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90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91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92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3643148115" sldId="493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94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95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3817662580" sldId="496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3261123242" sldId="497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98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99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00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3712038957" sldId="501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02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1595753438" sldId="503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04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1723364011" sldId="505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06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07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08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09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0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1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2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3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4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5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6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7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8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9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20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21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4265567508" sldId="522"/>
        </pc:sldMkLst>
      </pc:sldChg>
      <pc:sldChg chg="add">
        <pc:chgData name="준영 장" userId="0c9b8532fd537bfe" providerId="LiveId" clId="{7EE0BDA7-D220-4D18-8163-951D3B7721D7}" dt="2024-03-17T05:38:02.177" v="43"/>
        <pc:sldMkLst>
          <pc:docMk/>
          <pc:sldMk cId="1642180285" sldId="524"/>
        </pc:sldMkLst>
      </pc:sldChg>
      <pc:sldChg chg="add">
        <pc:chgData name="준영 장" userId="0c9b8532fd537bfe" providerId="LiveId" clId="{7EE0BDA7-D220-4D18-8163-951D3B7721D7}" dt="2024-03-17T05:38:02.177" v="43"/>
        <pc:sldMkLst>
          <pc:docMk/>
          <pc:sldMk cId="0" sldId="525"/>
        </pc:sldMkLst>
      </pc:sldChg>
      <pc:sldChg chg="add">
        <pc:chgData name="준영 장" userId="0c9b8532fd537bfe" providerId="LiveId" clId="{7EE0BDA7-D220-4D18-8163-951D3B7721D7}" dt="2024-03-17T05:38:02.177" v="43"/>
        <pc:sldMkLst>
          <pc:docMk/>
          <pc:sldMk cId="2896855821" sldId="526"/>
        </pc:sldMkLst>
      </pc:sldChg>
      <pc:sldChg chg="modSp add mod">
        <pc:chgData name="준영 장" userId="0c9b8532fd537bfe" providerId="LiveId" clId="{7EE0BDA7-D220-4D18-8163-951D3B7721D7}" dt="2024-03-17T08:05:12.903" v="206" actId="20577"/>
        <pc:sldMkLst>
          <pc:docMk/>
          <pc:sldMk cId="1924720216" sldId="527"/>
        </pc:sldMkLst>
        <pc:graphicFrameChg chg="modGraphic">
          <ac:chgData name="준영 장" userId="0c9b8532fd537bfe" providerId="LiveId" clId="{7EE0BDA7-D220-4D18-8163-951D3B7721D7}" dt="2024-03-17T08:05:12.903" v="206" actId="20577"/>
          <ac:graphicFrameMkLst>
            <pc:docMk/>
            <pc:sldMk cId="1924720216" sldId="527"/>
            <ac:graphicFrameMk id="5" creationId="{00000000-0000-0000-0000-000000000000}"/>
          </ac:graphicFrameMkLst>
        </pc:graphicFrameChg>
      </pc:sldChg>
      <pc:sldChg chg="add">
        <pc:chgData name="준영 장" userId="0c9b8532fd537bfe" providerId="LiveId" clId="{7EE0BDA7-D220-4D18-8163-951D3B7721D7}" dt="2024-03-17T05:38:26.602" v="44"/>
        <pc:sldMkLst>
          <pc:docMk/>
          <pc:sldMk cId="1807172272" sldId="528"/>
        </pc:sldMkLst>
      </pc:sldChg>
      <pc:sldChg chg="add">
        <pc:chgData name="준영 장" userId="0c9b8532fd537bfe" providerId="LiveId" clId="{7EE0BDA7-D220-4D18-8163-951D3B7721D7}" dt="2024-03-17T05:38:26.602" v="44"/>
        <pc:sldMkLst>
          <pc:docMk/>
          <pc:sldMk cId="2758960080" sldId="529"/>
        </pc:sldMkLst>
      </pc:sldChg>
      <pc:sldChg chg="add">
        <pc:chgData name="준영 장" userId="0c9b8532fd537bfe" providerId="LiveId" clId="{7EE0BDA7-D220-4D18-8163-951D3B7721D7}" dt="2024-03-17T05:38:26.602" v="44"/>
        <pc:sldMkLst>
          <pc:docMk/>
          <pc:sldMk cId="2339514813" sldId="530"/>
        </pc:sldMkLst>
      </pc:sldChg>
      <pc:sldChg chg="add">
        <pc:chgData name="준영 장" userId="0c9b8532fd537bfe" providerId="LiveId" clId="{7EE0BDA7-D220-4D18-8163-951D3B7721D7}" dt="2024-03-17T05:38:26.602" v="44"/>
        <pc:sldMkLst>
          <pc:docMk/>
          <pc:sldMk cId="3719729634" sldId="531"/>
        </pc:sldMkLst>
      </pc:sldChg>
      <pc:sldChg chg="add">
        <pc:chgData name="준영 장" userId="0c9b8532fd537bfe" providerId="LiveId" clId="{7EE0BDA7-D220-4D18-8163-951D3B7721D7}" dt="2024-03-17T05:38:26.602" v="44"/>
        <pc:sldMkLst>
          <pc:docMk/>
          <pc:sldMk cId="3898360436" sldId="532"/>
        </pc:sldMkLst>
      </pc:sldChg>
    </pc:docChg>
  </pc:docChgLst>
  <pc:docChgLst>
    <pc:chgData name="준영 장" userId="0c9b8532fd537bfe" providerId="LiveId" clId="{29432EEA-EC04-421A-90A3-B5595832F797}"/>
    <pc:docChg chg="undo redo custSel addSld delSld modSld modMainMaster">
      <pc:chgData name="준영 장" userId="0c9b8532fd537bfe" providerId="LiveId" clId="{29432EEA-EC04-421A-90A3-B5595832F797}" dt="2024-03-17T05:09:16.389" v="1423"/>
      <pc:docMkLst>
        <pc:docMk/>
      </pc:docMkLst>
      <pc:sldChg chg="addSp delSp modSp add del mod modClrScheme chgLayout">
        <pc:chgData name="준영 장" userId="0c9b8532fd537bfe" providerId="LiveId" clId="{29432EEA-EC04-421A-90A3-B5595832F797}" dt="2024-03-11T12:38:59.621" v="8" actId="700"/>
        <pc:sldMkLst>
          <pc:docMk/>
          <pc:sldMk cId="0" sldId="256"/>
        </pc:sldMkLst>
        <pc:spChg chg="add del mod ord">
          <ac:chgData name="준영 장" userId="0c9b8532fd537bfe" providerId="LiveId" clId="{29432EEA-EC04-421A-90A3-B5595832F797}" dt="2024-03-11T12:38:59.621" v="8" actId="700"/>
          <ac:spMkLst>
            <pc:docMk/>
            <pc:sldMk cId="0" sldId="256"/>
            <ac:spMk id="3" creationId="{42991902-F165-9BBC-C5F1-72F09E28F511}"/>
          </ac:spMkLst>
        </pc:spChg>
        <pc:spChg chg="add del mod ord">
          <ac:chgData name="준영 장" userId="0c9b8532fd537bfe" providerId="LiveId" clId="{29432EEA-EC04-421A-90A3-B5595832F797}" dt="2024-03-11T12:38:59.621" v="8" actId="700"/>
          <ac:spMkLst>
            <pc:docMk/>
            <pc:sldMk cId="0" sldId="256"/>
            <ac:spMk id="4" creationId="{E199165F-3123-E3E2-9F28-9490E02D273F}"/>
          </ac:spMkLst>
        </pc:spChg>
      </pc:sldChg>
      <pc:sldChg chg="add del">
        <pc:chgData name="준영 장" userId="0c9b8532fd537bfe" providerId="LiveId" clId="{29432EEA-EC04-421A-90A3-B5595832F797}" dt="2024-03-11T12:38:34.594" v="5"/>
        <pc:sldMkLst>
          <pc:docMk/>
          <pc:sldMk cId="592381701" sldId="382"/>
        </pc:sldMkLst>
      </pc:sldChg>
      <pc:sldChg chg="add">
        <pc:chgData name="준영 장" userId="0c9b8532fd537bfe" providerId="LiveId" clId="{29432EEA-EC04-421A-90A3-B5595832F797}" dt="2024-03-14T13:35:38.446" v="63"/>
        <pc:sldMkLst>
          <pc:docMk/>
          <pc:sldMk cId="1795100531" sldId="382"/>
        </pc:sldMkLst>
      </pc:sldChg>
      <pc:sldChg chg="add del">
        <pc:chgData name="준영 장" userId="0c9b8532fd537bfe" providerId="LiveId" clId="{29432EEA-EC04-421A-90A3-B5595832F797}" dt="2024-03-11T12:37:07.455" v="3"/>
        <pc:sldMkLst>
          <pc:docMk/>
          <pc:sldMk cId="2752739395" sldId="382"/>
        </pc:sldMkLst>
      </pc:sldChg>
      <pc:sldChg chg="add del">
        <pc:chgData name="준영 장" userId="0c9b8532fd537bfe" providerId="LiveId" clId="{29432EEA-EC04-421A-90A3-B5595832F797}" dt="2024-03-11T12:37:02.178" v="1"/>
        <pc:sldMkLst>
          <pc:docMk/>
          <pc:sldMk cId="2813233395" sldId="382"/>
        </pc:sldMkLst>
      </pc:sldChg>
      <pc:sldChg chg="addSp modSp add del mod modClrScheme chgLayout">
        <pc:chgData name="준영 장" userId="0c9b8532fd537bfe" providerId="LiveId" clId="{29432EEA-EC04-421A-90A3-B5595832F797}" dt="2024-03-11T12:39:13.265" v="9" actId="47"/>
        <pc:sldMkLst>
          <pc:docMk/>
          <pc:sldMk cId="3088584304" sldId="382"/>
        </pc:sldMkLst>
        <pc:spChg chg="add mod ord">
          <ac:chgData name="준영 장" userId="0c9b8532fd537bfe" providerId="LiveId" clId="{29432EEA-EC04-421A-90A3-B5595832F797}" dt="2024-03-11T12:38:46.104" v="7" actId="700"/>
          <ac:spMkLst>
            <pc:docMk/>
            <pc:sldMk cId="3088584304" sldId="382"/>
            <ac:spMk id="2" creationId="{329212FC-7E77-DA76-CC8D-754BDC13950A}"/>
          </ac:spMkLst>
        </pc:spChg>
        <pc:spChg chg="add mod ord">
          <ac:chgData name="준영 장" userId="0c9b8532fd537bfe" providerId="LiveId" clId="{29432EEA-EC04-421A-90A3-B5595832F797}" dt="2024-03-11T12:38:46.104" v="7" actId="700"/>
          <ac:spMkLst>
            <pc:docMk/>
            <pc:sldMk cId="3088584304" sldId="382"/>
            <ac:spMk id="3" creationId="{D4C23830-11AD-4255-2F92-ED2CF1BFA2D7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2789321763" sldId="38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212015663" sldId="38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2172296476" sldId="38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38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914093828" sldId="388"/>
        </pc:sldMkLst>
      </pc:sldChg>
      <pc:sldChg chg="add del">
        <pc:chgData name="준영 장" userId="0c9b8532fd537bfe" providerId="LiveId" clId="{29432EEA-EC04-421A-90A3-B5595832F797}" dt="2024-03-11T12:38:34.594" v="5"/>
        <pc:sldMkLst>
          <pc:docMk/>
          <pc:sldMk cId="1922923233" sldId="389"/>
        </pc:sldMkLst>
      </pc:sldChg>
      <pc:sldChg chg="add del">
        <pc:chgData name="준영 장" userId="0c9b8532fd537bfe" providerId="LiveId" clId="{29432EEA-EC04-421A-90A3-B5595832F797}" dt="2024-03-11T12:37:07.455" v="3"/>
        <pc:sldMkLst>
          <pc:docMk/>
          <pc:sldMk cId="2036973542" sldId="389"/>
        </pc:sldMkLst>
      </pc:sldChg>
      <pc:sldChg chg="addSp delSp modSp add del mod modClrScheme chgLayout">
        <pc:chgData name="준영 장" userId="0c9b8532fd537bfe" providerId="LiveId" clId="{29432EEA-EC04-421A-90A3-B5595832F797}" dt="2024-03-14T13:34:33.233" v="62" actId="700"/>
        <pc:sldMkLst>
          <pc:docMk/>
          <pc:sldMk cId="2267649508" sldId="389"/>
        </pc:sldMkLst>
        <pc:spChg chg="add del mod ord">
          <ac:chgData name="준영 장" userId="0c9b8532fd537bfe" providerId="LiveId" clId="{29432EEA-EC04-421A-90A3-B5595832F797}" dt="2024-03-14T13:34:33.233" v="62" actId="700"/>
          <ac:spMkLst>
            <pc:docMk/>
            <pc:sldMk cId="2267649508" sldId="389"/>
            <ac:spMk id="2" creationId="{4057912F-DF33-3DD6-B08F-BCB71A0FFB0B}"/>
          </ac:spMkLst>
        </pc:spChg>
        <pc:spChg chg="add del mod ord">
          <ac:chgData name="준영 장" userId="0c9b8532fd537bfe" providerId="LiveId" clId="{29432EEA-EC04-421A-90A3-B5595832F797}" dt="2024-03-14T13:34:33.233" v="62" actId="700"/>
          <ac:spMkLst>
            <pc:docMk/>
            <pc:sldMk cId="2267649508" sldId="389"/>
            <ac:spMk id="3" creationId="{EDBA5906-17F9-77E2-2468-DF9C323B280E}"/>
          </ac:spMkLst>
        </pc:spChg>
      </pc:sldChg>
      <pc:sldChg chg="add del">
        <pc:chgData name="준영 장" userId="0c9b8532fd537bfe" providerId="LiveId" clId="{29432EEA-EC04-421A-90A3-B5595832F797}" dt="2024-03-11T12:37:02.178" v="1"/>
        <pc:sldMkLst>
          <pc:docMk/>
          <pc:sldMk cId="2336788713" sldId="389"/>
        </pc:sldMkLst>
      </pc:sldChg>
      <pc:sldChg chg="addSp delSp modSp add mod modClrScheme chgLayout">
        <pc:chgData name="준영 장" userId="0c9b8532fd537bfe" providerId="LiveId" clId="{29432EEA-EC04-421A-90A3-B5595832F797}" dt="2024-03-14T13:50:06.623" v="571" actId="700"/>
        <pc:sldMkLst>
          <pc:docMk/>
          <pc:sldMk cId="1224813733" sldId="390"/>
        </pc:sldMkLst>
        <pc:spChg chg="add del mod ord">
          <ac:chgData name="준영 장" userId="0c9b8532fd537bfe" providerId="LiveId" clId="{29432EEA-EC04-421A-90A3-B5595832F797}" dt="2024-03-14T13:50:06.623" v="571" actId="700"/>
          <ac:spMkLst>
            <pc:docMk/>
            <pc:sldMk cId="1224813733" sldId="390"/>
            <ac:spMk id="2" creationId="{57D4E92D-428B-49E1-58CD-58510D8177D2}"/>
          </ac:spMkLst>
        </pc:spChg>
        <pc:spChg chg="add del mod ord">
          <ac:chgData name="준영 장" userId="0c9b8532fd537bfe" providerId="LiveId" clId="{29432EEA-EC04-421A-90A3-B5595832F797}" dt="2024-03-14T13:50:06.623" v="571" actId="700"/>
          <ac:spMkLst>
            <pc:docMk/>
            <pc:sldMk cId="1224813733" sldId="390"/>
            <ac:spMk id="3" creationId="{923D8036-CADD-FA46-BA53-C211E0DC5300}"/>
          </ac:spMkLst>
        </pc:spChg>
      </pc:sldChg>
      <pc:sldChg chg="add del">
        <pc:chgData name="준영 장" userId="0c9b8532fd537bfe" providerId="LiveId" clId="{29432EEA-EC04-421A-90A3-B5595832F797}" dt="2024-03-11T12:38:34.594" v="5"/>
        <pc:sldMkLst>
          <pc:docMk/>
          <pc:sldMk cId="1839085098" sldId="390"/>
        </pc:sldMkLst>
      </pc:sldChg>
      <pc:sldChg chg="add del">
        <pc:chgData name="준영 장" userId="0c9b8532fd537bfe" providerId="LiveId" clId="{29432EEA-EC04-421A-90A3-B5595832F797}" dt="2024-03-11T12:37:02.178" v="1"/>
        <pc:sldMkLst>
          <pc:docMk/>
          <pc:sldMk cId="3001612791" sldId="390"/>
        </pc:sldMkLst>
      </pc:sldChg>
      <pc:sldChg chg="add del">
        <pc:chgData name="준영 장" userId="0c9b8532fd537bfe" providerId="LiveId" clId="{29432EEA-EC04-421A-90A3-B5595832F797}" dt="2024-03-11T12:37:07.455" v="3"/>
        <pc:sldMkLst>
          <pc:docMk/>
          <pc:sldMk cId="3784426025" sldId="39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391"/>
        </pc:sldMkLst>
      </pc:sldChg>
      <pc:sldChg chg="modSp add del mod modClrScheme chgLayout">
        <pc:chgData name="준영 장" userId="0c9b8532fd537bfe" providerId="LiveId" clId="{29432EEA-EC04-421A-90A3-B5595832F797}" dt="2024-03-11T12:39:25.220" v="10" actId="47"/>
        <pc:sldMkLst>
          <pc:docMk/>
          <pc:sldMk cId="2035760066" sldId="39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035760066" sldId="39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035760066" sldId="392"/>
            <ac:spMk id="3" creationId="{00000000-0000-0000-0000-000000000000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8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9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1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02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8"/>
        </pc:sldMkLst>
      </pc:sldChg>
      <pc:sldChg chg="modSp add del mod modClrScheme chgLayout">
        <pc:chgData name="준영 장" userId="0c9b8532fd537bfe" providerId="LiveId" clId="{29432EEA-EC04-421A-90A3-B5595832F797}" dt="2024-03-14T13:45:51.524" v="548" actId="1076"/>
        <pc:sldMkLst>
          <pc:docMk/>
          <pc:sldMk cId="0" sldId="40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09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45:51.524" v="548" actId="1076"/>
          <ac:spMkLst>
            <pc:docMk/>
            <pc:sldMk cId="0" sldId="409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45:44.631" v="547" actId="1076"/>
          <ac:spMkLst>
            <pc:docMk/>
            <pc:sldMk cId="0" sldId="409"/>
            <ac:spMk id="4" creationId="{00000000-0000-0000-0000-000000000000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1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2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8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19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2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21"/>
        </pc:sldMkLst>
      </pc:sldChg>
      <pc:sldChg chg="modSp add del mod modClrScheme chgLayout">
        <pc:chgData name="준영 장" userId="0c9b8532fd537bfe" providerId="LiveId" clId="{29432EEA-EC04-421A-90A3-B5595832F797}" dt="2024-03-14T13:50:32.658" v="574" actId="1076"/>
        <pc:sldMkLst>
          <pc:docMk/>
          <pc:sldMk cId="0" sldId="42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2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50:32.658" v="574" actId="1076"/>
          <ac:spMkLst>
            <pc:docMk/>
            <pc:sldMk cId="0" sldId="422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50:28.802" v="573" actId="1076"/>
          <ac:spMkLst>
            <pc:docMk/>
            <pc:sldMk cId="0" sldId="422"/>
            <ac:spMk id="5" creationId="{00000000-0000-0000-0000-000000000000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2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2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42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2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2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428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429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43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431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32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3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3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3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3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3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38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39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40"/>
        </pc:sldMkLst>
      </pc:sldChg>
      <pc:sldChg chg="addSp delSp modSp add del mod modClrScheme chgLayout">
        <pc:chgData name="준영 장" userId="0c9b8532fd537bfe" providerId="LiveId" clId="{29432EEA-EC04-421A-90A3-B5595832F797}" dt="2024-03-14T13:31:47.907" v="53" actId="478"/>
        <pc:sldMkLst>
          <pc:docMk/>
          <pc:sldMk cId="0" sldId="44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1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1:47.907" v="53" actId="478"/>
          <ac:spMkLst>
            <pc:docMk/>
            <pc:sldMk cId="0" sldId="441"/>
            <ac:spMk id="3" creationId="{4D10D3E5-3ED3-3459-52E3-F1F3358B7D81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0:33.394" v="33" actId="478"/>
        <pc:sldMkLst>
          <pc:docMk/>
          <pc:sldMk cId="0" sldId="44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2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0:33.394" v="33" actId="478"/>
          <ac:spMkLst>
            <pc:docMk/>
            <pc:sldMk cId="0" sldId="442"/>
            <ac:spMk id="3" creationId="{C7F24ABE-021D-D8FF-FCEE-62CF2EFC12AF}"/>
          </ac:spMkLst>
        </pc:spChg>
      </pc:sldChg>
      <pc:sldChg chg="delSp modSp add del mod modClrScheme chgLayout">
        <pc:chgData name="준영 장" userId="0c9b8532fd537bfe" providerId="LiveId" clId="{29432EEA-EC04-421A-90A3-B5595832F797}" dt="2024-03-14T13:30:29.155" v="32" actId="478"/>
        <pc:sldMkLst>
          <pc:docMk/>
          <pc:sldMk cId="0" sldId="443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3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3"/>
            <ac:spMk id="3" creationId="{00000000-0000-0000-0000-000000000000}"/>
          </ac:spMkLst>
        </pc:spChg>
        <pc:spChg chg="del">
          <ac:chgData name="준영 장" userId="0c9b8532fd537bfe" providerId="LiveId" clId="{29432EEA-EC04-421A-90A3-B5595832F797}" dt="2024-03-14T13:30:29.155" v="32" actId="478"/>
          <ac:spMkLst>
            <pc:docMk/>
            <pc:sldMk cId="0" sldId="443"/>
            <ac:spMk id="7" creationId="{00000000-0000-0000-0000-000000000000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44"/>
        </pc:sldMkLst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445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5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5"/>
            <ac:spMk id="3" creationId="{00000000-0000-0000-0000-000000000000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055139403" sldId="44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702358898" sldId="44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80441982" sldId="448"/>
        </pc:sldMkLst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44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9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9"/>
            <ac:spMk id="3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1T12:40:48.406" v="23" actId="700"/>
        <pc:sldMkLst>
          <pc:docMk/>
          <pc:sldMk cId="0" sldId="451"/>
        </pc:sldMkLst>
        <pc:spChg chg="add del mod ord">
          <ac:chgData name="준영 장" userId="0c9b8532fd537bfe" providerId="LiveId" clId="{29432EEA-EC04-421A-90A3-B5595832F797}" dt="2024-03-11T12:40:41.759" v="21" actId="478"/>
          <ac:spMkLst>
            <pc:docMk/>
            <pc:sldMk cId="0" sldId="451"/>
            <ac:spMk id="2" creationId="{35CFFEE0-8311-93C6-2F62-3DD09E3291CF}"/>
          </ac:spMkLst>
        </pc:spChg>
        <pc:spChg chg="add del mod ord">
          <ac:chgData name="준영 장" userId="0c9b8532fd537bfe" providerId="LiveId" clId="{29432EEA-EC04-421A-90A3-B5595832F797}" dt="2024-03-11T12:40:43.431" v="22" actId="478"/>
          <ac:spMkLst>
            <pc:docMk/>
            <pc:sldMk cId="0" sldId="451"/>
            <ac:spMk id="3" creationId="{C1DEAC21-E842-DB4F-9CD4-4E06F55E1E89}"/>
          </ac:spMkLst>
        </pc:spChg>
      </pc:sldChg>
      <pc:sldChg chg="delSp modSp add del mod modClrScheme chgLayout">
        <pc:chgData name="준영 장" userId="0c9b8532fd537bfe" providerId="LiveId" clId="{29432EEA-EC04-421A-90A3-B5595832F797}" dt="2024-03-16T10:40:27.132" v="1397" actId="1076"/>
        <pc:sldMkLst>
          <pc:docMk/>
          <pc:sldMk cId="0" sldId="45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5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52"/>
            <ac:spMk id="3" creationId="{00000000-0000-0000-0000-000000000000}"/>
          </ac:spMkLst>
        </pc:spChg>
        <pc:spChg chg="del">
          <ac:chgData name="준영 장" userId="0c9b8532fd537bfe" providerId="LiveId" clId="{29432EEA-EC04-421A-90A3-B5595832F797}" dt="2024-03-11T12:40:37.750" v="20" actId="478"/>
          <ac:spMkLst>
            <pc:docMk/>
            <pc:sldMk cId="0" sldId="452"/>
            <ac:spMk id="7" creationId="{00000000-0000-0000-0000-000000000000}"/>
          </ac:spMkLst>
        </pc:spChg>
        <pc:picChg chg="mod">
          <ac:chgData name="준영 장" userId="0c9b8532fd537bfe" providerId="LiveId" clId="{29432EEA-EC04-421A-90A3-B5595832F797}" dt="2024-03-16T10:40:27.132" v="1397" actId="1076"/>
          <ac:picMkLst>
            <pc:docMk/>
            <pc:sldMk cId="0" sldId="452"/>
            <ac:picMk id="5" creationId="{00000000-0000-0000-0000-000000000000}"/>
          </ac:picMkLst>
        </pc:pic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507391434" sldId="45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912990262" sldId="45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58841069" sldId="45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524662385" sldId="45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2652382871" sldId="45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77395993" sldId="458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2052748190" sldId="459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994969506" sldId="46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2524916242" sldId="461"/>
        </pc:sldMkLst>
      </pc:sldChg>
      <pc:sldChg chg="addSp delSp modSp add del mod modClrScheme chgLayout">
        <pc:chgData name="준영 장" userId="0c9b8532fd537bfe" providerId="LiveId" clId="{29432EEA-EC04-421A-90A3-B5595832F797}" dt="2024-03-14T13:33:03.179" v="56" actId="478"/>
        <pc:sldMkLst>
          <pc:docMk/>
          <pc:sldMk cId="3748208073" sldId="46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748208073" sldId="462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3:03.179" v="56" actId="478"/>
          <ac:spMkLst>
            <pc:docMk/>
            <pc:sldMk cId="3748208073" sldId="462"/>
            <ac:spMk id="3" creationId="{67156ABE-560C-AED0-F486-6C53D6C95738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533436599" sldId="46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759765460" sldId="46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017830977" sldId="465"/>
        </pc:sldMkLst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780336600" sldId="466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780336600" sldId="466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780336600" sldId="466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2583120060" sldId="46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583120060" sldId="467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583120060" sldId="467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3092686599" sldId="46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092686599" sldId="468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092686599" sldId="468"/>
            <ac:spMk id="3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2:04.126" v="54" actId="478"/>
        <pc:sldMkLst>
          <pc:docMk/>
          <pc:sldMk cId="4054166525" sldId="46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4054166525" sldId="469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2:04.126" v="54" actId="478"/>
          <ac:spMkLst>
            <pc:docMk/>
            <pc:sldMk cId="4054166525" sldId="469"/>
            <ac:spMk id="3" creationId="{A11207DC-47D7-9DAC-C768-9290DDCE6C2F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429219039" sldId="47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429219039" sldId="470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429219039" sldId="470"/>
            <ac:spMk id="4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3844223270" sldId="47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844223270" sldId="471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844223270" sldId="471"/>
            <ac:spMk id="7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2:10.668" v="55" actId="478"/>
        <pc:sldMkLst>
          <pc:docMk/>
          <pc:sldMk cId="413902602" sldId="47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413902602" sldId="472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2:10.668" v="55" actId="478"/>
          <ac:spMkLst>
            <pc:docMk/>
            <pc:sldMk cId="413902602" sldId="472"/>
            <ac:spMk id="3" creationId="{68FCE4FC-0CA4-CD3E-30E6-69097D885F3A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3:28.251" v="57" actId="478"/>
        <pc:sldMkLst>
          <pc:docMk/>
          <pc:sldMk cId="16769537" sldId="473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16769537" sldId="473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3:28.251" v="57" actId="478"/>
          <ac:spMkLst>
            <pc:docMk/>
            <pc:sldMk cId="16769537" sldId="473"/>
            <ac:spMk id="3" creationId="{DF1505E6-B3E2-4526-4976-2D7FFA3AFFFC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3:39.352" v="58" actId="478"/>
        <pc:sldMkLst>
          <pc:docMk/>
          <pc:sldMk cId="3271671829" sldId="474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271671829" sldId="474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3:39.352" v="58" actId="478"/>
          <ac:spMkLst>
            <pc:docMk/>
            <pc:sldMk cId="3271671829" sldId="474"/>
            <ac:spMk id="3" creationId="{70D15658-FB13-80A1-6BA3-99E4786D9DB3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3:47.294" v="59" actId="478"/>
        <pc:sldMkLst>
          <pc:docMk/>
          <pc:sldMk cId="4265730728" sldId="475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4265730728" sldId="475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3:47.294" v="59" actId="478"/>
          <ac:spMkLst>
            <pc:docMk/>
            <pc:sldMk cId="4265730728" sldId="475"/>
            <ac:spMk id="3" creationId="{6BF10C33-BC7F-AEFD-CA13-727810BCBE2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81026583" sldId="476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81026583" sldId="476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81026583" sldId="476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4140084813" sldId="47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4140084813" sldId="477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4140084813" sldId="477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36:40.652" v="66" actId="1076"/>
        <pc:sldMkLst>
          <pc:docMk/>
          <pc:sldMk cId="572731654" sldId="47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572731654" sldId="478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36:40.652" v="66" actId="1076"/>
          <ac:spMkLst>
            <pc:docMk/>
            <pc:sldMk cId="572731654" sldId="478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36:33.190" v="65" actId="1076"/>
          <ac:spMkLst>
            <pc:docMk/>
            <pc:sldMk cId="572731654" sldId="478"/>
            <ac:spMk id="5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44:23.844" v="540" actId="20577"/>
        <pc:sldMkLst>
          <pc:docMk/>
          <pc:sldMk cId="434720889" sldId="479"/>
        </pc:sldMkLst>
        <pc:spChg chg="mod ord">
          <ac:chgData name="준영 장" userId="0c9b8532fd537bfe" providerId="LiveId" clId="{29432EEA-EC04-421A-90A3-B5595832F797}" dt="2024-03-14T13:44:23.844" v="540" actId="20577"/>
          <ac:spMkLst>
            <pc:docMk/>
            <pc:sldMk cId="434720889" sldId="479"/>
            <ac:spMk id="3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434720889" sldId="479"/>
            <ac:spMk id="8" creationId="{00000000-0000-0000-0000-000000000000}"/>
          </ac:spMkLst>
        </pc:spChg>
        <pc:spChg chg="mod">
          <ac:chgData name="준영 장" userId="0c9b8532fd537bfe" providerId="LiveId" clId="{29432EEA-EC04-421A-90A3-B5595832F797}" dt="2024-03-14T13:37:33.207" v="67" actId="1076"/>
          <ac:spMkLst>
            <pc:docMk/>
            <pc:sldMk cId="434720889" sldId="479"/>
            <ac:spMk id="9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38:50.772" v="71" actId="1076"/>
        <pc:sldMkLst>
          <pc:docMk/>
          <pc:sldMk cId="2670110645" sldId="48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670110645" sldId="480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38:50.772" v="71" actId="1076"/>
          <ac:spMkLst>
            <pc:docMk/>
            <pc:sldMk cId="2670110645" sldId="480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38:46.093" v="70" actId="1076"/>
          <ac:spMkLst>
            <pc:docMk/>
            <pc:sldMk cId="2670110645" sldId="480"/>
            <ac:spMk id="5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44:55.147" v="544" actId="1076"/>
        <pc:sldMkLst>
          <pc:docMk/>
          <pc:sldMk cId="2052940579" sldId="48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052940579" sldId="481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44:55.147" v="544" actId="1076"/>
          <ac:spMkLst>
            <pc:docMk/>
            <pc:sldMk cId="2052940579" sldId="481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44:52.445" v="543" actId="1076"/>
          <ac:spMkLst>
            <pc:docMk/>
            <pc:sldMk cId="2052940579" sldId="481"/>
            <ac:spMk id="7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45:10.869" v="546" actId="1076"/>
        <pc:sldMkLst>
          <pc:docMk/>
          <pc:sldMk cId="472465745" sldId="48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472465745" sldId="48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45:10.869" v="546" actId="1076"/>
          <ac:spMkLst>
            <pc:docMk/>
            <pc:sldMk cId="472465745" sldId="482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45:07.403" v="545" actId="1076"/>
          <ac:spMkLst>
            <pc:docMk/>
            <pc:sldMk cId="472465745" sldId="482"/>
            <ac:spMk id="4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46:37.514" v="552" actId="1076"/>
        <pc:sldMkLst>
          <pc:docMk/>
          <pc:sldMk cId="328123263" sldId="483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28123263" sldId="483"/>
            <ac:spMk id="2" creationId="{00000000-0000-0000-0000-000000000000}"/>
          </ac:spMkLst>
        </pc:spChg>
        <pc:graphicFrameChg chg="mod ord modGraphic">
          <ac:chgData name="준영 장" userId="0c9b8532fd537bfe" providerId="LiveId" clId="{29432EEA-EC04-421A-90A3-B5595832F797}" dt="2024-03-14T13:46:30.746" v="551" actId="14100"/>
          <ac:graphicFrameMkLst>
            <pc:docMk/>
            <pc:sldMk cId="328123263" sldId="483"/>
            <ac:graphicFrameMk id="4" creationId="{00000000-0000-0000-0000-000000000000}"/>
          </ac:graphicFrameMkLst>
        </pc:graphicFrameChg>
        <pc:graphicFrameChg chg="mod">
          <ac:chgData name="준영 장" userId="0c9b8532fd537bfe" providerId="LiveId" clId="{29432EEA-EC04-421A-90A3-B5595832F797}" dt="2024-03-14T13:46:37.514" v="552" actId="1076"/>
          <ac:graphicFrameMkLst>
            <pc:docMk/>
            <pc:sldMk cId="328123263" sldId="483"/>
            <ac:graphicFrameMk id="5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4T13:47:23.542" v="556" actId="1076"/>
        <pc:sldMkLst>
          <pc:docMk/>
          <pc:sldMk cId="1604721528" sldId="484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1604721528" sldId="484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47:23.542" v="556" actId="1076"/>
          <ac:spMkLst>
            <pc:docMk/>
            <pc:sldMk cId="1604721528" sldId="484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47:13.733" v="554" actId="1076"/>
          <ac:spMkLst>
            <pc:docMk/>
            <pc:sldMk cId="1604721528" sldId="484"/>
            <ac:spMk id="11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7:38.783" v="557" actId="478"/>
        <pc:sldMkLst>
          <pc:docMk/>
          <pc:sldMk cId="322928739" sldId="485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22928739" sldId="485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7:38.783" v="557" actId="478"/>
          <ac:spMkLst>
            <pc:docMk/>
            <pc:sldMk cId="322928739" sldId="485"/>
            <ac:spMk id="3" creationId="{98289090-565A-522E-9943-75E7996EC283}"/>
          </ac:spMkLst>
        </pc:spChg>
      </pc:sldChg>
      <pc:sldChg chg="modSp add del mod modClrScheme chgLayout">
        <pc:chgData name="준영 장" userId="0c9b8532fd537bfe" providerId="LiveId" clId="{29432EEA-EC04-421A-90A3-B5595832F797}" dt="2024-03-16T10:39:24.452" v="1393" actId="20577"/>
        <pc:sldMkLst>
          <pc:docMk/>
          <pc:sldMk cId="0" sldId="486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86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6T10:39:24.452" v="1393" actId="20577"/>
          <ac:spMkLst>
            <pc:docMk/>
            <pc:sldMk cId="0" sldId="486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856524837" sldId="48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856524837" sldId="487"/>
            <ac:spMk id="2" creationId="{3F8D61AB-BE2B-97FF-FC40-ACB2E8C76099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856524837" sldId="487"/>
            <ac:spMk id="3" creationId="{69D4ADCF-DDE6-951C-1317-698762D04562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47:59.033" v="558" actId="1076"/>
        <pc:sldMkLst>
          <pc:docMk/>
          <pc:sldMk cId="0" sldId="48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88"/>
            <ac:spMk id="2" creationId="{00000000-0000-0000-0000-000000000000}"/>
          </ac:spMkLst>
        </pc:spChg>
        <pc:graphicFrameChg chg="mod ord modGraphic">
          <ac:chgData name="준영 장" userId="0c9b8532fd537bfe" providerId="LiveId" clId="{29432EEA-EC04-421A-90A3-B5595832F797}" dt="2024-03-14T13:47:59.033" v="558" actId="1076"/>
          <ac:graphicFrameMkLst>
            <pc:docMk/>
            <pc:sldMk cId="0" sldId="488"/>
            <ac:graphicFrameMk id="4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548757022" sldId="48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548757022" sldId="489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548757022" sldId="489"/>
            <ac:spMk id="3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8:41.330" v="562" actId="1076"/>
        <pc:sldMkLst>
          <pc:docMk/>
          <pc:sldMk cId="0" sldId="49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0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8:34.889" v="561" actId="478"/>
          <ac:spMkLst>
            <pc:docMk/>
            <pc:sldMk cId="0" sldId="490"/>
            <ac:spMk id="3" creationId="{C067E314-7B5C-0BED-D9D0-55E0BEFC309A}"/>
          </ac:spMkLst>
        </pc:spChg>
        <pc:spChg chg="mod">
          <ac:chgData name="준영 장" userId="0c9b8532fd537bfe" providerId="LiveId" clId="{29432EEA-EC04-421A-90A3-B5595832F797}" dt="2024-03-14T13:48:41.330" v="562" actId="1076"/>
          <ac:spMkLst>
            <pc:docMk/>
            <pc:sldMk cId="0" sldId="490"/>
            <ac:spMk id="16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8:49.888" v="563" actId="478"/>
        <pc:sldMkLst>
          <pc:docMk/>
          <pc:sldMk cId="0" sldId="49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1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8:49.888" v="563" actId="478"/>
          <ac:spMkLst>
            <pc:docMk/>
            <pc:sldMk cId="0" sldId="491"/>
            <ac:spMk id="3" creationId="{308E7CE2-A454-D607-1F81-A97DE89228E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9:02.288" v="564" actId="478"/>
        <pc:sldMkLst>
          <pc:docMk/>
          <pc:sldMk cId="0" sldId="49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2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9:02.288" v="564" actId="478"/>
          <ac:spMkLst>
            <pc:docMk/>
            <pc:sldMk cId="0" sldId="492"/>
            <ac:spMk id="3" creationId="{0137EC68-84E3-0ECC-82E2-24D45D685704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9:07.387" v="565" actId="478"/>
        <pc:sldMkLst>
          <pc:docMk/>
          <pc:sldMk cId="3643148115" sldId="493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643148115" sldId="493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9:07.387" v="565" actId="478"/>
          <ac:spMkLst>
            <pc:docMk/>
            <pc:sldMk cId="3643148115" sldId="493"/>
            <ac:spMk id="3" creationId="{8AC19351-3CC5-9526-A894-7302A2607175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9:15.340" v="566" actId="478"/>
        <pc:sldMkLst>
          <pc:docMk/>
          <pc:sldMk cId="0" sldId="494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4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9:15.340" v="566" actId="478"/>
          <ac:spMkLst>
            <pc:docMk/>
            <pc:sldMk cId="0" sldId="494"/>
            <ac:spMk id="3" creationId="{F1B6FB35-A273-EE83-70B9-AF7B9FCB191C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9:20.206" v="567" actId="478"/>
        <pc:sldMkLst>
          <pc:docMk/>
          <pc:sldMk cId="0" sldId="495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5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9:20.206" v="567" actId="478"/>
          <ac:spMkLst>
            <pc:docMk/>
            <pc:sldMk cId="0" sldId="495"/>
            <ac:spMk id="3" creationId="{5ECAD585-4A56-5524-6A66-25C343EE708C}"/>
          </ac:spMkLst>
        </pc:spChg>
      </pc:sldChg>
      <pc:sldChg chg="modSp add del mod modClrScheme chgLayout">
        <pc:chgData name="준영 장" userId="0c9b8532fd537bfe" providerId="LiveId" clId="{29432EEA-EC04-421A-90A3-B5595832F797}" dt="2024-03-16T10:39:56.503" v="1396" actId="20577"/>
        <pc:sldMkLst>
          <pc:docMk/>
          <pc:sldMk cId="3817662580" sldId="496"/>
        </pc:sldMkLst>
        <pc:spChg chg="mod ord">
          <ac:chgData name="준영 장" userId="0c9b8532fd537bfe" providerId="LiveId" clId="{29432EEA-EC04-421A-90A3-B5595832F797}" dt="2024-03-16T10:39:56.503" v="1396" actId="20577"/>
          <ac:spMkLst>
            <pc:docMk/>
            <pc:sldMk cId="3817662580" sldId="496"/>
            <ac:spMk id="2" creationId="{00000000-0000-0000-0000-000000000000}"/>
          </ac:spMkLst>
        </pc:spChg>
        <pc:graphicFrameChg chg="mod ord modGraphic">
          <ac:chgData name="준영 장" userId="0c9b8532fd537bfe" providerId="LiveId" clId="{29432EEA-EC04-421A-90A3-B5595832F797}" dt="2024-03-14T13:49:41.298" v="569" actId="14100"/>
          <ac:graphicFrameMkLst>
            <pc:docMk/>
            <pc:sldMk cId="3817662580" sldId="496"/>
            <ac:graphicFrameMk id="4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4T13:49:58.214" v="570" actId="1076"/>
        <pc:sldMkLst>
          <pc:docMk/>
          <pc:sldMk cId="3261123242" sldId="49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261123242" sldId="497"/>
            <ac:spMk id="2" creationId="{570A7107-FBDE-195C-8F83-7CF49A09F1AC}"/>
          </ac:spMkLst>
        </pc:spChg>
        <pc:spChg chg="mod">
          <ac:chgData name="준영 장" userId="0c9b8532fd537bfe" providerId="LiveId" clId="{29432EEA-EC04-421A-90A3-B5595832F797}" dt="2024-03-14T13:49:58.214" v="570" actId="1076"/>
          <ac:spMkLst>
            <pc:docMk/>
            <pc:sldMk cId="3261123242" sldId="497"/>
            <ac:spMk id="3" creationId="{E1BB64B5-4600-2594-8130-F783CBB32A8E}"/>
          </ac:spMkLst>
        </pc:spChg>
        <pc:picChg chg="mod ord">
          <ac:chgData name="준영 장" userId="0c9b8532fd537bfe" providerId="LiveId" clId="{29432EEA-EC04-421A-90A3-B5595832F797}" dt="2024-03-11T12:38:46.104" v="7" actId="700"/>
          <ac:picMkLst>
            <pc:docMk/>
            <pc:sldMk cId="3261123242" sldId="497"/>
            <ac:picMk id="5" creationId="{187C7E41-D4E4-CEA8-95DA-99BE8807B60F}"/>
          </ac:picMkLst>
        </pc:pic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49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8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8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50:55.680" v="577" actId="1076"/>
        <pc:sldMkLst>
          <pc:docMk/>
          <pc:sldMk cId="0" sldId="49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9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50:46.610" v="576" actId="1076"/>
          <ac:spMkLst>
            <pc:docMk/>
            <pc:sldMk cId="0" sldId="499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50:55.680" v="577" actId="1076"/>
          <ac:spMkLst>
            <pc:docMk/>
            <pc:sldMk cId="0" sldId="499"/>
            <ac:spMk id="7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51:16.191" v="583" actId="1035"/>
        <pc:sldMkLst>
          <pc:docMk/>
          <pc:sldMk cId="0" sldId="50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00"/>
            <ac:spMk id="2" creationId="{00000000-0000-0000-0000-000000000000}"/>
          </ac:spMkLst>
        </pc:spChg>
        <pc:spChg chg="mod">
          <ac:chgData name="준영 장" userId="0c9b8532fd537bfe" providerId="LiveId" clId="{29432EEA-EC04-421A-90A3-B5595832F797}" dt="2024-03-14T13:51:06.602" v="578" actId="1076"/>
          <ac:spMkLst>
            <pc:docMk/>
            <pc:sldMk cId="0" sldId="500"/>
            <ac:spMk id="23" creationId="{00000000-0000-0000-0000-000000000000}"/>
          </ac:spMkLst>
        </pc:spChg>
        <pc:graphicFrameChg chg="mod ord modGraphic">
          <ac:chgData name="준영 장" userId="0c9b8532fd537bfe" providerId="LiveId" clId="{29432EEA-EC04-421A-90A3-B5595832F797}" dt="2024-03-14T13:51:16.191" v="583" actId="1035"/>
          <ac:graphicFrameMkLst>
            <pc:docMk/>
            <pc:sldMk cId="0" sldId="500"/>
            <ac:graphicFrameMk id="4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4T13:59:25.034" v="584" actId="1076"/>
        <pc:sldMkLst>
          <pc:docMk/>
          <pc:sldMk cId="3712038957" sldId="50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712038957" sldId="501"/>
            <ac:spMk id="2" creationId="{00000000-0000-0000-0000-000000000000}"/>
          </ac:spMkLst>
        </pc:spChg>
        <pc:graphicFrameChg chg="mod ord modGraphic">
          <ac:chgData name="준영 장" userId="0c9b8532fd537bfe" providerId="LiveId" clId="{29432EEA-EC04-421A-90A3-B5595832F797}" dt="2024-03-14T13:59:25.034" v="584" actId="1076"/>
          <ac:graphicFrameMkLst>
            <pc:docMk/>
            <pc:sldMk cId="3712038957" sldId="501"/>
            <ac:graphicFrameMk id="4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4T13:59:33.063" v="585" actId="1076"/>
        <pc:sldMkLst>
          <pc:docMk/>
          <pc:sldMk cId="0" sldId="50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0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59:33.063" v="585" actId="1076"/>
          <ac:spMkLst>
            <pc:docMk/>
            <pc:sldMk cId="0" sldId="502"/>
            <ac:spMk id="3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59:44.531" v="586" actId="700"/>
        <pc:sldMkLst>
          <pc:docMk/>
          <pc:sldMk cId="1595753438" sldId="503"/>
        </pc:sldMkLst>
        <pc:spChg chg="add del mod ord">
          <ac:chgData name="준영 장" userId="0c9b8532fd537bfe" providerId="LiveId" clId="{29432EEA-EC04-421A-90A3-B5595832F797}" dt="2024-03-14T13:59:44.531" v="586" actId="700"/>
          <ac:spMkLst>
            <pc:docMk/>
            <pc:sldMk cId="1595753438" sldId="503"/>
            <ac:spMk id="2" creationId="{2E7580E7-EEAB-75FA-D31F-6224819E7836}"/>
          </ac:spMkLst>
        </pc:spChg>
        <pc:spChg chg="add del mod ord">
          <ac:chgData name="준영 장" userId="0c9b8532fd537bfe" providerId="LiveId" clId="{29432EEA-EC04-421A-90A3-B5595832F797}" dt="2024-03-14T13:59:44.531" v="586" actId="700"/>
          <ac:spMkLst>
            <pc:docMk/>
            <pc:sldMk cId="1595753438" sldId="503"/>
            <ac:spMk id="3" creationId="{6E84B092-A17F-2C3F-FF60-329B09AF8E0D}"/>
          </ac:spMkLst>
        </pc:spChg>
      </pc:sldChg>
      <pc:sldChg chg="modSp add del mod modClrScheme chgLayout">
        <pc:chgData name="준영 장" userId="0c9b8532fd537bfe" providerId="LiveId" clId="{29432EEA-EC04-421A-90A3-B5595832F797}" dt="2024-03-14T14:01:00.167" v="587" actId="1076"/>
        <pc:sldMkLst>
          <pc:docMk/>
          <pc:sldMk cId="0" sldId="504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04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4:01:00.167" v="587" actId="1076"/>
          <ac:spMkLst>
            <pc:docMk/>
            <pc:sldMk cId="0" sldId="504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4:01:06.502" v="588" actId="1076"/>
        <pc:sldMkLst>
          <pc:docMk/>
          <pc:sldMk cId="1723364011" sldId="505"/>
        </pc:sldMkLst>
        <pc:spChg chg="mod ord">
          <ac:chgData name="준영 장" userId="0c9b8532fd537bfe" providerId="LiveId" clId="{29432EEA-EC04-421A-90A3-B5595832F797}" dt="2024-03-14T14:01:06.502" v="588" actId="1076"/>
          <ac:spMkLst>
            <pc:docMk/>
            <pc:sldMk cId="1723364011" sldId="505"/>
            <ac:spMk id="3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1723364011" sldId="505"/>
            <ac:spMk id="4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4:01:17.304" v="589" actId="1076"/>
        <pc:sldMkLst>
          <pc:docMk/>
          <pc:sldMk cId="0" sldId="506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06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4:01:17.304" v="589" actId="1076"/>
          <ac:spMkLst>
            <pc:docMk/>
            <pc:sldMk cId="0" sldId="506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4:01:35.251" v="592" actId="1076"/>
        <pc:sldMkLst>
          <pc:docMk/>
          <pc:sldMk cId="0" sldId="50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07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4:01:35.251" v="592" actId="1076"/>
          <ac:spMkLst>
            <pc:docMk/>
            <pc:sldMk cId="0" sldId="507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4:01:29.458" v="591" actId="1076"/>
          <ac:spMkLst>
            <pc:docMk/>
            <pc:sldMk cId="0" sldId="507"/>
            <ac:spMk id="1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4:01:45.915" v="593" actId="1076"/>
        <pc:sldMkLst>
          <pc:docMk/>
          <pc:sldMk cId="0" sldId="50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08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4:01:45.915" v="593" actId="1076"/>
          <ac:spMkLst>
            <pc:docMk/>
            <pc:sldMk cId="0" sldId="508"/>
            <ac:spMk id="3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4:01:52.913" v="595" actId="478"/>
        <pc:sldMkLst>
          <pc:docMk/>
          <pc:sldMk cId="0" sldId="50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09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4:01:52.913" v="595" actId="478"/>
          <ac:spMkLst>
            <pc:docMk/>
            <pc:sldMk cId="0" sldId="509"/>
            <ac:spMk id="3" creationId="{269F302F-24EA-318A-C059-B4FE8EA8C5D5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4:02:01.746" v="597" actId="478"/>
        <pc:sldMkLst>
          <pc:docMk/>
          <pc:sldMk cId="0" sldId="51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0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4:02:01.746" v="597" actId="478"/>
          <ac:spMkLst>
            <pc:docMk/>
            <pc:sldMk cId="0" sldId="510"/>
            <ac:spMk id="3" creationId="{A8755449-AE62-F4FF-AC92-3A45D6924EDF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4:02:06.345" v="598" actId="478"/>
        <pc:sldMkLst>
          <pc:docMk/>
          <pc:sldMk cId="0" sldId="51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1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4:02:06.345" v="598" actId="478"/>
          <ac:spMkLst>
            <pc:docMk/>
            <pc:sldMk cId="0" sldId="511"/>
            <ac:spMk id="3" creationId="{E4D956C4-44A3-D84C-C44B-A8BC2978A2C3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51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2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31:34.447" v="50" actId="1036"/>
        <pc:sldMkLst>
          <pc:docMk/>
          <pc:sldMk cId="0" sldId="513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3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31:34.447" v="50" actId="1036"/>
          <ac:spMkLst>
            <pc:docMk/>
            <pc:sldMk cId="0" sldId="513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31:20.719" v="43" actId="1076"/>
          <ac:spMkLst>
            <pc:docMk/>
            <pc:sldMk cId="0" sldId="513"/>
            <ac:spMk id="9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1:06.992" v="41" actId="478"/>
        <pc:sldMkLst>
          <pc:docMk/>
          <pc:sldMk cId="0" sldId="514"/>
        </pc:sldMkLst>
        <pc:spChg chg="add del mod ord">
          <ac:chgData name="준영 장" userId="0c9b8532fd537bfe" providerId="LiveId" clId="{29432EEA-EC04-421A-90A3-B5595832F797}" dt="2024-03-14T13:31:06.992" v="41" actId="478"/>
          <ac:spMkLst>
            <pc:docMk/>
            <pc:sldMk cId="0" sldId="514"/>
            <ac:spMk id="2" creationId="{8902C814-71DA-0D1B-CA1D-B910A85D1C7B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4"/>
            <ac:spMk id="4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31:02.349" v="40" actId="1076"/>
        <pc:sldMkLst>
          <pc:docMk/>
          <pc:sldMk cId="0" sldId="515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5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31:02.349" v="40" actId="1076"/>
          <ac:spMkLst>
            <pc:docMk/>
            <pc:sldMk cId="0" sldId="515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30:53.799" v="39" actId="1076"/>
          <ac:spMkLst>
            <pc:docMk/>
            <pc:sldMk cId="0" sldId="515"/>
            <ac:spMk id="8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0:40.475" v="35" actId="478"/>
        <pc:sldMkLst>
          <pc:docMk/>
          <pc:sldMk cId="0" sldId="516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6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0:40.475" v="35" actId="478"/>
          <ac:spMkLst>
            <pc:docMk/>
            <pc:sldMk cId="0" sldId="516"/>
            <ac:spMk id="3" creationId="{FCBA2D73-FADE-7A28-F4AA-DA09A985894A}"/>
          </ac:spMkLst>
        </pc:spChg>
      </pc:sldChg>
      <pc:sldChg chg="delSp modSp add del mod modClrScheme chgLayout">
        <pc:chgData name="준영 장" userId="0c9b8532fd537bfe" providerId="LiveId" clId="{29432EEA-EC04-421A-90A3-B5595832F797}" dt="2024-03-14T13:30:37.040" v="34" actId="478"/>
        <pc:sldMkLst>
          <pc:docMk/>
          <pc:sldMk cId="0" sldId="51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7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7"/>
            <ac:spMk id="3" creationId="{00000000-0000-0000-0000-000000000000}"/>
          </ac:spMkLst>
        </pc:spChg>
        <pc:spChg chg="del">
          <ac:chgData name="준영 장" userId="0c9b8532fd537bfe" providerId="LiveId" clId="{29432EEA-EC04-421A-90A3-B5595832F797}" dt="2024-03-14T13:30:37.040" v="34" actId="478"/>
          <ac:spMkLst>
            <pc:docMk/>
            <pc:sldMk cId="0" sldId="517"/>
            <ac:spMk id="20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4:02:25.253" v="600" actId="478"/>
        <pc:sldMkLst>
          <pc:docMk/>
          <pc:sldMk cId="0" sldId="51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8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4:02:25.253" v="600" actId="478"/>
          <ac:spMkLst>
            <pc:docMk/>
            <pc:sldMk cId="0" sldId="518"/>
            <ac:spMk id="3" creationId="{1494AFAF-F890-46ED-3C2F-3CAE1D86BDE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4:02:37.751" v="601" actId="1076"/>
        <pc:sldMkLst>
          <pc:docMk/>
          <pc:sldMk cId="0" sldId="51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9"/>
            <ac:spMk id="2" creationId="{00000000-0000-0000-0000-000000000000}"/>
          </ac:spMkLst>
        </pc:spChg>
        <pc:spChg chg="del mod ord">
          <ac:chgData name="준영 장" userId="0c9b8532fd537bfe" providerId="LiveId" clId="{29432EEA-EC04-421A-90A3-B5595832F797}" dt="2024-03-11T12:41:01.547" v="26" actId="478"/>
          <ac:spMkLst>
            <pc:docMk/>
            <pc:sldMk cId="0" sldId="519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1T12:40:59.042" v="25" actId="6549"/>
          <ac:spMkLst>
            <pc:docMk/>
            <pc:sldMk cId="0" sldId="519"/>
            <ac:spMk id="14" creationId="{00000000-0000-0000-0000-000000000000}"/>
          </ac:spMkLst>
        </pc:spChg>
        <pc:spChg chg="add del mod">
          <ac:chgData name="준영 장" userId="0c9b8532fd537bfe" providerId="LiveId" clId="{29432EEA-EC04-421A-90A3-B5595832F797}" dt="2024-03-11T12:41:05.545" v="27" actId="478"/>
          <ac:spMkLst>
            <pc:docMk/>
            <pc:sldMk cId="0" sldId="519"/>
            <ac:spMk id="16" creationId="{AFB9C236-E358-19F5-FB5F-64AF20407EA7}"/>
          </ac:spMkLst>
        </pc:spChg>
        <pc:graphicFrameChg chg="mod">
          <ac:chgData name="준영 장" userId="0c9b8532fd537bfe" providerId="LiveId" clId="{29432EEA-EC04-421A-90A3-B5595832F797}" dt="2024-03-14T14:02:37.751" v="601" actId="1076"/>
          <ac:graphicFrameMkLst>
            <pc:docMk/>
            <pc:sldMk cId="0" sldId="519"/>
            <ac:graphicFrameMk id="4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52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20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20"/>
            <ac:spMk id="14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1T12:40:28.817" v="19" actId="700"/>
        <pc:sldMkLst>
          <pc:docMk/>
          <pc:sldMk cId="0" sldId="521"/>
        </pc:sldMkLst>
        <pc:spChg chg="add del mod ord">
          <ac:chgData name="준영 장" userId="0c9b8532fd537bfe" providerId="LiveId" clId="{29432EEA-EC04-421A-90A3-B5595832F797}" dt="2024-03-11T12:39:31.475" v="11" actId="478"/>
          <ac:spMkLst>
            <pc:docMk/>
            <pc:sldMk cId="0" sldId="521"/>
            <ac:spMk id="2" creationId="{AB4E152E-E476-D58E-70F7-C0A64A44FA80}"/>
          </ac:spMkLst>
        </pc:spChg>
        <pc:spChg chg="add del mod ord">
          <ac:chgData name="준영 장" userId="0c9b8532fd537bfe" providerId="LiveId" clId="{29432EEA-EC04-421A-90A3-B5595832F797}" dt="2024-03-11T12:39:33.844" v="12" actId="478"/>
          <ac:spMkLst>
            <pc:docMk/>
            <pc:sldMk cId="0" sldId="521"/>
            <ac:spMk id="3" creationId="{061338DD-CACD-3306-8B5E-227F26A3EFB9}"/>
          </ac:spMkLst>
        </pc:spChg>
      </pc:sldChg>
      <pc:sldChg chg="addSp modSp add del mod modClrScheme chgLayout">
        <pc:chgData name="준영 장" userId="0c9b8532fd537bfe" providerId="LiveId" clId="{29432EEA-EC04-421A-90A3-B5595832F797}" dt="2024-03-13T14:26:43.188" v="31" actId="2696"/>
        <pc:sldMkLst>
          <pc:docMk/>
          <pc:sldMk cId="2856857454" sldId="522"/>
        </pc:sldMkLst>
        <pc:spChg chg="add mod">
          <ac:chgData name="준영 장" userId="0c9b8532fd537bfe" providerId="LiveId" clId="{29432EEA-EC04-421A-90A3-B5595832F797}" dt="2024-03-13T14:26:03.800" v="30" actId="571"/>
          <ac:spMkLst>
            <pc:docMk/>
            <pc:sldMk cId="2856857454" sldId="522"/>
            <ac:spMk id="2" creationId="{7FF1A442-3695-D098-D230-BFDEBCFD8B64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856857454" sldId="522"/>
            <ac:spMk id="4" creationId="{9BD6E537-2AF7-32F3-E647-50E5578B9B87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856857454" sldId="522"/>
            <ac:spMk id="5" creationId="{0F394D38-3E0F-7B6D-DEC7-6D7943E9C131}"/>
          </ac:spMkLst>
        </pc:spChg>
      </pc:sldChg>
      <pc:sldChg chg="addSp delSp modSp add mod">
        <pc:chgData name="준영 장" userId="0c9b8532fd537bfe" providerId="LiveId" clId="{29432EEA-EC04-421A-90A3-B5595832F797}" dt="2024-03-14T14:16:39.276" v="1219" actId="14100"/>
        <pc:sldMkLst>
          <pc:docMk/>
          <pc:sldMk cId="4265567508" sldId="522"/>
        </pc:sldMkLst>
        <pc:spChg chg="mod">
          <ac:chgData name="준영 장" userId="0c9b8532fd537bfe" providerId="LiveId" clId="{29432EEA-EC04-421A-90A3-B5595832F797}" dt="2024-03-14T14:16:27.384" v="1218" actId="20577"/>
          <ac:spMkLst>
            <pc:docMk/>
            <pc:sldMk cId="4265567508" sldId="522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4:14:29.270" v="982" actId="1076"/>
          <ac:spMkLst>
            <pc:docMk/>
            <pc:sldMk cId="4265567508" sldId="522"/>
            <ac:spMk id="6" creationId="{00000000-0000-0000-0000-000000000000}"/>
          </ac:spMkLst>
        </pc:spChg>
        <pc:spChg chg="mod">
          <ac:chgData name="준영 장" userId="0c9b8532fd537bfe" providerId="LiveId" clId="{29432EEA-EC04-421A-90A3-B5595832F797}" dt="2024-03-14T14:14:23.445" v="981" actId="1076"/>
          <ac:spMkLst>
            <pc:docMk/>
            <pc:sldMk cId="4265567508" sldId="522"/>
            <ac:spMk id="9" creationId="{00000000-0000-0000-0000-000000000000}"/>
          </ac:spMkLst>
        </pc:spChg>
        <pc:spChg chg="add mod">
          <ac:chgData name="준영 장" userId="0c9b8532fd537bfe" providerId="LiveId" clId="{29432EEA-EC04-421A-90A3-B5595832F797}" dt="2024-03-14T14:16:15.404" v="1216" actId="20577"/>
          <ac:spMkLst>
            <pc:docMk/>
            <pc:sldMk cId="4265567508" sldId="522"/>
            <ac:spMk id="10" creationId="{CE9BD792-37CF-3FD1-85A3-72BEF59A22AA}"/>
          </ac:spMkLst>
        </pc:spChg>
        <pc:spChg chg="del">
          <ac:chgData name="준영 장" userId="0c9b8532fd537bfe" providerId="LiveId" clId="{29432EEA-EC04-421A-90A3-B5595832F797}" dt="2024-03-14T14:15:41.689" v="1193" actId="478"/>
          <ac:spMkLst>
            <pc:docMk/>
            <pc:sldMk cId="4265567508" sldId="522"/>
            <ac:spMk id="11" creationId="{00000000-0000-0000-0000-000000000000}"/>
          </ac:spMkLst>
        </pc:spChg>
        <pc:spChg chg="mod">
          <ac:chgData name="준영 장" userId="0c9b8532fd537bfe" providerId="LiveId" clId="{29432EEA-EC04-421A-90A3-B5595832F797}" dt="2024-03-14T14:04:38.878" v="636" actId="20577"/>
          <ac:spMkLst>
            <pc:docMk/>
            <pc:sldMk cId="4265567508" sldId="522"/>
            <ac:spMk id="14" creationId="{00000000-0000-0000-0000-000000000000}"/>
          </ac:spMkLst>
        </pc:spChg>
        <pc:graphicFrameChg chg="mod modGraphic">
          <ac:chgData name="준영 장" userId="0c9b8532fd537bfe" providerId="LiveId" clId="{29432EEA-EC04-421A-90A3-B5595832F797}" dt="2024-03-14T14:16:39.276" v="1219" actId="14100"/>
          <ac:graphicFrameMkLst>
            <pc:docMk/>
            <pc:sldMk cId="4265567508" sldId="522"/>
            <ac:graphicFrameMk id="4" creationId="{00000000-0000-0000-0000-000000000000}"/>
          </ac:graphicFrameMkLst>
        </pc:graphicFrameChg>
        <pc:graphicFrameChg chg="add mod modGraphic">
          <ac:chgData name="준영 장" userId="0c9b8532fd537bfe" providerId="LiveId" clId="{29432EEA-EC04-421A-90A3-B5595832F797}" dt="2024-03-14T14:15:58.700" v="1201" actId="20577"/>
          <ac:graphicFrameMkLst>
            <pc:docMk/>
            <pc:sldMk cId="4265567508" sldId="522"/>
            <ac:graphicFrameMk id="5" creationId="{369A95BF-4B34-1588-0E19-1F91FFA8CBE9}"/>
          </ac:graphicFrameMkLst>
        </pc:graphicFrameChg>
        <pc:graphicFrameChg chg="mod">
          <ac:chgData name="준영 장" userId="0c9b8532fd537bfe" providerId="LiveId" clId="{29432EEA-EC04-421A-90A3-B5595832F797}" dt="2024-03-14T14:14:32.236" v="983" actId="1076"/>
          <ac:graphicFrameMkLst>
            <pc:docMk/>
            <pc:sldMk cId="4265567508" sldId="522"/>
            <ac:graphicFrameMk id="12" creationId="{00000000-0000-0000-0000-000000000000}"/>
          </ac:graphicFrameMkLst>
        </pc:graphicFrameChg>
        <pc:graphicFrameChg chg="del">
          <ac:chgData name="준영 장" userId="0c9b8532fd537bfe" providerId="LiveId" clId="{29432EEA-EC04-421A-90A3-B5595832F797}" dt="2024-03-14T14:13:03.239" v="935" actId="478"/>
          <ac:graphicFrameMkLst>
            <pc:docMk/>
            <pc:sldMk cId="4265567508" sldId="522"/>
            <ac:graphicFrameMk id="13" creationId="{00000000-0000-0000-0000-000000000000}"/>
          </ac:graphicFrameMkLst>
        </pc:graphicFrameChg>
      </pc:sldChg>
      <pc:sldChg chg="addSp delSp modSp new mod modClrScheme chgLayout">
        <pc:chgData name="준영 장" userId="0c9b8532fd537bfe" providerId="LiveId" clId="{29432EEA-EC04-421A-90A3-B5595832F797}" dt="2024-03-17T05:09:16.389" v="1423"/>
        <pc:sldMkLst>
          <pc:docMk/>
          <pc:sldMk cId="1838954282" sldId="523"/>
        </pc:sldMkLst>
        <pc:spChg chg="del mod ord">
          <ac:chgData name="준영 장" userId="0c9b8532fd537bfe" providerId="LiveId" clId="{29432EEA-EC04-421A-90A3-B5595832F797}" dt="2024-03-17T05:09:02.790" v="1399" actId="700"/>
          <ac:spMkLst>
            <pc:docMk/>
            <pc:sldMk cId="1838954282" sldId="523"/>
            <ac:spMk id="2" creationId="{DAF923DB-B98E-5776-35F9-FA8E225E22DC}"/>
          </ac:spMkLst>
        </pc:spChg>
        <pc:spChg chg="add mod ord">
          <ac:chgData name="준영 장" userId="0c9b8532fd537bfe" providerId="LiveId" clId="{29432EEA-EC04-421A-90A3-B5595832F797}" dt="2024-03-17T05:09:11.621" v="1422" actId="20577"/>
          <ac:spMkLst>
            <pc:docMk/>
            <pc:sldMk cId="1838954282" sldId="523"/>
            <ac:spMk id="3" creationId="{9D7DE31A-9BF9-8891-50D3-7D6A11E34573}"/>
          </ac:spMkLst>
        </pc:spChg>
        <pc:spChg chg="add mod ord">
          <ac:chgData name="준영 장" userId="0c9b8532fd537bfe" providerId="LiveId" clId="{29432EEA-EC04-421A-90A3-B5595832F797}" dt="2024-03-17T05:09:16.389" v="1423"/>
          <ac:spMkLst>
            <pc:docMk/>
            <pc:sldMk cId="1838954282" sldId="523"/>
            <ac:spMk id="4" creationId="{73321C09-FE73-8511-8AA1-19218F99ABEF}"/>
          </ac:spMkLst>
        </pc:spChg>
      </pc:sldChg>
      <pc:sldMasterChg chg="modSldLayout">
        <pc:chgData name="준영 장" userId="0c9b8532fd537bfe" providerId="LiveId" clId="{29432EEA-EC04-421A-90A3-B5595832F797}" dt="2024-03-11T12:40:23.626" v="18" actId="478"/>
        <pc:sldMasterMkLst>
          <pc:docMk/>
          <pc:sldMasterMk cId="0" sldId="2147483648"/>
        </pc:sldMasterMkLst>
        <pc:sldLayoutChg chg="delSp mod">
          <pc:chgData name="준영 장" userId="0c9b8532fd537bfe" providerId="LiveId" clId="{29432EEA-EC04-421A-90A3-B5595832F797}" dt="2024-03-11T12:40:23.626" v="18" actId="478"/>
          <pc:sldLayoutMkLst>
            <pc:docMk/>
            <pc:sldMasterMk cId="0" sldId="2147483648"/>
            <pc:sldLayoutMk cId="1968474546" sldId="2147483702"/>
          </pc:sldLayoutMkLst>
          <pc:spChg chg="del">
            <ac:chgData name="준영 장" userId="0c9b8532fd537bfe" providerId="LiveId" clId="{29432EEA-EC04-421A-90A3-B5595832F797}" dt="2024-03-11T12:40:17.181" v="13" actId="478"/>
            <ac:spMkLst>
              <pc:docMk/>
              <pc:sldMasterMk cId="0" sldId="2147483648"/>
              <pc:sldLayoutMk cId="1968474546" sldId="2147483702"/>
              <ac:spMk id="2" creationId="{00000000-0000-0000-0000-000000000000}"/>
            </ac:spMkLst>
          </pc:spChg>
          <pc:spChg chg="del">
            <ac:chgData name="준영 장" userId="0c9b8532fd537bfe" providerId="LiveId" clId="{29432EEA-EC04-421A-90A3-B5595832F797}" dt="2024-03-11T12:40:19.164" v="14" actId="478"/>
            <ac:spMkLst>
              <pc:docMk/>
              <pc:sldMasterMk cId="0" sldId="2147483648"/>
              <pc:sldLayoutMk cId="1968474546" sldId="2147483702"/>
              <ac:spMk id="3" creationId="{00000000-0000-0000-0000-000000000000}"/>
            </ac:spMkLst>
          </pc:spChg>
          <pc:cxnChg chg="del">
            <ac:chgData name="준영 장" userId="0c9b8532fd537bfe" providerId="LiveId" clId="{29432EEA-EC04-421A-90A3-B5595832F797}" dt="2024-03-11T12:40:22.619" v="17" actId="478"/>
            <ac:cxnSpMkLst>
              <pc:docMk/>
              <pc:sldMasterMk cId="0" sldId="2147483648"/>
              <pc:sldLayoutMk cId="1968474546" sldId="2147483702"/>
              <ac:cxnSpMk id="9" creationId="{00000000-0000-0000-0000-000000000000}"/>
            </ac:cxnSpMkLst>
          </pc:cxnChg>
          <pc:cxnChg chg="del">
            <ac:chgData name="준영 장" userId="0c9b8532fd537bfe" providerId="LiveId" clId="{29432EEA-EC04-421A-90A3-B5595832F797}" dt="2024-03-11T12:40:20.497" v="15" actId="478"/>
            <ac:cxnSpMkLst>
              <pc:docMk/>
              <pc:sldMasterMk cId="0" sldId="2147483648"/>
              <pc:sldLayoutMk cId="1968474546" sldId="2147483702"/>
              <ac:cxnSpMk id="71" creationId="{00000000-0000-0000-0000-000000000000}"/>
            </ac:cxnSpMkLst>
          </pc:cxnChg>
          <pc:cxnChg chg="del">
            <ac:chgData name="준영 장" userId="0c9b8532fd537bfe" providerId="LiveId" clId="{29432EEA-EC04-421A-90A3-B5595832F797}" dt="2024-03-11T12:40:21.604" v="16" actId="478"/>
            <ac:cxnSpMkLst>
              <pc:docMk/>
              <pc:sldMasterMk cId="0" sldId="2147483648"/>
              <pc:sldLayoutMk cId="1968474546" sldId="2147483702"/>
              <ac:cxnSpMk id="77" creationId="{00000000-0000-0000-0000-000000000000}"/>
            </ac:cxnSpMkLst>
          </pc:cxnChg>
          <pc:cxnChg chg="del">
            <ac:chgData name="준영 장" userId="0c9b8532fd537bfe" providerId="LiveId" clId="{29432EEA-EC04-421A-90A3-B5595832F797}" dt="2024-03-11T12:40:23.626" v="18" actId="478"/>
            <ac:cxnSpMkLst>
              <pc:docMk/>
              <pc:sldMasterMk cId="0" sldId="2147483648"/>
              <pc:sldLayoutMk cId="1968474546" sldId="2147483702"/>
              <ac:cxnSpMk id="83" creationId="{00000000-0000-0000-0000-000000000000}"/>
            </ac:cxnSpMkLst>
          </pc:cxn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F93ABFD7-1F7E-8278-7C66-98A20686C02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69971DD-3383-25EC-4F9D-D63678010EA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02075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9DB48D-666D-46E3-A22E-4FA5894AFF26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3A160F8-1144-1A8B-8729-C838B5F2904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517063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B2F8BEE-CB48-86C0-8F99-983C6A5545F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02075" y="9517063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8C497D-F26E-4A81-B2E5-6B4AA3B1EA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71414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871" cy="500936"/>
          </a:xfrm>
          <a:prstGeom prst="rect">
            <a:avLst/>
          </a:prstGeom>
        </p:spPr>
        <p:txBody>
          <a:bodyPr vert="horz" lIns="96606" tIns="48303" rIns="96606" bIns="48303" rtlCol="0"/>
          <a:lstStyle>
            <a:lvl1pPr algn="l">
              <a:defRPr sz="1300"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901698" y="0"/>
            <a:ext cx="2984871" cy="500936"/>
          </a:xfrm>
          <a:prstGeom prst="rect">
            <a:avLst/>
          </a:prstGeom>
        </p:spPr>
        <p:txBody>
          <a:bodyPr vert="horz" lIns="96606" tIns="48303" rIns="96606" bIns="48303" rtlCol="0"/>
          <a:lstStyle>
            <a:lvl1pPr algn="r">
              <a:defRPr sz="1300">
                <a:ea typeface="맑은 고딕" panose="020B0503020000020004" pitchFamily="50" charset="-127"/>
              </a:defRPr>
            </a:lvl1pPr>
          </a:lstStyle>
          <a:p>
            <a:fld id="{0BF48182-79EE-4B02-9AA5-EF29C5299923}" type="datetimeFigureOut">
              <a:rPr lang="ko-KR" altLang="en-US" smtClean="0"/>
              <a:pPr/>
              <a:t>2026-04-23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39800" y="750888"/>
            <a:ext cx="5008563" cy="37576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06" tIns="48303" rIns="96606" bIns="48303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8817" y="4758889"/>
            <a:ext cx="5510530" cy="4508421"/>
          </a:xfrm>
          <a:prstGeom prst="rect">
            <a:avLst/>
          </a:prstGeom>
        </p:spPr>
        <p:txBody>
          <a:bodyPr vert="horz" lIns="96606" tIns="48303" rIns="96606" bIns="48303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516038"/>
            <a:ext cx="2984871" cy="500936"/>
          </a:xfrm>
          <a:prstGeom prst="rect">
            <a:avLst/>
          </a:prstGeom>
        </p:spPr>
        <p:txBody>
          <a:bodyPr vert="horz" lIns="96606" tIns="48303" rIns="96606" bIns="48303" rtlCol="0" anchor="b"/>
          <a:lstStyle>
            <a:lvl1pPr algn="l">
              <a:defRPr sz="1300"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901698" y="9516038"/>
            <a:ext cx="2984871" cy="500936"/>
          </a:xfrm>
          <a:prstGeom prst="rect">
            <a:avLst/>
          </a:prstGeom>
        </p:spPr>
        <p:txBody>
          <a:bodyPr vert="horz" lIns="96606" tIns="48303" rIns="96606" bIns="48303" rtlCol="0" anchor="b"/>
          <a:lstStyle>
            <a:lvl1pPr algn="r">
              <a:defRPr sz="1300">
                <a:ea typeface="맑은 고딕" panose="020B0503020000020004" pitchFamily="50" charset="-127"/>
              </a:defRPr>
            </a:lvl1pPr>
          </a:lstStyle>
          <a:p>
            <a:fld id="{D405C772-0537-47DB-A826-2DBEDFD248E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09117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시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그룹 3"/>
          <p:cNvGrpSpPr/>
          <p:nvPr userDrawn="1"/>
        </p:nvGrpSpPr>
        <p:grpSpPr>
          <a:xfrm>
            <a:off x="276521" y="5990292"/>
            <a:ext cx="3791423" cy="586615"/>
            <a:chOff x="130805" y="5990292"/>
            <a:chExt cx="3791423" cy="586615"/>
          </a:xfrm>
        </p:grpSpPr>
        <p:sp>
          <p:nvSpPr>
            <p:cNvPr id="7" name="TextBox 9"/>
            <p:cNvSpPr txBox="1"/>
            <p:nvPr userDrawn="1"/>
          </p:nvSpPr>
          <p:spPr>
            <a:xfrm>
              <a:off x="130805" y="6269130"/>
              <a:ext cx="3791423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400" b="1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MySQL</a:t>
              </a:r>
              <a:r>
                <a:rPr kumimoji="0" lang="ko-KR" altLang="en-US" sz="1400" b="1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로 배우는 데이터베이스 개론과 실습</a:t>
              </a:r>
              <a:endParaRPr kumimoji="0"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endParaRPr>
            </a:p>
          </p:txBody>
        </p:sp>
        <p:sp>
          <p:nvSpPr>
            <p:cNvPr id="10" name="TextBox 9"/>
            <p:cNvSpPr txBox="1"/>
            <p:nvPr userDrawn="1"/>
          </p:nvSpPr>
          <p:spPr>
            <a:xfrm>
              <a:off x="197645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11" name="TextBox 10"/>
            <p:cNvSpPr txBox="1"/>
            <p:nvPr userDrawn="1"/>
          </p:nvSpPr>
          <p:spPr>
            <a:xfrm>
              <a:off x="359645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12" name="TextBox 11"/>
            <p:cNvSpPr txBox="1"/>
            <p:nvPr userDrawn="1"/>
          </p:nvSpPr>
          <p:spPr>
            <a:xfrm>
              <a:off x="538980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8" name="직사각형 10"/>
          <p:cNvSpPr/>
          <p:nvPr userDrawn="1"/>
        </p:nvSpPr>
        <p:spPr>
          <a:xfrm flipV="1">
            <a:off x="0" y="5743552"/>
            <a:ext cx="9144000" cy="61712"/>
          </a:xfrm>
          <a:prstGeom prst="rect">
            <a:avLst/>
          </a:prstGeom>
          <a:solidFill>
            <a:srgbClr val="50AB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  <p:extLst>
      <p:ext uri="{BB962C8B-B14F-4D97-AF65-F5344CB8AC3E}">
        <p14:creationId xmlns:p14="http://schemas.microsoft.com/office/powerpoint/2010/main" val="1496116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목차/학습목표/요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40"/>
          <p:cNvSpPr>
            <a:spLocks noChangeArrowheads="1"/>
          </p:cNvSpPr>
          <p:nvPr userDrawn="1"/>
        </p:nvSpPr>
        <p:spPr bwMode="invGray">
          <a:xfrm>
            <a:off x="0" y="6803"/>
            <a:ext cx="9144000" cy="617311"/>
          </a:xfrm>
          <a:prstGeom prst="rect">
            <a:avLst/>
          </a:prstGeom>
          <a:solidFill>
            <a:srgbClr val="B5D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/>
          </a:p>
        </p:txBody>
      </p:sp>
      <p:sp>
        <p:nvSpPr>
          <p:cNvPr id="9" name="제목 9"/>
          <p:cNvSpPr>
            <a:spLocks noGrp="1"/>
          </p:cNvSpPr>
          <p:nvPr>
            <p:ph type="title"/>
          </p:nvPr>
        </p:nvSpPr>
        <p:spPr>
          <a:xfrm>
            <a:off x="107042" y="64772"/>
            <a:ext cx="7785100" cy="474662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 b="1" spc="-100" baseline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effectLst>
                  <a:glow>
                    <a:schemeClr val="tx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54222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40"/>
          <p:cNvSpPr>
            <a:spLocks noChangeArrowheads="1"/>
          </p:cNvSpPr>
          <p:nvPr userDrawn="1"/>
        </p:nvSpPr>
        <p:spPr bwMode="invGray">
          <a:xfrm>
            <a:off x="0" y="647700"/>
            <a:ext cx="9144000" cy="6210300"/>
          </a:xfrm>
          <a:prstGeom prst="rect">
            <a:avLst/>
          </a:prstGeom>
          <a:solidFill>
            <a:srgbClr val="B5D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grpSp>
        <p:nvGrpSpPr>
          <p:cNvPr id="3" name="그룹 7"/>
          <p:cNvGrpSpPr>
            <a:grpSpLocks/>
          </p:cNvGrpSpPr>
          <p:nvPr userDrawn="1"/>
        </p:nvGrpSpPr>
        <p:grpSpPr bwMode="auto">
          <a:xfrm>
            <a:off x="4176400" y="93663"/>
            <a:ext cx="5580176" cy="523220"/>
            <a:chOff x="6752029" y="188640"/>
            <a:chExt cx="5582416" cy="521913"/>
          </a:xfrm>
        </p:grpSpPr>
        <p:sp>
          <p:nvSpPr>
            <p:cNvPr id="4" name="직사각형 3"/>
            <p:cNvSpPr/>
            <p:nvPr/>
          </p:nvSpPr>
          <p:spPr>
            <a:xfrm>
              <a:off x="8336841" y="188640"/>
              <a:ext cx="3997604" cy="521913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l" rtl="0" eaLnBrk="1" fontAlgn="base" latinLnBrk="1" hangingPunct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2800" b="1" kern="1200" spc="-300">
                  <a:solidFill>
                    <a:srgbClr val="393939"/>
                  </a:solidFill>
                  <a:latin typeface="맑은 고딕" pitchFamily="50" charset="-127"/>
                  <a:ea typeface="맑은 고딕" panose="020B0503020000020004" pitchFamily="50" charset="-127"/>
                  <a:cs typeface="+mn-cs"/>
                </a:rPr>
                <a:t>              데이터베이스 </a:t>
              </a:r>
              <a:endParaRPr kumimoji="1" lang="en-US" altLang="ko-KR" sz="2800" b="1" kern="1200" spc="-300" dirty="0">
                <a:solidFill>
                  <a:srgbClr val="393939"/>
                </a:solidFill>
                <a:latin typeface="맑은 고딕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" name="직사각형 4"/>
            <p:cNvSpPr>
              <a:spLocks noChangeArrowheads="1"/>
            </p:cNvSpPr>
            <p:nvPr/>
          </p:nvSpPr>
          <p:spPr bwMode="auto">
            <a:xfrm>
              <a:off x="6752029" y="188640"/>
              <a:ext cx="184805" cy="5219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>
              <a:lvl1pPr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defRPr/>
              </a:pPr>
              <a:endParaRPr lang="ko-KR" altLang="en-US" sz="2800" b="1" dirty="0">
                <a:solidFill>
                  <a:srgbClr val="344F6B"/>
                </a:solidFill>
                <a:ea typeface="맑은 고딕" panose="020B0503020000020004" pitchFamily="50" charset="-127"/>
              </a:endParaRPr>
            </a:p>
          </p:txBody>
        </p:sp>
      </p:grpSp>
      <p:sp>
        <p:nvSpPr>
          <p:cNvPr id="6" name="Rectangle 440"/>
          <p:cNvSpPr>
            <a:spLocks noChangeArrowheads="1"/>
          </p:cNvSpPr>
          <p:nvPr userDrawn="1"/>
        </p:nvSpPr>
        <p:spPr bwMode="invGray">
          <a:xfrm>
            <a:off x="0" y="587375"/>
            <a:ext cx="9144000" cy="107950"/>
          </a:xfrm>
          <a:prstGeom prst="rect">
            <a:avLst/>
          </a:prstGeom>
          <a:solidFill>
            <a:srgbClr val="50AB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>
              <a:solidFill>
                <a:schemeClr val="lt1"/>
              </a:solidFill>
              <a:latin typeface="+mn-lt"/>
              <a:ea typeface="+mn-ea"/>
            </a:endParaRPr>
          </a:p>
        </p:txBody>
      </p:sp>
      <p:pic>
        <p:nvPicPr>
          <p:cNvPr id="7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92" t="68494" r="5122" b="13763"/>
          <a:stretch>
            <a:fillRect/>
          </a:stretch>
        </p:blipFill>
        <p:spPr bwMode="auto">
          <a:xfrm>
            <a:off x="5521325" y="5372100"/>
            <a:ext cx="3311525" cy="1354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17121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본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201910"/>
            <a:ext cx="7560840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8064896" cy="5472608"/>
          </a:xfr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rgbClr val="50ABCC"/>
              </a:buClr>
              <a:buFont typeface="Wingdings" pitchFamily="2" charset="2"/>
              <a:buChar char="n"/>
              <a:defRPr sz="1600" b="1">
                <a:latin typeface="+mn-ea"/>
                <a:ea typeface="+mn-ea"/>
              </a:defRPr>
            </a:lvl1pPr>
            <a:lvl2pPr marL="447675" indent="-180975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/>
            </a:lvl2pPr>
            <a:lvl3pPr marL="628650" indent="-180975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/>
            </a:lvl3pPr>
            <a:lvl4pPr marL="809625" indent="-180975">
              <a:spcAft>
                <a:spcPts val="300"/>
              </a:spcAft>
              <a:buSzPct val="96000"/>
              <a:defRPr sz="1100"/>
            </a:lvl4pPr>
            <a:lvl5pPr marL="990600" indent="-180975">
              <a:buClr>
                <a:srgbClr val="50ABCC"/>
              </a:buClr>
              <a:buFont typeface="Arial" panose="020B0604020202020204" pitchFamily="34" charset="0"/>
              <a:buChar char="»"/>
              <a:defRPr sz="11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869479"/>
            <a:ext cx="2339752" cy="0"/>
          </a:xfrm>
          <a:prstGeom prst="line">
            <a:avLst/>
          </a:prstGeom>
          <a:ln w="76200">
            <a:solidFill>
              <a:srgbClr val="50ABCC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/>
          <p:cNvCxnSpPr/>
          <p:nvPr userDrawn="1"/>
        </p:nvCxnSpPr>
        <p:spPr>
          <a:xfrm>
            <a:off x="2339752" y="869479"/>
            <a:ext cx="2339752" cy="0"/>
          </a:xfrm>
          <a:prstGeom prst="line">
            <a:avLst/>
          </a:prstGeom>
          <a:ln w="76200">
            <a:solidFill>
              <a:srgbClr val="93CDDD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/>
          <p:cNvCxnSpPr/>
          <p:nvPr userDrawn="1"/>
        </p:nvCxnSpPr>
        <p:spPr>
          <a:xfrm>
            <a:off x="4572000" y="869479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 82"/>
          <p:cNvCxnSpPr/>
          <p:nvPr userDrawn="1"/>
        </p:nvCxnSpPr>
        <p:spPr>
          <a:xfrm>
            <a:off x="6821191" y="869479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 descr="그래픽, 폰트, 로고, 그래픽 디자인이(가) 표시된 사진&#10;&#10;자동 생성된 설명">
            <a:extLst>
              <a:ext uri="{FF2B5EF4-FFF2-40B4-BE49-F238E27FC236}">
                <a16:creationId xmlns:a16="http://schemas.microsoft.com/office/drawing/2014/main" id="{3068F83F-E391-49E0-5253-37407A51867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0412" y="201910"/>
            <a:ext cx="648072" cy="438185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BB739B14-04AC-719D-8A1F-249684F53A38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6804248" y="6824368"/>
            <a:ext cx="2339752" cy="0"/>
          </a:xfrm>
          <a:prstGeom prst="line">
            <a:avLst/>
          </a:prstGeom>
          <a:ln w="76200">
            <a:solidFill>
              <a:srgbClr val="50ABCC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16E929E-44F4-F66A-DF05-A65DA3CA4C6B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4464496" y="6824368"/>
            <a:ext cx="2339752" cy="0"/>
          </a:xfrm>
          <a:prstGeom prst="line">
            <a:avLst/>
          </a:prstGeom>
          <a:ln w="76200">
            <a:solidFill>
              <a:srgbClr val="93CDDD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C3067380-2C1F-012A-FE06-0CBF32521EA9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2141686" y="6824368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65DC1752-DB4D-5A74-5F8A-96EF372219A1}"/>
              </a:ext>
            </a:extLst>
          </p:cNvPr>
          <p:cNvCxnSpPr/>
          <p:nvPr userDrawn="1"/>
        </p:nvCxnSpPr>
        <p:spPr>
          <a:xfrm>
            <a:off x="0" y="6824368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2278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본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그래픽, 폰트, 로고, 그래픽 디자인이(가) 표시된 사진&#10;&#10;자동 생성된 설명">
            <a:extLst>
              <a:ext uri="{FF2B5EF4-FFF2-40B4-BE49-F238E27FC236}">
                <a16:creationId xmlns:a16="http://schemas.microsoft.com/office/drawing/2014/main" id="{3068F83F-E391-49E0-5253-37407A51867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0412" y="201910"/>
            <a:ext cx="648072" cy="438185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BB739B14-04AC-719D-8A1F-249684F53A38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6804248" y="6824368"/>
            <a:ext cx="2339752" cy="0"/>
          </a:xfrm>
          <a:prstGeom prst="line">
            <a:avLst/>
          </a:prstGeom>
          <a:ln w="76200">
            <a:solidFill>
              <a:srgbClr val="50ABCC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16E929E-44F4-F66A-DF05-A65DA3CA4C6B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4464496" y="6824368"/>
            <a:ext cx="2339752" cy="0"/>
          </a:xfrm>
          <a:prstGeom prst="line">
            <a:avLst/>
          </a:prstGeom>
          <a:ln w="76200">
            <a:solidFill>
              <a:srgbClr val="93CDDD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C3067380-2C1F-012A-FE06-0CBF32521EA9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2141686" y="6824368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65DC1752-DB4D-5A74-5F8A-96EF372219A1}"/>
              </a:ext>
            </a:extLst>
          </p:cNvPr>
          <p:cNvCxnSpPr/>
          <p:nvPr userDrawn="1"/>
        </p:nvCxnSpPr>
        <p:spPr>
          <a:xfrm>
            <a:off x="0" y="6824368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8474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1"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" name="그룹 15"/>
          <p:cNvGrpSpPr/>
          <p:nvPr userDrawn="1"/>
        </p:nvGrpSpPr>
        <p:grpSpPr>
          <a:xfrm>
            <a:off x="276521" y="5990292"/>
            <a:ext cx="3791423" cy="586615"/>
            <a:chOff x="130805" y="5990292"/>
            <a:chExt cx="3791423" cy="586615"/>
          </a:xfrm>
        </p:grpSpPr>
        <p:sp>
          <p:nvSpPr>
            <p:cNvPr id="17" name="TextBox 9"/>
            <p:cNvSpPr txBox="1"/>
            <p:nvPr userDrawn="1"/>
          </p:nvSpPr>
          <p:spPr>
            <a:xfrm>
              <a:off x="130805" y="6269130"/>
              <a:ext cx="3791423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400" b="1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MySQL</a:t>
              </a:r>
              <a:r>
                <a:rPr kumimoji="0" lang="ko-KR" altLang="en-US" sz="1400" b="1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로 배우는 데이터베이스 개론과 실습</a:t>
              </a:r>
              <a:endParaRPr kumimoji="0"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endParaRPr>
            </a:p>
          </p:txBody>
        </p:sp>
        <p:sp>
          <p:nvSpPr>
            <p:cNvPr id="18" name="TextBox 17"/>
            <p:cNvSpPr txBox="1"/>
            <p:nvPr userDrawn="1"/>
          </p:nvSpPr>
          <p:spPr>
            <a:xfrm>
              <a:off x="197645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19" name="TextBox 18"/>
            <p:cNvSpPr txBox="1"/>
            <p:nvPr userDrawn="1"/>
          </p:nvSpPr>
          <p:spPr>
            <a:xfrm>
              <a:off x="359645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20" name="TextBox 19"/>
            <p:cNvSpPr txBox="1"/>
            <p:nvPr userDrawn="1"/>
          </p:nvSpPr>
          <p:spPr>
            <a:xfrm>
              <a:off x="538980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21" name="직사각형 10"/>
          <p:cNvSpPr/>
          <p:nvPr userDrawn="1"/>
        </p:nvSpPr>
        <p:spPr>
          <a:xfrm flipV="1">
            <a:off x="0" y="5743552"/>
            <a:ext cx="9144000" cy="61712"/>
          </a:xfrm>
          <a:prstGeom prst="rect">
            <a:avLst/>
          </a:prstGeom>
          <a:solidFill>
            <a:srgbClr val="50AB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  <p:extLst>
      <p:ext uri="{BB962C8B-B14F-4D97-AF65-F5344CB8AC3E}">
        <p14:creationId xmlns:p14="http://schemas.microsoft.com/office/powerpoint/2010/main" val="962428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목차/학습목표/요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40"/>
          <p:cNvSpPr>
            <a:spLocks noChangeArrowheads="1"/>
          </p:cNvSpPr>
          <p:nvPr userDrawn="1"/>
        </p:nvSpPr>
        <p:spPr bwMode="invGray">
          <a:xfrm>
            <a:off x="0" y="6803"/>
            <a:ext cx="9144000" cy="617311"/>
          </a:xfrm>
          <a:prstGeom prst="rect">
            <a:avLst/>
          </a:prstGeom>
          <a:solidFill>
            <a:srgbClr val="B5D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/>
          </a:p>
        </p:txBody>
      </p:sp>
      <p:sp>
        <p:nvSpPr>
          <p:cNvPr id="9" name="제목 9"/>
          <p:cNvSpPr>
            <a:spLocks noGrp="1"/>
          </p:cNvSpPr>
          <p:nvPr>
            <p:ph type="title"/>
          </p:nvPr>
        </p:nvSpPr>
        <p:spPr>
          <a:xfrm>
            <a:off x="107042" y="64772"/>
            <a:ext cx="7785100" cy="474662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 b="1" spc="-100" baseline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effectLst>
                  <a:glow>
                    <a:schemeClr val="tx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72087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40"/>
          <p:cNvSpPr>
            <a:spLocks noChangeArrowheads="1"/>
          </p:cNvSpPr>
          <p:nvPr userDrawn="1"/>
        </p:nvSpPr>
        <p:spPr bwMode="invGray">
          <a:xfrm>
            <a:off x="0" y="647700"/>
            <a:ext cx="9144000" cy="6210300"/>
          </a:xfrm>
          <a:prstGeom prst="rect">
            <a:avLst/>
          </a:prstGeom>
          <a:solidFill>
            <a:srgbClr val="B5D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grpSp>
        <p:nvGrpSpPr>
          <p:cNvPr id="3" name="그룹 7"/>
          <p:cNvGrpSpPr>
            <a:grpSpLocks/>
          </p:cNvGrpSpPr>
          <p:nvPr userDrawn="1"/>
        </p:nvGrpSpPr>
        <p:grpSpPr bwMode="auto">
          <a:xfrm>
            <a:off x="4735199" y="93663"/>
            <a:ext cx="4180200" cy="523220"/>
            <a:chOff x="7311053" y="188640"/>
            <a:chExt cx="4181878" cy="521913"/>
          </a:xfrm>
        </p:grpSpPr>
        <p:sp>
          <p:nvSpPr>
            <p:cNvPr id="4" name="직사각형 3"/>
            <p:cNvSpPr/>
            <p:nvPr/>
          </p:nvSpPr>
          <p:spPr>
            <a:xfrm>
              <a:off x="8875681" y="188640"/>
              <a:ext cx="2617250" cy="521913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r" rtl="0" eaLnBrk="1" fontAlgn="base" latinLnBrk="1" hangingPunct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2800" b="1" kern="1200" spc="-300" dirty="0">
                  <a:solidFill>
                    <a:srgbClr val="393939"/>
                  </a:solidFill>
                  <a:latin typeface="맑은 고딕" pitchFamily="50" charset="-127"/>
                  <a:ea typeface="맑은 고딕" panose="020B0503020000020004" pitchFamily="50" charset="-127"/>
                  <a:cs typeface="+mn-cs"/>
                </a:rPr>
                <a:t>관계 데이터 모델</a:t>
              </a:r>
            </a:p>
          </p:txBody>
        </p:sp>
        <p:sp>
          <p:nvSpPr>
            <p:cNvPr id="5" name="직사각형 4"/>
            <p:cNvSpPr>
              <a:spLocks noChangeArrowheads="1"/>
            </p:cNvSpPr>
            <p:nvPr/>
          </p:nvSpPr>
          <p:spPr bwMode="auto">
            <a:xfrm>
              <a:off x="7311053" y="188640"/>
              <a:ext cx="184805" cy="5219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>
              <a:lvl1pPr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defRPr/>
              </a:pPr>
              <a:endParaRPr lang="ko-KR" altLang="en-US" sz="2800" b="1" dirty="0">
                <a:solidFill>
                  <a:srgbClr val="344F6B"/>
                </a:solidFill>
                <a:ea typeface="맑은 고딕" panose="020B0503020000020004" pitchFamily="50" charset="-127"/>
              </a:endParaRPr>
            </a:p>
          </p:txBody>
        </p:sp>
      </p:grpSp>
      <p:sp>
        <p:nvSpPr>
          <p:cNvPr id="6" name="Rectangle 440"/>
          <p:cNvSpPr>
            <a:spLocks noChangeArrowheads="1"/>
          </p:cNvSpPr>
          <p:nvPr userDrawn="1"/>
        </p:nvSpPr>
        <p:spPr bwMode="invGray">
          <a:xfrm>
            <a:off x="0" y="587375"/>
            <a:ext cx="9144000" cy="107950"/>
          </a:xfrm>
          <a:prstGeom prst="rect">
            <a:avLst/>
          </a:prstGeom>
          <a:solidFill>
            <a:srgbClr val="50AB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>
              <a:solidFill>
                <a:schemeClr val="lt1"/>
              </a:solidFill>
              <a:latin typeface="+mn-lt"/>
              <a:ea typeface="+mn-ea"/>
            </a:endParaRPr>
          </a:p>
        </p:txBody>
      </p:sp>
      <p:pic>
        <p:nvPicPr>
          <p:cNvPr id="7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92" t="68494" r="5122" b="13763"/>
          <a:stretch>
            <a:fillRect/>
          </a:stretch>
        </p:blipFill>
        <p:spPr bwMode="auto">
          <a:xfrm>
            <a:off x="5521325" y="5372100"/>
            <a:ext cx="3311525" cy="1354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0234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섹션 목차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1"/>
          <p:cNvSpPr>
            <a:spLocks noGrp="1"/>
          </p:cNvSpPr>
          <p:nvPr>
            <p:ph type="title"/>
          </p:nvPr>
        </p:nvSpPr>
        <p:spPr>
          <a:xfrm>
            <a:off x="349052" y="201910"/>
            <a:ext cx="7560840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1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8064896" cy="5472608"/>
          </a:xfrm>
        </p:spPr>
        <p:txBody>
          <a:bodyPr/>
          <a:lstStyle>
            <a:lvl1pPr marL="304800" indent="-304800" latinLnBrk="0">
              <a:lnSpc>
                <a:spcPct val="150000"/>
              </a:lnSpc>
              <a:spcBef>
                <a:spcPts val="0"/>
              </a:spcBef>
              <a:buClr>
                <a:srgbClr val="50ABCC"/>
              </a:buClr>
              <a:buFont typeface="Wingdings" pitchFamily="2" charset="2"/>
              <a:buChar char="n"/>
              <a:defRPr sz="1600" b="1">
                <a:latin typeface="+mn-ea"/>
                <a:ea typeface="+mn-ea"/>
              </a:defRPr>
            </a:lvl1pPr>
            <a:lvl2pPr marL="447675" indent="-180975" latinLnBrk="0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/>
            </a:lvl2pPr>
            <a:lvl3pPr marL="628650" indent="-180975" latinLnBrk="0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/>
            </a:lvl3pPr>
            <a:lvl4pPr marL="809625" indent="-180975" latinLnBrk="0">
              <a:spcAft>
                <a:spcPts val="300"/>
              </a:spcAft>
              <a:buSzPct val="96000"/>
              <a:defRPr sz="1100"/>
            </a:lvl4pPr>
            <a:lvl5pPr marL="990600" indent="-180975" latinLnBrk="0">
              <a:buClr>
                <a:srgbClr val="50ABCC"/>
              </a:buClr>
              <a:buFont typeface="Arial" panose="020B0604020202020204" pitchFamily="34" charset="0"/>
              <a:buChar char="»"/>
              <a:defRPr sz="11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cxnSp>
        <p:nvCxnSpPr>
          <p:cNvPr id="12" name="직선 연결선 11"/>
          <p:cNvCxnSpPr/>
          <p:nvPr userDrawn="1"/>
        </p:nvCxnSpPr>
        <p:spPr>
          <a:xfrm>
            <a:off x="0" y="869479"/>
            <a:ext cx="2339752" cy="0"/>
          </a:xfrm>
          <a:prstGeom prst="line">
            <a:avLst/>
          </a:prstGeom>
          <a:ln w="76200">
            <a:solidFill>
              <a:srgbClr val="50ABCC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 userDrawn="1"/>
        </p:nvCxnSpPr>
        <p:spPr>
          <a:xfrm>
            <a:off x="2339752" y="869479"/>
            <a:ext cx="2339752" cy="0"/>
          </a:xfrm>
          <a:prstGeom prst="line">
            <a:avLst/>
          </a:prstGeom>
          <a:ln w="76200">
            <a:solidFill>
              <a:srgbClr val="93CDDD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 userDrawn="1"/>
        </p:nvCxnSpPr>
        <p:spPr>
          <a:xfrm>
            <a:off x="4572000" y="869479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 userDrawn="1"/>
        </p:nvCxnSpPr>
        <p:spPr>
          <a:xfrm>
            <a:off x="6821191" y="869479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0670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9"/>
          <p:cNvSpPr txBox="1"/>
          <p:nvPr userDrawn="1"/>
        </p:nvSpPr>
        <p:spPr>
          <a:xfrm>
            <a:off x="755576" y="768921"/>
            <a:ext cx="4085697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4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ahoma" pitchFamily="34" charset="0"/>
              </a:rPr>
              <a:t>목차</a:t>
            </a: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55576" y="1851323"/>
            <a:ext cx="7615014" cy="4104456"/>
          </a:xfrm>
        </p:spPr>
        <p:txBody>
          <a:bodyPr/>
          <a:lstStyle>
            <a:lvl1pPr marL="457200" indent="-457200"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ko-KR" altLang="en-US" dirty="0"/>
          </a:p>
        </p:txBody>
      </p:sp>
      <p:pic>
        <p:nvPicPr>
          <p:cNvPr id="12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96336" y="476250"/>
            <a:ext cx="10795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모서리가 둥근 직사각형 8"/>
          <p:cNvSpPr/>
          <p:nvPr userDrawn="1"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  <p:extLst>
      <p:ext uri="{BB962C8B-B14F-4D97-AF65-F5344CB8AC3E}">
        <p14:creationId xmlns:p14="http://schemas.microsoft.com/office/powerpoint/2010/main" val="1144793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학습목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9"/>
          <p:cNvSpPr txBox="1"/>
          <p:nvPr userDrawn="1"/>
        </p:nvSpPr>
        <p:spPr>
          <a:xfrm>
            <a:off x="611560" y="762422"/>
            <a:ext cx="4085697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4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ahoma" pitchFamily="34" charset="0"/>
              </a:rPr>
              <a:t>학습목표</a:t>
            </a:r>
          </a:p>
        </p:txBody>
      </p:sp>
      <p:sp>
        <p:nvSpPr>
          <p:cNvPr id="11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55576" y="1844824"/>
            <a:ext cx="7704856" cy="4104456"/>
          </a:xfrm>
        </p:spPr>
        <p:txBody>
          <a:bodyPr/>
          <a:lstStyle>
            <a:lvl1pPr marL="457200" indent="-457200">
              <a:lnSpc>
                <a:spcPct val="200000"/>
              </a:lnSpc>
              <a:buFont typeface="Arial" pitchFamily="34" charset="0"/>
              <a:buChar char="•"/>
              <a:defRPr sz="18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ko-KR" altLang="en-US" dirty="0"/>
          </a:p>
        </p:txBody>
      </p:sp>
      <p:pic>
        <p:nvPicPr>
          <p:cNvPr id="8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24328" y="476672"/>
            <a:ext cx="10795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모서리가 둥근 직사각형 8"/>
          <p:cNvSpPr/>
          <p:nvPr userDrawn="1"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  <p:extLst>
      <p:ext uri="{BB962C8B-B14F-4D97-AF65-F5344CB8AC3E}">
        <p14:creationId xmlns:p14="http://schemas.microsoft.com/office/powerpoint/2010/main" val="15575532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866A0-2AE7-4B19-A950-A0FD511D633B}" type="datetimeFigureOut">
              <a:rPr lang="ko-KR" altLang="en-US" smtClean="0"/>
              <a:pPr/>
              <a:t>2026-04-23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CEC33-216F-4668-8D23-4C3F17784E0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3485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251520" y="274638"/>
            <a:ext cx="871296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251520" y="1600200"/>
            <a:ext cx="8712968" cy="4853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53486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3C4A7B72-6AE8-49C2-8F32-E8A725FD610D}" type="datetimeFigureOut">
              <a:rPr lang="ko-KR" altLang="en-US" smtClean="0"/>
              <a:pPr>
                <a:defRPr/>
              </a:pPr>
              <a:t>2026-04-23</a:t>
            </a:fld>
            <a:endParaRPr lang="ko-KR" altLang="en-US" dirty="0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525344"/>
            <a:ext cx="2895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51581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52DD98C4-AD35-4759-9571-E1AA62A00DA9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90" r:id="rId2"/>
    <p:sldLayoutId id="2147483693" r:id="rId3"/>
    <p:sldLayoutId id="2147483692" r:id="rId4"/>
    <p:sldLayoutId id="2147483702" r:id="rId5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Blip>
          <a:blip r:embed="rId7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251520" y="274638"/>
            <a:ext cx="871296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251520" y="1600200"/>
            <a:ext cx="8712968" cy="4853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53486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3C4A7B72-6AE8-49C2-8F32-E8A725FD610D}" type="datetimeFigureOut">
              <a:rPr lang="ko-KR" altLang="en-US" smtClean="0"/>
              <a:pPr>
                <a:defRPr/>
              </a:pPr>
              <a:t>2026-04-23</a:t>
            </a:fld>
            <a:endParaRPr lang="ko-KR" altLang="en-US" dirty="0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525344"/>
            <a:ext cx="2895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51581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52DD98C4-AD35-4759-9571-E1AA62A00DA9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41293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Blip>
          <a:blip r:embed="rId9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/>
          </p:cNvSpPr>
          <p:nvPr/>
        </p:nvSpPr>
        <p:spPr bwMode="auto">
          <a:xfrm>
            <a:off x="156810" y="3573016"/>
            <a:ext cx="6143382" cy="19020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/>
            </a:r>
            <a:br>
              <a:rPr kumimoji="0" lang="en-US" altLang="ko-KR" sz="4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</a:br>
            <a:r>
              <a:rPr lang="ko-KR" altLang="en-US" sz="4600" b="1">
                <a:solidFill>
                  <a:prstClr val="black">
                    <a:lumMod val="85000"/>
                    <a:lumOff val="15000"/>
                  </a:prstClr>
                </a:solidFill>
                <a:latin typeface="맑은 고딕"/>
                <a:ea typeface="맑은 고딕" panose="020B0503020000020004" pitchFamily="50" charset="-127"/>
              </a:rPr>
              <a:t>데이터베이스실습</a:t>
            </a:r>
            <a:endParaRPr kumimoji="1" lang="ko-KR" altLang="en-US" sz="46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611560" y="1871768"/>
            <a:ext cx="2683748" cy="6678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en-US" altLang="ko-KR" sz="3400" b="1" spc="-15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</a:rPr>
              <a:t>01. </a:t>
            </a:r>
            <a:r>
              <a:rPr lang="ko-KR" altLang="en-US" sz="3400" b="1" spc="-15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</a:rPr>
              <a:t>내장 함수</a:t>
            </a:r>
          </a:p>
        </p:txBody>
      </p:sp>
      <p:sp>
        <p:nvSpPr>
          <p:cNvPr id="5" name="내용 개체 틀 2"/>
          <p:cNvSpPr txBox="1">
            <a:spLocks/>
          </p:cNvSpPr>
          <p:nvPr/>
        </p:nvSpPr>
        <p:spPr>
          <a:xfrm>
            <a:off x="1628056" y="2933328"/>
            <a:ext cx="6840760" cy="2559521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Blip>
                <a:blip r:embed="rId2"/>
              </a:buBlip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kumimoji="0" lang="en-US" altLang="ko-KR" sz="20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SQL </a:t>
            </a:r>
            <a:r>
              <a:rPr kumimoji="0" lang="ko-KR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내장 함수</a:t>
            </a:r>
            <a:endParaRPr kumimoji="0" lang="en-US" altLang="ko-KR" sz="2000" b="1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kumimoji="0" lang="en-US" altLang="ko-KR" sz="20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NULL </a:t>
            </a:r>
            <a:r>
              <a:rPr kumimoji="0" lang="ko-KR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값 처리</a:t>
            </a:r>
            <a:endParaRPr kumimoji="0" lang="en-US" altLang="ko-KR" sz="2000" b="1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kumimoji="0" lang="ko-KR" altLang="en-US" sz="2000" b="1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행번호</a:t>
            </a:r>
            <a:r>
              <a:rPr kumimoji="0" lang="ko-KR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출력</a:t>
            </a:r>
            <a:endParaRPr kumimoji="0" lang="en-US" altLang="ko-KR" sz="2000" b="1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95100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1. SQL </a:t>
            </a:r>
            <a:r>
              <a:rPr lang="ko-KR" altLang="en-US"/>
              <a:t>내장 함수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8280920" cy="5472608"/>
          </a:xfrm>
        </p:spPr>
        <p:txBody>
          <a:bodyPr/>
          <a:lstStyle/>
          <a:p>
            <a:r>
              <a:rPr lang="en-US" altLang="ko-KR"/>
              <a:t>SQL</a:t>
            </a:r>
            <a:r>
              <a:rPr lang="ko-KR" altLang="en-US"/>
              <a:t>에서는 함수의 개념을 사용</a:t>
            </a:r>
            <a:endParaRPr lang="en-US" altLang="ko-KR"/>
          </a:p>
          <a:p>
            <a:r>
              <a:rPr lang="ko-KR" altLang="en-US"/>
              <a:t>수학의 함수와 마찬가지로 특정 값이나 열의 값을 입력 받아 그 값을 계산하여                결과 값을 돌려줌</a:t>
            </a:r>
            <a:endParaRPr lang="en-US" altLang="ko-KR"/>
          </a:p>
          <a:p>
            <a:endParaRPr lang="en-US" altLang="ko-KR" sz="1400"/>
          </a:p>
          <a:p>
            <a:endParaRPr lang="en-US" altLang="ko-KR" sz="1400"/>
          </a:p>
          <a:p>
            <a:endParaRPr lang="en-US" altLang="ko-KR" sz="1400"/>
          </a:p>
          <a:p>
            <a:endParaRPr lang="en-US" altLang="ko-KR" sz="1400"/>
          </a:p>
          <a:p>
            <a:endParaRPr lang="en-US" altLang="ko-KR" sz="1400"/>
          </a:p>
          <a:p>
            <a:endParaRPr lang="en-US" altLang="ko-KR" sz="1400"/>
          </a:p>
          <a:p>
            <a:endParaRPr lang="en-US" altLang="ko-KR" sz="1400"/>
          </a:p>
          <a:p>
            <a:endParaRPr lang="en-US" altLang="ko-KR" sz="1000"/>
          </a:p>
          <a:p>
            <a:r>
              <a:rPr lang="en-US" altLang="ko-KR"/>
              <a:t>SQL</a:t>
            </a:r>
            <a:r>
              <a:rPr lang="ko-KR" altLang="en-US"/>
              <a:t>의 함수는 </a:t>
            </a:r>
            <a:r>
              <a:rPr lang="en-US" altLang="ko-KR"/>
              <a:t>DBMS</a:t>
            </a:r>
            <a:r>
              <a:rPr lang="ko-KR" altLang="en-US"/>
              <a:t>가 제공하는 내장 함수</a:t>
            </a:r>
            <a:r>
              <a:rPr lang="en-US" altLang="ko-KR"/>
              <a:t>(built-in function),</a:t>
            </a:r>
          </a:p>
          <a:p>
            <a:pPr marL="0" indent="0">
              <a:buNone/>
            </a:pPr>
            <a:r>
              <a:rPr lang="en-US" altLang="ko-KR"/>
              <a:t>     </a:t>
            </a:r>
            <a:r>
              <a:rPr lang="ko-KR" altLang="en-US"/>
              <a:t>사용자가 필요에 따라 직접 만드는 사용자 정의 함수</a:t>
            </a:r>
            <a:r>
              <a:rPr lang="en-US" altLang="ko-KR"/>
              <a:t>(user-defined function)</a:t>
            </a:r>
            <a:r>
              <a:rPr lang="ko-KR" altLang="en-US"/>
              <a:t>로 나뉨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35896" y="3933056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그림 </a:t>
            </a:r>
            <a:r>
              <a:rPr lang="en-US" altLang="ko-KR" sz="1400" b="1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4-1 </a:t>
            </a:r>
            <a:r>
              <a:rPr lang="ko-KR" altLang="en-US" sz="1400" b="1">
                <a:ea typeface="맑은 고딕" panose="020B0503020000020004" pitchFamily="50" charset="-127"/>
              </a:rPr>
              <a:t>함수의 원리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7904" y="2276872"/>
            <a:ext cx="1872208" cy="157442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1. SQL </a:t>
            </a:r>
            <a:r>
              <a:rPr lang="ko-KR" altLang="en-US"/>
              <a:t>내장 함수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SQL </a:t>
            </a:r>
            <a:r>
              <a:rPr lang="ko-KR" altLang="en-US"/>
              <a:t>내장 함수는 상수나 속성 이름을 입력 값으로 받아 단일 값을 결과로 반환함</a:t>
            </a:r>
            <a:endParaRPr lang="en-US" altLang="ko-KR"/>
          </a:p>
          <a:p>
            <a:r>
              <a:rPr lang="ko-KR" altLang="en-US"/>
              <a:t>모든 내장 함수는 최초에 선언될 때 유효한 입력 값을 받아야 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5576" y="2096495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표 </a:t>
            </a:r>
            <a:r>
              <a:rPr lang="en-US" altLang="ko-KR" sz="1400" b="1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4-1 </a:t>
            </a:r>
            <a:r>
              <a:rPr lang="en-US" altLang="ko-KR" sz="1400" b="1">
                <a:ea typeface="맑은 고딕" panose="020B0503020000020004" pitchFamily="50" charset="-127"/>
              </a:rPr>
              <a:t>MySQL</a:t>
            </a:r>
            <a:r>
              <a:rPr lang="ko-KR" altLang="en-US" sz="1400" b="1">
                <a:ea typeface="맑은 고딕" panose="020B0503020000020004" pitchFamily="50" charset="-127"/>
              </a:rPr>
              <a:t>에서 제공하는 주요 내장 함수</a:t>
            </a: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1599935"/>
              </p:ext>
            </p:extLst>
          </p:nvPr>
        </p:nvGraphicFramePr>
        <p:xfrm>
          <a:off x="683568" y="2410560"/>
          <a:ext cx="7789037" cy="4330808"/>
        </p:xfrm>
        <a:graphic>
          <a:graphicData uri="http://schemas.openxmlformats.org/drawingml/2006/table">
            <a:tbl>
              <a:tblPr/>
              <a:tblGrid>
                <a:gridCol w="1158367">
                  <a:extLst>
                    <a:ext uri="{9D8B030D-6E8A-4147-A177-3AD203B41FA5}">
                      <a16:colId xmlns:a16="http://schemas.microsoft.com/office/drawing/2014/main" val="2330107645"/>
                    </a:ext>
                  </a:extLst>
                </a:gridCol>
                <a:gridCol w="2154001">
                  <a:extLst>
                    <a:ext uri="{9D8B030D-6E8A-4147-A177-3AD203B41FA5}">
                      <a16:colId xmlns:a16="http://schemas.microsoft.com/office/drawing/2014/main" val="2324446187"/>
                    </a:ext>
                  </a:extLst>
                </a:gridCol>
                <a:gridCol w="4476669">
                  <a:extLst>
                    <a:ext uri="{9D8B030D-6E8A-4147-A177-3AD203B41FA5}">
                      <a16:colId xmlns:a16="http://schemas.microsoft.com/office/drawing/2014/main" val="4277909813"/>
                    </a:ext>
                  </a:extLst>
                </a:gridCol>
              </a:tblGrid>
              <a:tr h="307521">
                <a:tc gridSpan="2"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anchor="ctr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함수</a:t>
                      </a:r>
                    </a:p>
                  </a:txBody>
                  <a:tcPr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0737057"/>
                  </a:ext>
                </a:extLst>
              </a:tr>
              <a:tr h="529621">
                <a:tc rowSpan="7"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단일행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함수</a:t>
                      </a:r>
                    </a:p>
                  </a:txBody>
                  <a:tcPr anchor="ctr">
                    <a:lnL>
                      <a:noFill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숫자 함수</a:t>
                      </a: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ABS, CEIL, COS, EXP, FLOOR, LN, LOG, MOD, POWER, RAND, ROUND, SIGN, TRUNCATE 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7531329"/>
                  </a:ext>
                </a:extLst>
              </a:tr>
              <a:tr h="75171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문자 함수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문자 반환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CHAR, CONCAT, LEFT, RIGHT, LOWER, UPPER, LPAD, RPAD, LTRIM, RTRIM, REPLACE, REVERSE, RIGHT, SUBSTR, TRIM 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6275123"/>
                  </a:ext>
                </a:extLst>
              </a:tr>
              <a:tr h="30752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문자 함수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숫자 반환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ASCII, INSTR, LENGTH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2946276"/>
                  </a:ext>
                </a:extLst>
              </a:tr>
              <a:tr h="52962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날짜∙시간 함수</a:t>
                      </a: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ADDDATE, CURRENT_DATE, DATE, DATEDIFF, DAYNAME, LAST_DAY, SYSDATE, TIME 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113267"/>
                  </a:ext>
                </a:extLst>
              </a:tr>
              <a:tr h="33991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변환 함수</a:t>
                      </a: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CAST, CONVERT, DATE_FORMAT, STR_TO_DATE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7982037"/>
                  </a:ext>
                </a:extLst>
              </a:tr>
              <a:tr h="30752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정보 함수</a:t>
                      </a: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DATABASE, SCHEMA, ROW_COUNR, USER, VERSION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3114"/>
                  </a:ext>
                </a:extLst>
              </a:tr>
              <a:tr h="30752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NULL 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관련 함수</a:t>
                      </a: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COALESCE, ISNULL, IFNULL, NULLIF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6095319"/>
                  </a:ext>
                </a:extLst>
              </a:tr>
              <a:tr h="307521">
                <a:tc gridSpan="2"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집계 함수</a:t>
                      </a:r>
                    </a:p>
                  </a:txBody>
                  <a:tcPr anchor="ctr">
                    <a:lnL>
                      <a:noFill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AVG, COUNT, MAX, MIN, STD, STDDEV, SUM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382542"/>
                  </a:ext>
                </a:extLst>
              </a:tr>
              <a:tr h="642331">
                <a:tc gridSpan="2"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윈도우 함수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혹은 분석 함수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>
                      <a:noFill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CUME_DIST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DENSE_RANK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FIRST_VALUE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LAST_VALUE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LEAD, </a:t>
                      </a:r>
                      <a:r>
                        <a:rPr 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NTILE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RANK, </a:t>
                      </a:r>
                      <a:r>
                        <a:rPr 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ROW_NUMBER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531427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1. SQL </a:t>
            </a:r>
            <a:r>
              <a:rPr lang="ko-KR" altLang="en-US"/>
              <a:t>내장 함수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38760" y="1556793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표 </a:t>
            </a:r>
            <a:r>
              <a:rPr lang="en-US" altLang="ko-KR" sz="1400" b="1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4-2 </a:t>
            </a:r>
            <a:r>
              <a:rPr lang="ko-KR" altLang="en-US" sz="1400" b="1">
                <a:ea typeface="맑은 고딕" panose="020B0503020000020004" pitchFamily="50" charset="-127"/>
              </a:rPr>
              <a:t>숫자 함수의 종류</a:t>
            </a:r>
          </a:p>
        </p:txBody>
      </p:sp>
      <p:graphicFrame>
        <p:nvGraphicFramePr>
          <p:cNvPr id="3" name="표 2"/>
          <p:cNvGraphicFramePr>
            <a:graphicFrameLocks noGrp="1"/>
          </p:cNvGraphicFramePr>
          <p:nvPr/>
        </p:nvGraphicFramePr>
        <p:xfrm>
          <a:off x="2267744" y="1916832"/>
          <a:ext cx="4862016" cy="4608513"/>
        </p:xfrm>
        <a:graphic>
          <a:graphicData uri="http://schemas.openxmlformats.org/drawingml/2006/table">
            <a:tbl>
              <a:tblPr/>
              <a:tblGrid>
                <a:gridCol w="1500772">
                  <a:extLst>
                    <a:ext uri="{9D8B030D-6E8A-4147-A177-3AD203B41FA5}">
                      <a16:colId xmlns:a16="http://schemas.microsoft.com/office/drawing/2014/main" val="3931564477"/>
                    </a:ext>
                  </a:extLst>
                </a:gridCol>
                <a:gridCol w="3361244">
                  <a:extLst>
                    <a:ext uri="{9D8B030D-6E8A-4147-A177-3AD203B41FA5}">
                      <a16:colId xmlns:a16="http://schemas.microsoft.com/office/drawing/2014/main" val="3812723064"/>
                    </a:ext>
                  </a:extLst>
                </a:gridCol>
              </a:tblGrid>
              <a:tr h="285753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함수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 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5209017"/>
                  </a:ext>
                </a:extLst>
              </a:tr>
              <a:tr h="540345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ABS(</a:t>
                      </a:r>
                      <a:r>
                        <a:rPr lang="ko-KR" alt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숫자</a:t>
                      </a:r>
                      <a:r>
                        <a:rPr lang="en-US" altLang="ko-KR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200" b="1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숫자의 절댓값을 계산 </a:t>
                      </a:r>
                    </a:p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ABS(-4.5) =</a:t>
                      </a:r>
                      <a:r>
                        <a:rPr lang="en-US" altLang="ko-KR" sz="1200" kern="0" spc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4.5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1970215"/>
                  </a:ext>
                </a:extLst>
              </a:tr>
              <a:tr h="540345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CEIL(</a:t>
                      </a:r>
                      <a:r>
                        <a:rPr lang="ko-KR" alt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숫자</a:t>
                      </a:r>
                      <a:r>
                        <a:rPr lang="en-US" altLang="ko-KR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200" b="1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숫자보다 크거나 같은 최소의 정수 </a:t>
                      </a:r>
                    </a:p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CEIL(4.1) =</a:t>
                      </a:r>
                      <a:r>
                        <a:rPr lang="en-US" altLang="ko-KR" sz="1200" kern="0" spc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4516484"/>
                  </a:ext>
                </a:extLst>
              </a:tr>
              <a:tr h="540345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FLOOR(</a:t>
                      </a:r>
                      <a:r>
                        <a:rPr lang="ko-KR" alt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숫자</a:t>
                      </a:r>
                      <a:r>
                        <a:rPr lang="en-US" altLang="ko-KR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200" b="1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숫자보다 작거나 같은 최소의 정수 </a:t>
                      </a:r>
                    </a:p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FLOOR(4.1) =</a:t>
                      </a:r>
                      <a:r>
                        <a:rPr lang="en-US" altLang="ko-KR" sz="1200" kern="0" spc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9533789"/>
                  </a:ext>
                </a:extLst>
              </a:tr>
              <a:tr h="540345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ROUND(</a:t>
                      </a:r>
                      <a:r>
                        <a:rPr lang="ko-KR" alt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숫자</a:t>
                      </a:r>
                      <a:r>
                        <a:rPr lang="en-US" altLang="ko-KR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m)</a:t>
                      </a:r>
                      <a:endParaRPr lang="en-US" sz="1200" b="1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숫자의 반올림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m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은 반올림 기준 자릿수</a:t>
                      </a:r>
                    </a:p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ROUND(5.36, 1) =</a:t>
                      </a:r>
                      <a:r>
                        <a:rPr lang="en-US" altLang="ko-KR" sz="1200" kern="0" spc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5.40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9466743"/>
                  </a:ext>
                </a:extLst>
              </a:tr>
              <a:tr h="540345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LOG(n, </a:t>
                      </a:r>
                      <a:r>
                        <a:rPr lang="ko-KR" alt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숫자</a:t>
                      </a:r>
                      <a:r>
                        <a:rPr lang="en-US" altLang="ko-KR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200" b="1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숫자의 자연로그 값을 반환</a:t>
                      </a:r>
                    </a:p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LOG(10) =</a:t>
                      </a:r>
                      <a:r>
                        <a:rPr lang="en-US" altLang="ko-KR" sz="1200" kern="0" spc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2.30259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2057499"/>
                  </a:ext>
                </a:extLst>
              </a:tr>
              <a:tr h="540345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POWER(</a:t>
                      </a:r>
                      <a:r>
                        <a:rPr lang="ko-KR" alt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숫자</a:t>
                      </a:r>
                      <a:r>
                        <a:rPr lang="en-US" altLang="ko-KR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n)</a:t>
                      </a:r>
                      <a:endParaRPr lang="en-US" sz="1200" b="1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숫자의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제곱 값을 계산</a:t>
                      </a:r>
                    </a:p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POWER(2, 3) =</a:t>
                      </a:r>
                      <a:r>
                        <a:rPr lang="en-US" altLang="ko-KR" sz="1200" kern="0" spc="0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4994075"/>
                  </a:ext>
                </a:extLst>
              </a:tr>
              <a:tr h="540345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SQRT(</a:t>
                      </a:r>
                      <a:r>
                        <a:rPr lang="ko-KR" alt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숫자</a:t>
                      </a:r>
                      <a:r>
                        <a:rPr lang="en-US" altLang="ko-KR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200" b="1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숫자의 제곱근 값을 계산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숫자는 양수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SQRT(9.0) =</a:t>
                      </a:r>
                      <a:r>
                        <a:rPr lang="en-US" altLang="ko-KR" sz="1200" kern="0" spc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3.0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5092099"/>
                  </a:ext>
                </a:extLst>
              </a:tr>
              <a:tr h="540345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SIGN(</a:t>
                      </a:r>
                      <a:r>
                        <a:rPr lang="ko-KR" alt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숫자</a:t>
                      </a:r>
                      <a:r>
                        <a:rPr lang="en-US" altLang="ko-KR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200" b="1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숫자가 음수면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-1, 0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이면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0,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양수면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SIGN(3.45) =</a:t>
                      </a:r>
                      <a:r>
                        <a:rPr lang="en-US" altLang="ko-KR" sz="1200" kern="0" spc="0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2948637"/>
                  </a:ext>
                </a:extLst>
              </a:tr>
            </a:tbl>
          </a:graphicData>
        </a:graphic>
      </p:graphicFrame>
      <p:sp>
        <p:nvSpPr>
          <p:cNvPr id="6" name="내용 개체 틀 2"/>
          <p:cNvSpPr>
            <a:spLocks noGrp="1"/>
          </p:cNvSpPr>
          <p:nvPr>
            <p:ph idx="1"/>
          </p:nvPr>
        </p:nvSpPr>
        <p:spPr>
          <a:xfrm>
            <a:off x="395536" y="1085503"/>
            <a:ext cx="8064896" cy="525583"/>
          </a:xfrm>
        </p:spPr>
        <p:txBody>
          <a:bodyPr anchor="ctr"/>
          <a:lstStyle/>
          <a:p>
            <a:pPr latinLnBrk="0">
              <a:lnSpc>
                <a:spcPct val="100000"/>
              </a:lnSpc>
              <a:buFont typeface="Wingdings" pitchFamily="2" charset="2"/>
              <a:buChar char="v"/>
            </a:pPr>
            <a:r>
              <a:rPr lang="ko-KR" altLang="en-US" sz="2000">
                <a:solidFill>
                  <a:schemeClr val="tx2"/>
                </a:solidFill>
              </a:rPr>
              <a:t>숫자 함수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1. SQL </a:t>
            </a:r>
            <a:r>
              <a:rPr lang="ko-KR" altLang="en-US"/>
              <a:t>내장 함수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1628800"/>
            <a:ext cx="8064896" cy="5040560"/>
          </a:xfrm>
        </p:spPr>
        <p:txBody>
          <a:bodyPr/>
          <a:lstStyle/>
          <a:p>
            <a:r>
              <a:rPr lang="en-US" altLang="ko-KR"/>
              <a:t>ABS </a:t>
            </a:r>
            <a:r>
              <a:rPr lang="ko-KR" altLang="en-US"/>
              <a:t>함수 </a:t>
            </a:r>
            <a:r>
              <a:rPr lang="en-US" altLang="ko-KR"/>
              <a:t>:</a:t>
            </a:r>
            <a:r>
              <a:rPr lang="ko-KR" altLang="en-US"/>
              <a:t> 절댓값을 구하는 함수</a:t>
            </a:r>
            <a:endParaRPr lang="en-US" altLang="ko-KR" sz="1600" b="1"/>
          </a:p>
          <a:p>
            <a:pPr marL="342900" lvl="1" indent="-34290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n"/>
            </a:pPr>
            <a:endParaRPr lang="en-US" altLang="ko-KR" sz="1600" b="1"/>
          </a:p>
          <a:p>
            <a:endParaRPr lang="en-US" altLang="ko-KR"/>
          </a:p>
          <a:p>
            <a:pPr>
              <a:buNone/>
            </a:pPr>
            <a:endParaRPr lang="en-US" altLang="ko-KR"/>
          </a:p>
          <a:p>
            <a:r>
              <a:rPr lang="en-US" altLang="ko-KR"/>
              <a:t>ROUND </a:t>
            </a:r>
            <a:r>
              <a:rPr lang="ko-KR" altLang="en-US"/>
              <a:t>함수 </a:t>
            </a:r>
            <a:r>
              <a:rPr lang="en-US" altLang="ko-KR"/>
              <a:t>: </a:t>
            </a:r>
            <a:r>
              <a:rPr lang="ko-KR" altLang="en-US"/>
              <a:t>반올림한 값을 구하는 함수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>
              <a:buNone/>
            </a:pPr>
            <a:endParaRPr lang="en-US" altLang="ko-KR"/>
          </a:p>
          <a:p>
            <a:r>
              <a:rPr lang="ko-KR" altLang="en-US"/>
              <a:t>숫자 함수의 연산</a:t>
            </a:r>
            <a:endParaRPr lang="en-US" altLang="ko-KR"/>
          </a:p>
        </p:txBody>
      </p:sp>
      <p:graphicFrame>
        <p:nvGraphicFramePr>
          <p:cNvPr id="4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15519234"/>
              </p:ext>
            </p:extLst>
          </p:nvPr>
        </p:nvGraphicFramePr>
        <p:xfrm>
          <a:off x="827585" y="2101826"/>
          <a:ext cx="7848872" cy="8282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488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011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질의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-78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과 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+78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의 절댓값을 </a:t>
                      </a:r>
                      <a:r>
                        <a:rPr lang="ko-KR" altLang="en-US" sz="1400" b="1" kern="1200" baseline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구하시오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197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SELECT  ABS(-78), ABS(+78);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70780018"/>
              </p:ext>
            </p:extLst>
          </p:nvPr>
        </p:nvGraphicFramePr>
        <p:xfrm>
          <a:off x="827584" y="3541985"/>
          <a:ext cx="7848872" cy="8800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488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456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질의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4.875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를 소수 첫째 자리까지 반올림한 값을 </a:t>
                      </a:r>
                      <a:r>
                        <a:rPr lang="ko-KR" altLang="en-US" sz="1400" b="1" kern="1200" baseline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구하시오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552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SELECT ROUND(4.875, 1);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34704535"/>
              </p:ext>
            </p:extLst>
          </p:nvPr>
        </p:nvGraphicFramePr>
        <p:xfrm>
          <a:off x="827584" y="5054153"/>
          <a:ext cx="7848872" cy="11544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488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288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질의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고객별 평균 주문 금액을 백 원 단위로 반올림한 값을 </a:t>
                      </a:r>
                      <a:r>
                        <a:rPr lang="ko-KR" altLang="en-US" sz="1400" b="1" kern="1200" baseline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구하시오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7236">
                <a:tc>
                  <a:txBody>
                    <a:bodyPr/>
                    <a:lstStyle/>
                    <a:p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SELECT 	</a:t>
                      </a:r>
                      <a:r>
                        <a:rPr lang="en-US" altLang="ko-KR" sz="14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custid</a:t>
                      </a: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‘</a:t>
                      </a:r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고객번호</a:t>
                      </a: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’, ROUND(SUM(</a:t>
                      </a:r>
                      <a:r>
                        <a:rPr lang="en-US" altLang="ko-KR" sz="14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saleprice</a:t>
                      </a: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)/COUNT(*), -2) ‘</a:t>
                      </a:r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평균금액</a:t>
                      </a: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’</a:t>
                      </a:r>
                    </a:p>
                    <a:p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FROM 	Orders</a:t>
                      </a:r>
                    </a:p>
                    <a:p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GROUP BY </a:t>
                      </a:r>
                      <a:r>
                        <a:rPr lang="en-US" altLang="ko-KR" sz="14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custid</a:t>
                      </a: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;</a:t>
                      </a:r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내용 개체 틀 2"/>
          <p:cNvSpPr txBox="1">
            <a:spLocks/>
          </p:cNvSpPr>
          <p:nvPr/>
        </p:nvSpPr>
        <p:spPr bwMode="auto">
          <a:xfrm>
            <a:off x="395536" y="1085503"/>
            <a:ext cx="8064896" cy="5255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lnSpc>
                <a:spcPct val="100000"/>
              </a:lnSpc>
              <a:buFont typeface="Wingdings" pitchFamily="2" charset="2"/>
              <a:buChar char="v"/>
            </a:pPr>
            <a:r>
              <a:rPr kumimoji="0" lang="ko-KR" altLang="en-US" sz="200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수학 함수</a:t>
            </a:r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4288" y="2512859"/>
            <a:ext cx="1463280" cy="484093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20" y="4005064"/>
            <a:ext cx="1144340" cy="584270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20" y="5589240"/>
            <a:ext cx="1224136" cy="10144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1513E-5039-3B96-B542-7FB652924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A57E90-2E9D-D0E0-DA38-D3B60DC6C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1. SQL </a:t>
            </a:r>
            <a:r>
              <a:rPr lang="ko-KR" altLang="en-US"/>
              <a:t>내장 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47B037B-A59B-0D0F-2B15-EBB5BEE31A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628800"/>
            <a:ext cx="8064896" cy="5040560"/>
          </a:xfrm>
        </p:spPr>
        <p:txBody>
          <a:bodyPr/>
          <a:lstStyle/>
          <a:p>
            <a:r>
              <a:rPr lang="en-US" altLang="ko-KR" dirty="0"/>
              <a:t>POWER </a:t>
            </a:r>
            <a:r>
              <a:rPr lang="ko-KR" altLang="en-US" dirty="0"/>
              <a:t>함수 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ko-KR" altLang="en-US" sz="16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숫자의 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n</a:t>
            </a:r>
            <a:r>
              <a:rPr lang="ko-KR" altLang="en-US" sz="16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제곱 값을 계산</a:t>
            </a:r>
          </a:p>
          <a:p>
            <a:endParaRPr lang="en-US" altLang="ko-KR" sz="1600" b="1" dirty="0"/>
          </a:p>
          <a:p>
            <a:pPr marL="342900" lvl="1" indent="-34290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n"/>
            </a:pPr>
            <a:endParaRPr lang="en-US" altLang="ko-KR" sz="1600" b="1" dirty="0"/>
          </a:p>
          <a:p>
            <a:pPr>
              <a:buNone/>
            </a:pPr>
            <a:endParaRPr lang="en-US" altLang="ko-KR" dirty="0"/>
          </a:p>
          <a:p>
            <a:r>
              <a:rPr lang="en-US" altLang="ko-KR" dirty="0"/>
              <a:t>MOD </a:t>
            </a:r>
            <a:r>
              <a:rPr lang="ko-KR" altLang="en-US" dirty="0"/>
              <a:t>함수 </a:t>
            </a:r>
            <a:r>
              <a:rPr lang="en-US" altLang="ko-KR" dirty="0"/>
              <a:t>: </a:t>
            </a:r>
            <a:r>
              <a:rPr lang="ko-KR" altLang="en-US" dirty="0"/>
              <a:t>나머지</a:t>
            </a:r>
            <a:r>
              <a:rPr lang="en-US" altLang="ko-KR" dirty="0"/>
              <a:t>(modulo)</a:t>
            </a:r>
            <a:r>
              <a:rPr lang="ko-KR" altLang="en-US" dirty="0"/>
              <a:t>를 구하는 함수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>
              <a:buNone/>
            </a:pPr>
            <a:endParaRPr lang="en-US" altLang="ko-KR" dirty="0"/>
          </a:p>
          <a:p>
            <a:r>
              <a:rPr lang="en-US" altLang="ko-KR" dirty="0"/>
              <a:t>RAND</a:t>
            </a:r>
            <a:r>
              <a:rPr lang="ko-KR" altLang="en-US" dirty="0"/>
              <a:t> 함수</a:t>
            </a:r>
            <a:r>
              <a:rPr lang="en-US" altLang="ko-KR" dirty="0"/>
              <a:t>: 0</a:t>
            </a:r>
            <a:r>
              <a:rPr lang="ko-KR" altLang="en-US" dirty="0"/>
              <a:t>이상 </a:t>
            </a:r>
            <a:r>
              <a:rPr lang="en-US" altLang="ko-KR" dirty="0"/>
              <a:t>1</a:t>
            </a:r>
            <a:r>
              <a:rPr lang="ko-KR" altLang="en-US" dirty="0"/>
              <a:t>미만의 난수를 생성하는 함수</a:t>
            </a:r>
            <a:endParaRPr lang="en-US" altLang="ko-KR" dirty="0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EFC92CAE-FDA5-2303-1509-A53DE686E3B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39096846"/>
              </p:ext>
            </p:extLst>
          </p:nvPr>
        </p:nvGraphicFramePr>
        <p:xfrm>
          <a:off x="827585" y="2101826"/>
          <a:ext cx="7848872" cy="7920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488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011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질의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의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승과 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10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의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승을 </a:t>
                      </a:r>
                      <a:r>
                        <a:rPr lang="ko-KR" altLang="en-US" sz="1400" b="1" kern="1200" baseline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구하시오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197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SELECT  POWER(2, 3), POW(10, 2);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내용 개체 틀 3">
            <a:extLst>
              <a:ext uri="{FF2B5EF4-FFF2-40B4-BE49-F238E27FC236}">
                <a16:creationId xmlns:a16="http://schemas.microsoft.com/office/drawing/2014/main" id="{E7198B86-5656-B050-171F-2968A92A9D7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6711194"/>
              </p:ext>
            </p:extLst>
          </p:nvPr>
        </p:nvGraphicFramePr>
        <p:xfrm>
          <a:off x="827584" y="3541985"/>
          <a:ext cx="7848872" cy="8800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488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456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질의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10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나누기 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의 나머지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-10 % 3, 10 % -3, -10 % -3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의 값을 </a:t>
                      </a:r>
                      <a:r>
                        <a:rPr lang="ko-KR" altLang="en-US" sz="1400" b="1" kern="1200" baseline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구하시오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552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altLang="ko-KR" sz="1400" baseline="0" dirty="0">
                          <a:latin typeface="맑은 고딕" panose="020B0503020000020004" pitchFamily="50" charset="-127"/>
                          <a:ea typeface="+mn-ea"/>
                        </a:rPr>
                        <a:t>SELECT MOD(10, 3), 10 % 3, MOD(-10, 3), MOD(10, -3), </a:t>
                      </a:r>
                      <a:r>
                        <a:rPr lang="en-US" altLang="ko-KR" sz="1400" baseline="0" dirty="0">
                          <a:latin typeface="맑은 고딕" panose="020B0503020000020004" pitchFamily="50" charset="-127"/>
                          <a:ea typeface="+mn-ea"/>
                        </a:rPr>
                        <a:t>MOD(-10, -3)</a:t>
                      </a:r>
                      <a:r>
                        <a:rPr lang="da-DK" altLang="ko-KR" sz="1400" baseline="0" dirty="0">
                          <a:latin typeface="맑은 고딕" panose="020B0503020000020004" pitchFamily="50" charset="-127"/>
                          <a:ea typeface="+mn-ea"/>
                        </a:rPr>
                        <a:t>;</a:t>
                      </a:r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" name="내용 개체 틀 3">
            <a:extLst>
              <a:ext uri="{FF2B5EF4-FFF2-40B4-BE49-F238E27FC236}">
                <a16:creationId xmlns:a16="http://schemas.microsoft.com/office/drawing/2014/main" id="{8268D53D-13A8-A5AB-7B27-028F21A9428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21619903"/>
              </p:ext>
            </p:extLst>
          </p:nvPr>
        </p:nvGraphicFramePr>
        <p:xfrm>
          <a:off x="827584" y="5054153"/>
          <a:ext cx="7848872" cy="1080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488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288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질의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~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10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사이의 정수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0 ~ 99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사이의 정수를 </a:t>
                      </a:r>
                      <a:r>
                        <a:rPr lang="ko-KR" altLang="en-US" sz="1400" b="1" kern="1200" baseline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표시하시오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7236">
                <a:tc>
                  <a:txBody>
                    <a:bodyPr/>
                    <a:lstStyle/>
                    <a:p>
                      <a:r>
                        <a:rPr lang="en-US" altLang="ko-KR" sz="1400" dirty="0">
                          <a:latin typeface="맑은 고딕" panose="020B0503020000020004" pitchFamily="50" charset="-127"/>
                          <a:ea typeface="+mn-ea"/>
                        </a:rPr>
                        <a:t>SELECT FLOOR(1 + (RAND() * 10)), FLOOR(RAND() * 100);</a:t>
                      </a:r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156AF94F-E064-1E5F-3E7C-7886C6AF6257}"/>
              </a:ext>
            </a:extLst>
          </p:cNvPr>
          <p:cNvSpPr txBox="1">
            <a:spLocks/>
          </p:cNvSpPr>
          <p:nvPr/>
        </p:nvSpPr>
        <p:spPr bwMode="auto">
          <a:xfrm>
            <a:off x="395536" y="1085503"/>
            <a:ext cx="8064896" cy="5255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lnSpc>
                <a:spcPct val="100000"/>
              </a:lnSpc>
              <a:buFont typeface="Wingdings" pitchFamily="2" charset="2"/>
              <a:buChar char="v"/>
            </a:pPr>
            <a:r>
              <a:rPr kumimoji="0" lang="ko-KR" altLang="en-US" sz="200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수학 함수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EEA9894-C047-414C-C3D2-36CBDBD172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7353" y="2500527"/>
            <a:ext cx="2818944" cy="468164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6CF0DCE7-CD58-27B7-EB82-A38F8C02A0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7904" y="4167574"/>
            <a:ext cx="4464496" cy="491435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243FC3DB-85B6-6F94-C4C1-BAB3526B38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7904" y="5897653"/>
            <a:ext cx="3704058" cy="410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744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382F3-9615-CE2A-25EF-DD7E11821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7290FF-28D1-B124-3BB7-DD44A3608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1. SQL </a:t>
            </a:r>
            <a:r>
              <a:rPr lang="ko-KR" altLang="en-US"/>
              <a:t>내장 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9F7C6E-687C-1492-9797-E080258704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628800"/>
            <a:ext cx="8064896" cy="5040560"/>
          </a:xfrm>
        </p:spPr>
        <p:txBody>
          <a:bodyPr/>
          <a:lstStyle/>
          <a:p>
            <a:r>
              <a:rPr lang="en-US" altLang="ko-KR" dirty="0"/>
              <a:t>TRUNCATE </a:t>
            </a:r>
            <a:r>
              <a:rPr lang="ko-KR" altLang="en-US" dirty="0"/>
              <a:t>함수 </a:t>
            </a:r>
            <a:r>
              <a:rPr lang="en-US" altLang="ko-KR" dirty="0"/>
              <a:t>:</a:t>
            </a:r>
            <a:r>
              <a:rPr lang="ko-KR" altLang="en-US" dirty="0"/>
              <a:t> 소수점 이하 숫자 잘라내기</a:t>
            </a:r>
            <a:endParaRPr lang="en-US" altLang="ko-KR" sz="1600" b="1" dirty="0"/>
          </a:p>
          <a:p>
            <a:pPr marL="342900" lvl="1" indent="-34290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n"/>
            </a:pPr>
            <a:endParaRPr lang="en-US" altLang="ko-KR" sz="1600" b="1" dirty="0"/>
          </a:p>
          <a:p>
            <a:endParaRPr lang="en-US" altLang="ko-KR" dirty="0"/>
          </a:p>
          <a:p>
            <a:pPr>
              <a:buNone/>
            </a:pPr>
            <a:endParaRPr lang="en-US" altLang="ko-KR" dirty="0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CC35B728-5C8F-0ADB-1E82-746DBBEBADE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59971730"/>
              </p:ext>
            </p:extLst>
          </p:nvPr>
        </p:nvGraphicFramePr>
        <p:xfrm>
          <a:off x="827585" y="2101826"/>
          <a:ext cx="7848872" cy="8282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488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011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질의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숫자 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123.4567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에서 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TRUNCATE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함수를 사용해보자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197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SELECT  TRUNCATE(123.4567, 2), TRUNCATE(123.4567, 0), TRUNCATE(1234.4567, -2);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A360327E-8898-D1DA-893C-141FA9BD2BEE}"/>
              </a:ext>
            </a:extLst>
          </p:cNvPr>
          <p:cNvSpPr txBox="1">
            <a:spLocks/>
          </p:cNvSpPr>
          <p:nvPr/>
        </p:nvSpPr>
        <p:spPr bwMode="auto">
          <a:xfrm>
            <a:off x="395536" y="1085503"/>
            <a:ext cx="8064896" cy="5255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lnSpc>
                <a:spcPct val="100000"/>
              </a:lnSpc>
              <a:buFont typeface="Wingdings" pitchFamily="2" charset="2"/>
              <a:buChar char="v"/>
            </a:pPr>
            <a:r>
              <a:rPr kumimoji="0" lang="ko-KR" altLang="en-US" sz="200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수학 함수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875482F-8AD0-2628-381E-AE4F08DB70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2924944"/>
            <a:ext cx="6403163" cy="704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586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1. SQL </a:t>
            </a:r>
            <a:r>
              <a:rPr lang="ko-KR" altLang="en-US"/>
              <a:t>내장 함수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50844" y="1400200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표 </a:t>
            </a:r>
            <a:r>
              <a:rPr lang="en-US" altLang="ko-KR" sz="1400" b="1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4-3 </a:t>
            </a:r>
            <a:r>
              <a:rPr lang="ko-KR" altLang="en-US" sz="1400" b="1">
                <a:ea typeface="맑은 고딕" panose="020B0503020000020004" pitchFamily="50" charset="-127"/>
              </a:rPr>
              <a:t>문자 함수의 종류</a:t>
            </a: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876586"/>
              </p:ext>
            </p:extLst>
          </p:nvPr>
        </p:nvGraphicFramePr>
        <p:xfrm>
          <a:off x="683568" y="1778001"/>
          <a:ext cx="7920881" cy="4698998"/>
        </p:xfrm>
        <a:graphic>
          <a:graphicData uri="http://schemas.openxmlformats.org/drawingml/2006/table">
            <a:tbl>
              <a:tblPr/>
              <a:tblGrid>
                <a:gridCol w="864096">
                  <a:extLst>
                    <a:ext uri="{9D8B030D-6E8A-4147-A177-3AD203B41FA5}">
                      <a16:colId xmlns:a16="http://schemas.microsoft.com/office/drawing/2014/main" val="273975812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721884112"/>
                    </a:ext>
                  </a:extLst>
                </a:gridCol>
                <a:gridCol w="5544617">
                  <a:extLst>
                    <a:ext uri="{9D8B030D-6E8A-4147-A177-3AD203B41FA5}">
                      <a16:colId xmlns:a16="http://schemas.microsoft.com/office/drawing/2014/main" val="1920281114"/>
                    </a:ext>
                  </a:extLst>
                </a:gridCol>
              </a:tblGrid>
              <a:tr h="244947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반환 구분</a:t>
                      </a:r>
                    </a:p>
                  </a:txBody>
                  <a:tcPr marL="50037" marR="50037" marT="13834" marB="13834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함수</a:t>
                      </a:r>
                    </a:p>
                  </a:txBody>
                  <a:tcPr marL="50037" marR="50037" marT="13834" marB="1383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 </a:t>
                      </a:r>
                    </a:p>
                  </a:txBody>
                  <a:tcPr marL="50037" marR="50037" marT="13834" marB="1383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9046673"/>
                  </a:ext>
                </a:extLst>
              </a:tr>
              <a:tr h="326619">
                <a:tc rowSpan="8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문자값</a:t>
                      </a:r>
                      <a:r>
                        <a:rPr lang="ko-KR" alt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반환 함수</a:t>
                      </a:r>
                      <a:endParaRPr lang="en-US" altLang="ko-KR" sz="11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 : </a:t>
                      </a:r>
                      <a:r>
                        <a:rPr lang="ko-KR" alt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문자열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 : </a:t>
                      </a:r>
                      <a:r>
                        <a:rPr lang="ko-KR" alt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문자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 : </a:t>
                      </a:r>
                      <a:r>
                        <a:rPr lang="ko-KR" alt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정수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 : </a:t>
                      </a:r>
                      <a:r>
                        <a:rPr lang="ko-KR" alt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정수</a:t>
                      </a:r>
                    </a:p>
                  </a:txBody>
                  <a:tcPr marL="50037" marR="50037" marT="13834" marB="13834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CONCAT(s1,s2)</a:t>
                      </a:r>
                    </a:p>
                  </a:txBody>
                  <a:tcPr marL="50037" marR="50037" marT="13834" marB="1383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두 문자열을 연결</a:t>
                      </a:r>
                      <a:r>
                        <a:rPr lang="en-US" altLang="ko-KR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CONCAT('</a:t>
                      </a:r>
                      <a:r>
                        <a:rPr lang="ko-KR" alt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마당</a:t>
                      </a:r>
                      <a:r>
                        <a:rPr lang="en-US" altLang="ko-KR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', ' </a:t>
                      </a:r>
                      <a:r>
                        <a:rPr lang="ko-KR" alt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서점</a:t>
                      </a:r>
                      <a:r>
                        <a:rPr lang="en-US" altLang="ko-KR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') =&gt; '</a:t>
                      </a:r>
                      <a:r>
                        <a:rPr lang="ko-KR" alt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마당 서점</a:t>
                      </a:r>
                      <a:r>
                        <a:rPr lang="en-US" altLang="ko-KR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'</a:t>
                      </a: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037" marR="50037" marT="13834" marB="1383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7425160"/>
                  </a:ext>
                </a:extLst>
              </a:tr>
              <a:tr h="32661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LOWER(s)</a:t>
                      </a:r>
                    </a:p>
                  </a:txBody>
                  <a:tcPr marL="50037" marR="50037" marT="13834" marB="1383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대상 문자열을 모두 소문자로 변환</a:t>
                      </a:r>
                      <a:r>
                        <a:rPr lang="en-US" altLang="ko-KR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sz="11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LOWER('MR. SCOTT') =&gt; '</a:t>
                      </a:r>
                      <a:r>
                        <a:rPr lang="en-US" sz="1100" kern="0" spc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mr.</a:t>
                      </a:r>
                      <a:r>
                        <a:rPr lang="en-US" sz="11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sz="1100" kern="0" spc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scott</a:t>
                      </a:r>
                      <a:r>
                        <a:rPr lang="en-US" sz="11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'</a:t>
                      </a:r>
                    </a:p>
                  </a:txBody>
                  <a:tcPr marL="50037" marR="50037" marT="13834" marB="1383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068386"/>
                  </a:ext>
                </a:extLst>
              </a:tr>
              <a:tr h="46698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LPAD(</a:t>
                      </a:r>
                      <a:r>
                        <a:rPr lang="en-US" sz="1100" b="1" kern="0" spc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s,n,c</a:t>
                      </a:r>
                      <a:r>
                        <a:rPr lang="en-US" sz="11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50037" marR="50037" marT="13834" marB="1383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대상 문자열의 왼쪽부터 지정한 </a:t>
                      </a:r>
                      <a:r>
                        <a:rPr lang="ko-KR" altLang="en-US" sz="11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자리수까지</a:t>
                      </a:r>
                      <a:r>
                        <a:rPr lang="ko-KR" altLang="en-US" sz="11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지정한 문자로 채움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LPAD</a:t>
                      </a:r>
                      <a:r>
                        <a:rPr lang="en-US" altLang="ko-KR" sz="11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('Page 1', 10, '*') =&gt; '****Page 1’ (10</a:t>
                      </a:r>
                      <a:r>
                        <a:rPr lang="ko-KR" altLang="en-US" sz="11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자리</a:t>
                      </a:r>
                      <a:r>
                        <a:rPr lang="en-US" altLang="ko-KR" sz="11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1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문자열을 생성</a:t>
                      </a:r>
                      <a:r>
                        <a:rPr lang="en-US" altLang="ko-KR" sz="11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부족한 부분을 </a:t>
                      </a:r>
                      <a:r>
                        <a:rPr lang="en-US" altLang="ko-KR" sz="11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*</a:t>
                      </a:r>
                      <a:r>
                        <a:rPr lang="ko-KR" altLang="en-US" sz="11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</a:t>
                      </a:r>
                      <a:r>
                        <a:rPr lang="en-US" altLang="ko-KR" sz="11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1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채움</a:t>
                      </a:r>
                      <a:r>
                        <a:rPr lang="en-US" altLang="ko-KR" sz="11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037" marR="50037" marT="13834" marB="1383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5670525"/>
                  </a:ext>
                </a:extLst>
              </a:tr>
              <a:tr h="46698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REPLACE(s1,s2,s3)</a:t>
                      </a:r>
                    </a:p>
                  </a:txBody>
                  <a:tcPr marL="50037" marR="50037" marT="13834" marB="1383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대상 문자열의 지정한 문자를 원하는 문자로 변경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REPLACE('JACK &amp; JUE', 'J', 'BL') =&gt; 'BLACK &amp; BLUE'</a:t>
                      </a: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037" marR="50037" marT="13834" marB="1383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2073979"/>
                  </a:ext>
                </a:extLst>
              </a:tr>
              <a:tr h="46698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RPAD(</a:t>
                      </a:r>
                      <a:r>
                        <a:rPr lang="en-US" sz="1100" b="1" kern="0" spc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s,n,c</a:t>
                      </a:r>
                      <a:r>
                        <a:rPr lang="en-US" sz="11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50037" marR="50037" marT="13834" marB="1383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대상 문자열의 오른쪽부터 지정한 </a:t>
                      </a:r>
                      <a:r>
                        <a:rPr lang="ko-KR" altLang="en-US" sz="1100" kern="0" spc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자리수까지</a:t>
                      </a:r>
                      <a:r>
                        <a:rPr lang="ko-KR" alt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지정한 문자로 채움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RPAD('</a:t>
                      </a:r>
                      <a:r>
                        <a:rPr lang="en-US" altLang="ko-KR" sz="1100" kern="0" spc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AbC</a:t>
                      </a:r>
                      <a:r>
                        <a:rPr lang="en-US" altLang="ko-KR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', 5, '*') =&gt; '</a:t>
                      </a:r>
                      <a:r>
                        <a:rPr lang="en-US" altLang="ko-KR" sz="1100" kern="0" spc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AbC</a:t>
                      </a:r>
                      <a:r>
                        <a:rPr lang="en-US" altLang="ko-KR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**'</a:t>
                      </a: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037" marR="50037" marT="13834" marB="1383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2067861"/>
                  </a:ext>
                </a:extLst>
              </a:tr>
              <a:tr h="46698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SUBSTR(</a:t>
                      </a:r>
                      <a:r>
                        <a:rPr lang="en-US" sz="1100" b="1" kern="0" spc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s,n,k</a:t>
                      </a:r>
                      <a:r>
                        <a:rPr lang="en-US" sz="11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50037" marR="50037" marT="13834" marB="1383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대상 문자열의 지정된 자리에서부터 지정된 길이만큼 잘라서 반환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SUBSTR</a:t>
                      </a:r>
                      <a:r>
                        <a:rPr lang="en-US" altLang="ko-KR" sz="11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('</a:t>
                      </a:r>
                      <a:r>
                        <a:rPr lang="en-US" altLang="ko-KR" sz="11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ABCDEFG</a:t>
                      </a:r>
                      <a:r>
                        <a:rPr lang="en-US" altLang="ko-KR" sz="11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', 3, 4) =&gt; '</a:t>
                      </a:r>
                      <a:r>
                        <a:rPr lang="en-US" altLang="ko-KR" sz="11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CDEF</a:t>
                      </a:r>
                      <a:r>
                        <a:rPr lang="en-US" altLang="ko-KR" sz="11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’ (</a:t>
                      </a:r>
                      <a:r>
                        <a:rPr lang="ko-KR" altLang="en-US" sz="11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제일 앞이 </a:t>
                      </a:r>
                      <a:r>
                        <a:rPr lang="en-US" altLang="ko-KR" sz="11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1)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037" marR="50037" marT="13834" marB="1383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4096849"/>
                  </a:ext>
                </a:extLst>
              </a:tr>
              <a:tr h="46698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TRIM(c FROM s)</a:t>
                      </a:r>
                    </a:p>
                  </a:txBody>
                  <a:tcPr marL="50037" marR="50037" marT="13834" marB="1383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대상 문자열의 양쪽에서 지정된 문자를 삭제</a:t>
                      </a:r>
                      <a:r>
                        <a:rPr lang="en-US" altLang="ko-KR" sz="11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문자열만 넣으면 기본값으로 공백 제거</a:t>
                      </a:r>
                      <a:r>
                        <a:rPr lang="en-US" altLang="ko-KR" sz="11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TRIM('=' FROM '==BROWNING==') =&gt; 'BROWNING'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037" marR="50037" marT="13834" marB="1383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0741748"/>
                  </a:ext>
                </a:extLst>
              </a:tr>
              <a:tr h="46698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UPPER(s)</a:t>
                      </a:r>
                    </a:p>
                  </a:txBody>
                  <a:tcPr marL="50037" marR="50037" marT="13834" marB="1383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대상 문자열을 모두 대문자로 변환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UPPER('</a:t>
                      </a:r>
                      <a:r>
                        <a:rPr lang="en-US" sz="1100" kern="0" spc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mr.</a:t>
                      </a:r>
                      <a:r>
                        <a:rPr lang="en-US" sz="11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sz="1100" kern="0" spc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scott</a:t>
                      </a:r>
                      <a:r>
                        <a:rPr lang="en-US" sz="11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') =&gt; 'MR. SCOTT'</a:t>
                      </a:r>
                    </a:p>
                  </a:txBody>
                  <a:tcPr marL="50037" marR="50037" marT="13834" marB="1383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5219899"/>
                  </a:ext>
                </a:extLst>
              </a:tr>
              <a:tr h="265945">
                <a:tc rowSpan="3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숫자값</a:t>
                      </a:r>
                      <a:r>
                        <a:rPr lang="ko-KR" alt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반환 함수</a:t>
                      </a:r>
                    </a:p>
                  </a:txBody>
                  <a:tcPr marL="50037" marR="50037" marT="13834" marB="13834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ASCII(c)</a:t>
                      </a:r>
                    </a:p>
                  </a:txBody>
                  <a:tcPr marL="50037" marR="50037" marT="13834" marB="1383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대상 알파벳 문자의 아스키 코드 값을 반환</a:t>
                      </a:r>
                      <a:r>
                        <a:rPr lang="en-US" altLang="ko-KR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ASCII('D') =&gt; 68</a:t>
                      </a: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037" marR="50037" marT="13834" marB="1383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4047833"/>
                  </a:ext>
                </a:extLst>
              </a:tr>
              <a:tr h="46698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LENGTH(s)</a:t>
                      </a:r>
                    </a:p>
                  </a:txBody>
                  <a:tcPr marL="50037" marR="50037" marT="13834" marB="1383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대상 문자열의 </a:t>
                      </a:r>
                      <a:r>
                        <a:rPr lang="en-US" altLang="ko-KR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Byte </a:t>
                      </a:r>
                      <a:r>
                        <a:rPr lang="ko-KR" alt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반환</a:t>
                      </a:r>
                      <a:r>
                        <a:rPr lang="en-US" altLang="ko-KR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알파벳 </a:t>
                      </a:r>
                      <a:r>
                        <a:rPr lang="en-US" altLang="ko-KR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1byte, </a:t>
                      </a:r>
                      <a:r>
                        <a:rPr lang="ko-KR" alt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한글 </a:t>
                      </a:r>
                      <a:r>
                        <a:rPr lang="en-US" altLang="ko-KR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3byte (UTF8)</a:t>
                      </a: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LENGTH('CANDIDE') =&gt; 7</a:t>
                      </a: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037" marR="50037" marT="13834" marB="1383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0245035"/>
                  </a:ext>
                </a:extLst>
              </a:tr>
              <a:tr h="26594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CHAR_LENGTH(s)</a:t>
                      </a:r>
                    </a:p>
                  </a:txBody>
                  <a:tcPr marL="50037" marR="50037" marT="13834" marB="1383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문자열의 문자 수를 반환</a:t>
                      </a:r>
                      <a:r>
                        <a:rPr lang="en-US" altLang="ko-KR" sz="11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altLang="ko-KR" sz="11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CHAR_LENGTH</a:t>
                      </a:r>
                      <a:r>
                        <a:rPr lang="en-US" altLang="ko-KR" sz="11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('</a:t>
                      </a:r>
                      <a:r>
                        <a:rPr lang="ko-KR" altLang="en-US" sz="11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</a:t>
                      </a:r>
                      <a:r>
                        <a:rPr lang="en-US" altLang="ko-KR" sz="11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') =&gt; 3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037" marR="50037" marT="13834" marB="1383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558265"/>
                  </a:ext>
                </a:extLst>
              </a:tr>
            </a:tbl>
          </a:graphicData>
        </a:graphic>
      </p:graphicFrame>
      <p:sp>
        <p:nvSpPr>
          <p:cNvPr id="6" name="내용 개체 틀 2"/>
          <p:cNvSpPr txBox="1">
            <a:spLocks/>
          </p:cNvSpPr>
          <p:nvPr/>
        </p:nvSpPr>
        <p:spPr bwMode="auto">
          <a:xfrm>
            <a:off x="395536" y="1085503"/>
            <a:ext cx="8064896" cy="5255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lnSpc>
                <a:spcPct val="100000"/>
              </a:lnSpc>
              <a:buFont typeface="Wingdings" pitchFamily="2" charset="2"/>
              <a:buChar char="v"/>
            </a:pPr>
            <a:r>
              <a:rPr kumimoji="0" lang="ko-KR" altLang="en-US" sz="200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문자 함수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1. SQL </a:t>
            </a:r>
            <a:r>
              <a:rPr lang="ko-KR" altLang="en-US"/>
              <a:t>내장 함수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1628800"/>
            <a:ext cx="8064896" cy="4794597"/>
          </a:xfrm>
        </p:spPr>
        <p:txBody>
          <a:bodyPr/>
          <a:lstStyle/>
          <a:p>
            <a:r>
              <a:rPr lang="en-US" altLang="ko-KR"/>
              <a:t>REPLACE</a:t>
            </a:r>
            <a:r>
              <a:rPr lang="ko-KR" altLang="en-US"/>
              <a:t> </a:t>
            </a:r>
            <a:r>
              <a:rPr lang="en-US" altLang="ko-KR"/>
              <a:t>: </a:t>
            </a:r>
            <a:r>
              <a:rPr lang="ko-KR" altLang="en-US"/>
              <a:t>문자열을 치환하는 함수</a:t>
            </a:r>
          </a:p>
        </p:txBody>
      </p:sp>
      <p:graphicFrame>
        <p:nvGraphicFramePr>
          <p:cNvPr id="4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14457170"/>
              </p:ext>
            </p:extLst>
          </p:nvPr>
        </p:nvGraphicFramePr>
        <p:xfrm>
          <a:off x="827584" y="2152934"/>
          <a:ext cx="7848872" cy="10992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488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038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질의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도서제목에 야구가 포함된 도서를 농구로 변경한 후 도서 목록을 </a:t>
                      </a:r>
                      <a:r>
                        <a:rPr lang="ko-KR" altLang="en-US" sz="1400" b="1" kern="1200" baseline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보이시오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8897">
                <a:tc>
                  <a:txBody>
                    <a:bodyPr/>
                    <a:lstStyle/>
                    <a:p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SELECT 	</a:t>
                      </a:r>
                      <a:r>
                        <a:rPr lang="en-US" altLang="ko-KR" sz="14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bookid</a:t>
                      </a: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REPLACE(</a:t>
                      </a:r>
                      <a:r>
                        <a:rPr lang="en-US" altLang="ko-KR" sz="14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bookname</a:t>
                      </a: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‘</a:t>
                      </a:r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야구</a:t>
                      </a: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', '</a:t>
                      </a:r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농구</a:t>
                      </a: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') </a:t>
                      </a:r>
                      <a:r>
                        <a:rPr lang="en-US" altLang="ko-KR" sz="14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bookname</a:t>
                      </a: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publisher, price</a:t>
                      </a:r>
                    </a:p>
                    <a:p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FROM 	Book;</a:t>
                      </a:r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내용 개체 틀 2"/>
          <p:cNvSpPr txBox="1">
            <a:spLocks/>
          </p:cNvSpPr>
          <p:nvPr/>
        </p:nvSpPr>
        <p:spPr bwMode="auto">
          <a:xfrm>
            <a:off x="395536" y="1052736"/>
            <a:ext cx="8064896" cy="5255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lnSpc>
                <a:spcPct val="100000"/>
              </a:lnSpc>
              <a:buFont typeface="Wingdings" pitchFamily="2" charset="2"/>
              <a:buChar char="v"/>
            </a:pPr>
            <a:r>
              <a:rPr kumimoji="0" lang="ko-KR" altLang="en-US" sz="200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문자 함수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3429000"/>
            <a:ext cx="2770959" cy="191663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AF979-44B8-F661-3BE1-BDE5BA0EC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CB1ECA-0605-38A5-7CCC-10AA0558C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1. SQL </a:t>
            </a:r>
            <a:r>
              <a:rPr lang="ko-KR" altLang="en-US"/>
              <a:t>내장 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485F287-C7D8-F6DE-D58D-BBBBFBE712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628800"/>
            <a:ext cx="8064896" cy="4794597"/>
          </a:xfrm>
        </p:spPr>
        <p:txBody>
          <a:bodyPr/>
          <a:lstStyle/>
          <a:p>
            <a:r>
              <a:rPr lang="en-US" altLang="ko-KR" dirty="0"/>
              <a:t>TRIM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sz="16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대상 문자열의 양쪽에서 지정된 문자를 삭제</a:t>
            </a:r>
            <a:r>
              <a:rPr lang="ko-KR" altLang="en-US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하는 함수</a:t>
            </a:r>
            <a:endParaRPr lang="ko-KR" altLang="en-US" sz="1600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ko-KR" altLang="en-US" dirty="0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E4BF90AE-9F2B-EB8E-C8AC-E089B8A14A1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25190358"/>
              </p:ext>
            </p:extLst>
          </p:nvPr>
        </p:nvGraphicFramePr>
        <p:xfrm>
          <a:off x="827584" y="2152934"/>
          <a:ext cx="7848872" cy="10992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488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038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질의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양쪽 공백 제거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8897">
                <a:tc>
                  <a:txBody>
                    <a:bodyPr/>
                    <a:lstStyle/>
                    <a:p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SELECT TRIM(‘</a:t>
                      </a:r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공백      </a:t>
                      </a: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‘);</a:t>
                      </a:r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C8F99F77-4FED-CB7D-41B6-DD535127D54A}"/>
              </a:ext>
            </a:extLst>
          </p:cNvPr>
          <p:cNvSpPr txBox="1">
            <a:spLocks/>
          </p:cNvSpPr>
          <p:nvPr/>
        </p:nvSpPr>
        <p:spPr bwMode="auto">
          <a:xfrm>
            <a:off x="395536" y="1052736"/>
            <a:ext cx="8064896" cy="5255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lnSpc>
                <a:spcPct val="100000"/>
              </a:lnSpc>
              <a:buFont typeface="Wingdings" pitchFamily="2" charset="2"/>
              <a:buChar char="v"/>
            </a:pPr>
            <a:r>
              <a:rPr kumimoji="0" lang="ko-KR" altLang="en-US" sz="200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문자 함수</a:t>
            </a:r>
          </a:p>
        </p:txBody>
      </p:sp>
      <p:graphicFrame>
        <p:nvGraphicFramePr>
          <p:cNvPr id="9" name="내용 개체 틀 3">
            <a:extLst>
              <a:ext uri="{FF2B5EF4-FFF2-40B4-BE49-F238E27FC236}">
                <a16:creationId xmlns:a16="http://schemas.microsoft.com/office/drawing/2014/main" id="{B402F0E1-704A-2E4C-9EC9-CF601FE401C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02855832"/>
              </p:ext>
            </p:extLst>
          </p:nvPr>
        </p:nvGraphicFramePr>
        <p:xfrm>
          <a:off x="827584" y="3738523"/>
          <a:ext cx="7848872" cy="10992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488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038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질의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양쪽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‘-‘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문자 제거 </a:t>
                      </a:r>
                      <a:endParaRPr lang="en-US" altLang="ko-KR" sz="14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8897">
                <a:tc>
                  <a:txBody>
                    <a:bodyPr/>
                    <a:lstStyle/>
                    <a:p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SELECT TRIM(‘-’ FROM</a:t>
                      </a:r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‘-----</a:t>
                      </a:r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특정문자제거</a:t>
                      </a: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-----‘);</a:t>
                      </a:r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3" name="그림 12">
            <a:extLst>
              <a:ext uri="{FF2B5EF4-FFF2-40B4-BE49-F238E27FC236}">
                <a16:creationId xmlns:a16="http://schemas.microsoft.com/office/drawing/2014/main" id="{9E7150D1-18E2-22AA-6C3D-F64086578D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8064" y="4250309"/>
            <a:ext cx="2074647" cy="637978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0E0C27FF-C80B-81A1-4E5D-72CB2A96C9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9952" y="2674817"/>
            <a:ext cx="2016224" cy="688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090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BE2A7-F787-9D47-BB87-2A65270E6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6F1B24-2151-9D99-1537-F37E99379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1. SQL </a:t>
            </a:r>
            <a:r>
              <a:rPr lang="ko-KR" altLang="en-US"/>
              <a:t>내장 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D29E6AE-DED2-CC62-7047-7D889993E6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628800"/>
            <a:ext cx="8064896" cy="4794597"/>
          </a:xfrm>
        </p:spPr>
        <p:txBody>
          <a:bodyPr/>
          <a:lstStyle/>
          <a:p>
            <a:r>
              <a:rPr lang="en-US" altLang="ko-KR" dirty="0" err="1"/>
              <a:t>LPAD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sz="16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대상 문자열의 왼쪽부터 지정한 </a:t>
            </a:r>
            <a:r>
              <a:rPr lang="ko-KR" altLang="en-US" sz="1600" kern="0" spc="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자리수까지</a:t>
            </a:r>
            <a:r>
              <a:rPr lang="ko-KR" altLang="en-US" sz="16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지정한 문자로 채</a:t>
            </a:r>
            <a:r>
              <a:rPr lang="ko-KR" altLang="en-US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우는 함수</a:t>
            </a:r>
            <a:endParaRPr lang="ko-KR" altLang="en-US" sz="1600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ko-KR" altLang="en-US" sz="1600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ko-KR" altLang="en-US" dirty="0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DC9CD81B-D433-8931-4844-1C6A8EEEE5A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35568656"/>
              </p:ext>
            </p:extLst>
          </p:nvPr>
        </p:nvGraphicFramePr>
        <p:xfrm>
          <a:off x="827584" y="2152934"/>
          <a:ext cx="7848872" cy="14004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488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00002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질의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book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테이블의 </a:t>
                      </a:r>
                      <a:r>
                        <a:rPr lang="en-US" altLang="ko-KR" sz="1400" baseline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bookid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값을 네 자리 숫자로 표시되도록 변환하여 출력하세요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      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단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자릿수가 부족한 경우 앞에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0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을 채워야 합니다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8897">
                <a:tc>
                  <a:txBody>
                    <a:bodyPr/>
                    <a:lstStyle/>
                    <a:p>
                      <a:r>
                        <a:rPr lang="en-US" altLang="ko-KR" sz="1400" dirty="0">
                          <a:latin typeface="맑은 고딕" panose="020B0503020000020004" pitchFamily="50" charset="-127"/>
                          <a:ea typeface="+mn-ea"/>
                        </a:rPr>
                        <a:t>SELECT </a:t>
                      </a:r>
                      <a:r>
                        <a:rPr lang="en-US" altLang="ko-KR" sz="1400" dirty="0" err="1">
                          <a:latin typeface="맑은 고딕" panose="020B0503020000020004" pitchFamily="50" charset="-127"/>
                          <a:ea typeface="+mn-ea"/>
                        </a:rPr>
                        <a:t>LPAD</a:t>
                      </a:r>
                      <a:r>
                        <a:rPr lang="en-US" altLang="ko-KR" sz="1400" dirty="0"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en-US" altLang="ko-KR" sz="1400" dirty="0" err="1">
                          <a:latin typeface="맑은 고딕" panose="020B0503020000020004" pitchFamily="50" charset="-127"/>
                          <a:ea typeface="+mn-ea"/>
                        </a:rPr>
                        <a:t>bookid</a:t>
                      </a:r>
                      <a:r>
                        <a:rPr lang="en-US" altLang="ko-KR" sz="1400" dirty="0">
                          <a:latin typeface="맑은 고딕" panose="020B0503020000020004" pitchFamily="50" charset="-127"/>
                          <a:ea typeface="+mn-ea"/>
                        </a:rPr>
                        <a:t>, 4, '0') as </a:t>
                      </a:r>
                      <a:r>
                        <a:rPr lang="en-US" altLang="ko-KR" sz="1400" dirty="0" err="1">
                          <a:latin typeface="맑은 고딕" panose="020B0503020000020004" pitchFamily="50" charset="-127"/>
                          <a:ea typeface="+mn-ea"/>
                        </a:rPr>
                        <a:t>padded_bookid</a:t>
                      </a:r>
                      <a:r>
                        <a:rPr lang="en-US" altLang="ko-KR" sz="140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en-US" altLang="ko-KR" sz="1400" dirty="0" err="1">
                          <a:latin typeface="맑은 고딕" panose="020B0503020000020004" pitchFamily="50" charset="-127"/>
                          <a:ea typeface="+mn-ea"/>
                        </a:rPr>
                        <a:t>bookid</a:t>
                      </a:r>
                      <a:r>
                        <a:rPr lang="en-US" altLang="ko-KR" sz="1400" dirty="0">
                          <a:latin typeface="맑은 고딕" panose="020B0503020000020004" pitchFamily="50" charset="-127"/>
                          <a:ea typeface="+mn-ea"/>
                        </a:rPr>
                        <a:t> from Book;</a:t>
                      </a:r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DB6CA3C0-4C33-254B-9A9B-F790D4C4759A}"/>
              </a:ext>
            </a:extLst>
          </p:cNvPr>
          <p:cNvSpPr txBox="1">
            <a:spLocks/>
          </p:cNvSpPr>
          <p:nvPr/>
        </p:nvSpPr>
        <p:spPr bwMode="auto">
          <a:xfrm>
            <a:off x="395536" y="1052736"/>
            <a:ext cx="8064896" cy="5255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lnSpc>
                <a:spcPct val="100000"/>
              </a:lnSpc>
              <a:buFont typeface="Wingdings" pitchFamily="2" charset="2"/>
              <a:buChar char="v"/>
            </a:pPr>
            <a:r>
              <a:rPr kumimoji="0" lang="ko-KR" altLang="en-US" sz="200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문자 함수</a:t>
            </a:r>
          </a:p>
        </p:txBody>
      </p:sp>
    </p:spTree>
    <p:extLst>
      <p:ext uri="{BB962C8B-B14F-4D97-AF65-F5344CB8AC3E}">
        <p14:creationId xmlns:p14="http://schemas.microsoft.com/office/powerpoint/2010/main" val="696780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1. SQL </a:t>
            </a:r>
            <a:r>
              <a:rPr lang="ko-KR" altLang="en-US"/>
              <a:t>내장 함수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1628800"/>
            <a:ext cx="8064896" cy="5040560"/>
          </a:xfrm>
        </p:spPr>
        <p:txBody>
          <a:bodyPr/>
          <a:lstStyle/>
          <a:p>
            <a:r>
              <a:rPr lang="en-US" altLang="ko-KR" dirty="0"/>
              <a:t>LENGTH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글자의 수를 세어주는 함수 </a:t>
            </a:r>
            <a:r>
              <a:rPr lang="en-US" altLang="ko-KR" dirty="0"/>
              <a:t>(</a:t>
            </a:r>
            <a:r>
              <a:rPr lang="ko-KR" altLang="en-US" dirty="0"/>
              <a:t>단위가 바이트</a:t>
            </a:r>
            <a:r>
              <a:rPr lang="en-US" altLang="ko-KR" dirty="0"/>
              <a:t>(byte)</a:t>
            </a:r>
            <a:r>
              <a:rPr lang="ko-KR" altLang="en-US" dirty="0"/>
              <a:t>가 아닌 문자 단위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en-US" altLang="ko-KR" dirty="0" err="1"/>
              <a:t>SUBSTR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지정한 길이만큼의 문자열을 반환하는 함수</a:t>
            </a:r>
            <a:endParaRPr lang="en-US" altLang="ko-KR" dirty="0"/>
          </a:p>
        </p:txBody>
      </p:sp>
      <p:graphicFrame>
        <p:nvGraphicFramePr>
          <p:cNvPr id="4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53497662"/>
              </p:ext>
            </p:extLst>
          </p:nvPr>
        </p:nvGraphicFramePr>
        <p:xfrm>
          <a:off x="827584" y="2226569"/>
          <a:ext cx="7776864" cy="11753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68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288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질의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굿스포츠에서 출판한 도서의 제목과 제목의 글자 수를 </a:t>
                      </a:r>
                      <a:r>
                        <a:rPr lang="ko-KR" altLang="en-US" sz="1400" b="1" kern="1200" baseline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확인하시오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</a:p>
                    <a:p>
                      <a:pPr latinLnBrk="1"/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        (</a:t>
                      </a:r>
                      <a:r>
                        <a:rPr lang="ko-KR" altLang="en-US" sz="1400" b="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한글은 </a:t>
                      </a:r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</a:t>
                      </a:r>
                      <a:r>
                        <a:rPr lang="ko-KR" altLang="en-US" sz="1400" b="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바이트 혹은 </a:t>
                      </a:r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UNICODE </a:t>
                      </a:r>
                      <a:r>
                        <a:rPr lang="ko-KR" altLang="en-US" sz="1400" b="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경우는 </a:t>
                      </a:r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</a:t>
                      </a:r>
                      <a:r>
                        <a:rPr lang="ko-KR" altLang="en-US" sz="1400" b="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바이트를 차지함</a:t>
                      </a:r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7236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827583" y="2748162"/>
            <a:ext cx="776696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>
                <a:ea typeface="맑은 고딕" panose="020B0503020000020004" pitchFamily="50" charset="-127"/>
              </a:rPr>
              <a:t>SELECT 	</a:t>
            </a:r>
            <a:r>
              <a:rPr lang="en-US" altLang="ko-KR" sz="1400" err="1">
                <a:ea typeface="맑은 고딕" panose="020B0503020000020004" pitchFamily="50" charset="-127"/>
              </a:rPr>
              <a:t>bookname</a:t>
            </a:r>
            <a:r>
              <a:rPr lang="en-US" altLang="ko-KR" sz="1400">
                <a:ea typeface="맑은 고딕" panose="020B0503020000020004" pitchFamily="50" charset="-127"/>
              </a:rPr>
              <a:t> ‘</a:t>
            </a:r>
            <a:r>
              <a:rPr lang="ko-KR" altLang="en-US" sz="1400">
                <a:ea typeface="맑은 고딕" panose="020B0503020000020004" pitchFamily="50" charset="-127"/>
              </a:rPr>
              <a:t>제목</a:t>
            </a:r>
            <a:r>
              <a:rPr lang="en-US" altLang="ko-KR" sz="1400">
                <a:ea typeface="맑은 고딕" panose="020B0503020000020004" pitchFamily="50" charset="-127"/>
              </a:rPr>
              <a:t>’, CHAR_LENGTH(</a:t>
            </a:r>
            <a:r>
              <a:rPr lang="en-US" altLang="ko-KR" sz="1400" err="1">
                <a:ea typeface="맑은 고딕" panose="020B0503020000020004" pitchFamily="50" charset="-127"/>
              </a:rPr>
              <a:t>bookname</a:t>
            </a:r>
            <a:r>
              <a:rPr lang="en-US" altLang="ko-KR" sz="1400">
                <a:ea typeface="맑은 고딕" panose="020B0503020000020004" pitchFamily="50" charset="-127"/>
              </a:rPr>
              <a:t>) ‘</a:t>
            </a:r>
            <a:r>
              <a:rPr lang="ko-KR" altLang="en-US" sz="1400" err="1">
                <a:ea typeface="맑은 고딕" panose="020B0503020000020004" pitchFamily="50" charset="-127"/>
              </a:rPr>
              <a:t>문자수</a:t>
            </a:r>
            <a:r>
              <a:rPr lang="en-US" altLang="ko-KR" sz="1400">
                <a:ea typeface="맑은 고딕" panose="020B0503020000020004" pitchFamily="50" charset="-127"/>
              </a:rPr>
              <a:t>’, </a:t>
            </a:r>
          </a:p>
          <a:p>
            <a:r>
              <a:rPr lang="en-US" altLang="ko-KR" sz="1400">
                <a:ea typeface="맑은 고딕" panose="020B0503020000020004" pitchFamily="50" charset="-127"/>
              </a:rPr>
              <a:t>               LENGTH(</a:t>
            </a:r>
            <a:r>
              <a:rPr lang="en-US" altLang="ko-KR" sz="1400" err="1">
                <a:ea typeface="맑은 고딕" panose="020B0503020000020004" pitchFamily="50" charset="-127"/>
              </a:rPr>
              <a:t>bookname</a:t>
            </a:r>
            <a:r>
              <a:rPr lang="en-US" altLang="ko-KR" sz="1400">
                <a:ea typeface="맑은 고딕" panose="020B0503020000020004" pitchFamily="50" charset="-127"/>
              </a:rPr>
              <a:t>) ‘</a:t>
            </a:r>
            <a:r>
              <a:rPr lang="ko-KR" altLang="en-US" sz="1400" err="1">
                <a:ea typeface="맑은 고딕" panose="020B0503020000020004" pitchFamily="50" charset="-127"/>
              </a:rPr>
              <a:t>바이트수</a:t>
            </a:r>
            <a:r>
              <a:rPr lang="en-US" altLang="ko-KR" sz="1400">
                <a:ea typeface="맑은 고딕" panose="020B0503020000020004" pitchFamily="50" charset="-127"/>
              </a:rPr>
              <a:t>’</a:t>
            </a:r>
          </a:p>
          <a:p>
            <a:r>
              <a:rPr lang="en-US" altLang="ko-KR" sz="1400">
                <a:ea typeface="맑은 고딕" panose="020B0503020000020004" pitchFamily="50" charset="-127"/>
              </a:rPr>
              <a:t>FROM 	Book</a:t>
            </a:r>
          </a:p>
          <a:p>
            <a:r>
              <a:rPr lang="en-US" altLang="ko-KR" sz="1400">
                <a:ea typeface="맑은 고딕" panose="020B0503020000020004" pitchFamily="50" charset="-127"/>
              </a:rPr>
              <a:t>WHERE 	publisher='</a:t>
            </a:r>
            <a:r>
              <a:rPr lang="ko-KR" altLang="en-US" sz="1400" err="1">
                <a:ea typeface="맑은 고딕" panose="020B0503020000020004" pitchFamily="50" charset="-127"/>
              </a:rPr>
              <a:t>굿스포츠</a:t>
            </a:r>
            <a:r>
              <a:rPr lang="en-US" altLang="ko-KR" sz="1400">
                <a:ea typeface="맑은 고딕" panose="020B0503020000020004" pitchFamily="50" charset="-127"/>
              </a:rPr>
              <a:t>';</a:t>
            </a:r>
            <a:endParaRPr lang="ko-KR" altLang="en-US" sz="1400">
              <a:ea typeface="맑은 고딕" panose="020B0503020000020004" pitchFamily="50" charset="-127"/>
            </a:endParaRPr>
          </a:p>
        </p:txBody>
      </p:sp>
      <p:graphicFrame>
        <p:nvGraphicFramePr>
          <p:cNvPr id="8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77063687"/>
              </p:ext>
            </p:extLst>
          </p:nvPr>
        </p:nvGraphicFramePr>
        <p:xfrm>
          <a:off x="827584" y="4590305"/>
          <a:ext cx="7776864" cy="12820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68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2883">
                <a:tc>
                  <a:txBody>
                    <a:bodyPr/>
                    <a:lstStyle/>
                    <a:p>
                      <a:pPr latinLnBrk="1">
                        <a:lnSpc>
                          <a:spcPts val="2100"/>
                        </a:lnSpc>
                      </a:pP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질의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마당서점의 고객 중에서 같은 성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姓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을 가진 사람이 몇 명이나 되는지 성별 인원수를 </a:t>
                      </a:r>
                      <a:r>
                        <a:rPr lang="ko-KR" altLang="en-US" sz="1400" b="1" kern="1200" baseline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구하시오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7236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직사각형 8"/>
          <p:cNvSpPr/>
          <p:nvPr/>
        </p:nvSpPr>
        <p:spPr>
          <a:xfrm>
            <a:off x="827584" y="5177358"/>
            <a:ext cx="6965008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>
                <a:ea typeface="맑은 고딕" panose="020B0503020000020004" pitchFamily="50" charset="-127"/>
              </a:rPr>
              <a:t>SELECT 	</a:t>
            </a:r>
            <a:r>
              <a:rPr lang="en-US" altLang="ko-KR" sz="1400" dirty="0" err="1">
                <a:ea typeface="맑은 고딕" panose="020B0503020000020004" pitchFamily="50" charset="-127"/>
              </a:rPr>
              <a:t>SUBSTR</a:t>
            </a:r>
            <a:r>
              <a:rPr lang="en-US" altLang="ko-KR" sz="1400" dirty="0">
                <a:ea typeface="맑은 고딕" panose="020B0503020000020004" pitchFamily="50" charset="-127"/>
              </a:rPr>
              <a:t>(name, 1, 1) ‘</a:t>
            </a:r>
            <a:r>
              <a:rPr lang="ko-KR" altLang="en-US" sz="1400" dirty="0">
                <a:ea typeface="맑은 고딕" panose="020B0503020000020004" pitchFamily="50" charset="-127"/>
              </a:rPr>
              <a:t>성</a:t>
            </a:r>
            <a:r>
              <a:rPr lang="en-US" altLang="ko-KR" sz="1400" dirty="0">
                <a:ea typeface="맑은 고딕" panose="020B0503020000020004" pitchFamily="50" charset="-127"/>
              </a:rPr>
              <a:t>’, COUNT(*) ‘</a:t>
            </a:r>
            <a:r>
              <a:rPr lang="ko-KR" altLang="en-US" sz="1400" dirty="0">
                <a:ea typeface="맑은 고딕" panose="020B0503020000020004" pitchFamily="50" charset="-127"/>
              </a:rPr>
              <a:t>인원</a:t>
            </a:r>
            <a:r>
              <a:rPr lang="en-US" altLang="ko-KR" sz="1400" dirty="0">
                <a:ea typeface="맑은 고딕" panose="020B0503020000020004" pitchFamily="50" charset="-127"/>
              </a:rPr>
              <a:t>’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FROM 	Customer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GROUP BY </a:t>
            </a:r>
            <a:r>
              <a:rPr lang="en-US" altLang="ko-KR" sz="1400" dirty="0" err="1">
                <a:ea typeface="맑은 고딕" panose="020B0503020000020004" pitchFamily="50" charset="-127"/>
              </a:rPr>
              <a:t>SUBSTR</a:t>
            </a:r>
            <a:r>
              <a:rPr lang="en-US" altLang="ko-KR" sz="1400" dirty="0">
                <a:ea typeface="맑은 고딕" panose="020B0503020000020004" pitchFamily="50" charset="-127"/>
              </a:rPr>
              <a:t>(name, 1, 1);</a:t>
            </a:r>
          </a:p>
          <a:p>
            <a:endParaRPr lang="en-US" altLang="ko-KR" sz="1400" dirty="0">
              <a:ea typeface="맑은 고딕" panose="020B0503020000020004" pitchFamily="50" charset="-127"/>
            </a:endParaRPr>
          </a:p>
          <a:p>
            <a:r>
              <a:rPr lang="en-US" altLang="ko-KR" sz="1400" dirty="0">
                <a:ea typeface="맑은 고딕" panose="020B0503020000020004" pitchFamily="50" charset="-127"/>
              </a:rPr>
              <a:t>SELECT 	</a:t>
            </a:r>
            <a:r>
              <a:rPr lang="en-US" altLang="ko-KR" sz="1400" dirty="0" err="1">
                <a:ea typeface="맑은 고딕" panose="020B0503020000020004" pitchFamily="50" charset="-127"/>
              </a:rPr>
              <a:t>SUBSTR</a:t>
            </a:r>
            <a:r>
              <a:rPr lang="en-US" altLang="ko-KR" sz="1400" dirty="0">
                <a:ea typeface="맑은 고딕" panose="020B0503020000020004" pitchFamily="50" charset="-127"/>
              </a:rPr>
              <a:t>(name, 2) '</a:t>
            </a:r>
            <a:r>
              <a:rPr lang="ko-KR" altLang="en-US" sz="1400" dirty="0">
                <a:ea typeface="맑은 고딕" panose="020B0503020000020004" pitchFamily="50" charset="-127"/>
              </a:rPr>
              <a:t>이름</a:t>
            </a:r>
            <a:r>
              <a:rPr lang="en-US" altLang="ko-KR" sz="1400" dirty="0">
                <a:ea typeface="맑은 고딕" panose="020B0503020000020004" pitchFamily="50" charset="-127"/>
              </a:rPr>
              <a:t>' FROM 	Customer</a:t>
            </a:r>
            <a:endParaRPr lang="ko-KR" altLang="en-US" sz="1400" dirty="0">
              <a:ea typeface="맑은 고딕" panose="020B0503020000020004" pitchFamily="50" charset="-127"/>
            </a:endParaRPr>
          </a:p>
        </p:txBody>
      </p:sp>
      <p:sp>
        <p:nvSpPr>
          <p:cNvPr id="11" name="내용 개체 틀 2"/>
          <p:cNvSpPr txBox="1">
            <a:spLocks/>
          </p:cNvSpPr>
          <p:nvPr/>
        </p:nvSpPr>
        <p:spPr bwMode="auto">
          <a:xfrm>
            <a:off x="395536" y="1052736"/>
            <a:ext cx="8064896" cy="5255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lnSpc>
                <a:spcPct val="100000"/>
              </a:lnSpc>
              <a:buFont typeface="Wingdings" pitchFamily="2" charset="2"/>
              <a:buChar char="v"/>
            </a:pPr>
            <a:r>
              <a:rPr kumimoji="0" lang="ko-KR" altLang="en-US" sz="200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문자 함수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6216" y="3212976"/>
            <a:ext cx="2106628" cy="1010419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4128" y="5191983"/>
            <a:ext cx="915801" cy="115862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A64BDC72-ED2D-5652-3C50-D4F0A12B72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2499" y="5192464"/>
            <a:ext cx="731829" cy="116914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1. SQL </a:t>
            </a:r>
            <a:r>
              <a:rPr lang="ko-KR" altLang="en-US"/>
              <a:t>내장 함수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84168" y="1484784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표 </a:t>
            </a:r>
            <a:r>
              <a:rPr lang="en-US" altLang="ko-KR" sz="1400" b="1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4-4 </a:t>
            </a:r>
            <a:r>
              <a:rPr lang="ko-KR" altLang="en-US" sz="1400" b="1">
                <a:ea typeface="맑은 고딕" panose="020B0503020000020004" pitchFamily="50" charset="-127"/>
              </a:rPr>
              <a:t>날짜</a:t>
            </a:r>
            <a:r>
              <a:rPr lang="en-US" altLang="ko-KR" sz="1400" b="1">
                <a:ea typeface="맑은 고딕" panose="020B0503020000020004" pitchFamily="50" charset="-127"/>
              </a:rPr>
              <a:t>·</a:t>
            </a:r>
            <a:r>
              <a:rPr lang="ko-KR" altLang="en-US" sz="1400" b="1">
                <a:ea typeface="맑은 고딕" panose="020B0503020000020004" pitchFamily="50" charset="-127"/>
              </a:rPr>
              <a:t>시간 함수의 종류</a:t>
            </a: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0464345"/>
              </p:ext>
            </p:extLst>
          </p:nvPr>
        </p:nvGraphicFramePr>
        <p:xfrm>
          <a:off x="727885" y="1816100"/>
          <a:ext cx="7804555" cy="4595276"/>
        </p:xfrm>
        <a:graphic>
          <a:graphicData uri="http://schemas.openxmlformats.org/drawingml/2006/table">
            <a:tbl>
              <a:tblPr/>
              <a:tblGrid>
                <a:gridCol w="2475963">
                  <a:extLst>
                    <a:ext uri="{9D8B030D-6E8A-4147-A177-3AD203B41FA5}">
                      <a16:colId xmlns:a16="http://schemas.microsoft.com/office/drawing/2014/main" val="4045832947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1102250572"/>
                    </a:ext>
                  </a:extLst>
                </a:gridCol>
                <a:gridCol w="4464496">
                  <a:extLst>
                    <a:ext uri="{9D8B030D-6E8A-4147-A177-3AD203B41FA5}">
                      <a16:colId xmlns:a16="http://schemas.microsoft.com/office/drawing/2014/main" val="2561013606"/>
                    </a:ext>
                  </a:extLst>
                </a:gridCol>
              </a:tblGrid>
              <a:tr h="288713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함수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반환형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 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0200232"/>
                  </a:ext>
                </a:extLst>
              </a:tr>
              <a:tr h="604929">
                <a:tc>
                  <a:txBody>
                    <a:bodyPr/>
                    <a:lstStyle/>
                    <a:p>
                      <a:pPr marL="0" marR="0" indent="0" algn="l" fontAlgn="ctr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STR_TO_DATE(string, format) )</a:t>
                      </a:r>
                      <a:endParaRPr lang="en-US" sz="1200" b="1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DATE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문자열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STRING) 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데이터를 날짜형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DATE)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으로 반환</a:t>
                      </a: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STR_TO_DATE('2019-02-14', '%Y-%m-%d') =&gt; 2019-02-14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9201376"/>
                  </a:ext>
                </a:extLst>
              </a:tr>
              <a:tr h="865732">
                <a:tc>
                  <a:txBody>
                    <a:bodyPr/>
                    <a:lstStyle/>
                    <a:p>
                      <a:pPr marL="0" marR="0" indent="0" algn="l" fontAlgn="ctr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DATE_FORMAT(date, format)</a:t>
                      </a:r>
                      <a:endParaRPr lang="en-US" sz="1200" b="1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STRING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날짜형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DATE) 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데이터를 문자열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VARCHAR)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 반환</a:t>
                      </a: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DATE_FORMAT('2019-02-14', '%Y-%m-%d') =&gt; '2019-02-14'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0513742"/>
                  </a:ext>
                </a:extLst>
              </a:tr>
              <a:tr h="865732">
                <a:tc>
                  <a:txBody>
                    <a:bodyPr/>
                    <a:lstStyle/>
                    <a:p>
                      <a:pPr marL="0" marR="0" indent="0" algn="l" fontAlgn="ctr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ADDDATE(date, interval)</a:t>
                      </a:r>
                      <a:endParaRPr lang="en-US" sz="1200" b="1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DATE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DATE 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형의 날짜에서 </a:t>
                      </a: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INTERVAL 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지정한 시간만큼 더함</a:t>
                      </a: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ADDDATE('2019-02-14', INTERVAL 10 DAY) =&gt; 2019-02-24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7287455"/>
                  </a:ext>
                </a:extLst>
              </a:tr>
              <a:tr h="799075">
                <a:tc>
                  <a:txBody>
                    <a:bodyPr/>
                    <a:lstStyle/>
                    <a:p>
                      <a:pPr marL="0" marR="0" indent="0" algn="l" fontAlgn="ctr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DATE(date)</a:t>
                      </a:r>
                      <a:endParaRPr lang="en-US" sz="1200" b="1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DATE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DATE 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형의 날짜 부분을 반환</a:t>
                      </a: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SELECT DATE('2003-12-31 01:02:03');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=&gt; 2003-12-31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8212309"/>
                  </a:ext>
                </a:extLst>
              </a:tr>
              <a:tr h="604929">
                <a:tc>
                  <a:txBody>
                    <a:bodyPr/>
                    <a:lstStyle/>
                    <a:p>
                      <a:pPr marL="0" marR="0" indent="0" algn="l" fontAlgn="ctr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DATEDIFF(date1, date2)</a:t>
                      </a:r>
                      <a:endParaRPr lang="en-US" sz="1200" b="1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INTEGER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DATE 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형의 </a:t>
                      </a: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date1 – date2 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날짜 차이를 반환</a:t>
                      </a: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SELECT DATEDIFF('2019-02-14', '2019-02-04') =&gt; 10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9983176"/>
                  </a:ext>
                </a:extLst>
              </a:tr>
              <a:tr h="553581">
                <a:tc>
                  <a:txBody>
                    <a:bodyPr/>
                    <a:lstStyle/>
                    <a:p>
                      <a:pPr marL="0" marR="0" indent="0" algn="l" fontAlgn="ctr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SYSDATE</a:t>
                      </a:r>
                      <a:endParaRPr lang="en-US" sz="1200" b="1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DATE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DBMS 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시스템상의 오늘 날짜를 반환하는 함수</a:t>
                      </a: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SYSDATE() =&gt; 2018-06-30 21:47:01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2295200"/>
                  </a:ext>
                </a:extLst>
              </a:tr>
            </a:tbl>
          </a:graphicData>
        </a:graphic>
      </p:graphicFrame>
      <p:sp>
        <p:nvSpPr>
          <p:cNvPr id="6" name="내용 개체 틀 2"/>
          <p:cNvSpPr txBox="1">
            <a:spLocks/>
          </p:cNvSpPr>
          <p:nvPr/>
        </p:nvSpPr>
        <p:spPr bwMode="auto">
          <a:xfrm>
            <a:off x="395536" y="1052736"/>
            <a:ext cx="5040560" cy="5255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lnSpc>
                <a:spcPct val="100000"/>
              </a:lnSpc>
              <a:buFont typeface="Wingdings" pitchFamily="2" charset="2"/>
              <a:buChar char="v"/>
            </a:pPr>
            <a:r>
              <a:rPr kumimoji="0" lang="ko-KR" altLang="en-US" sz="200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날짜</a:t>
            </a:r>
            <a:r>
              <a:rPr kumimoji="0" lang="en-US" altLang="ko-KR" sz="200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kumimoji="0" lang="ko-KR" altLang="en-US" sz="200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시간 함수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1. SQL </a:t>
            </a:r>
            <a:r>
              <a:rPr lang="ko-KR" altLang="en-US"/>
              <a:t>내장 함수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58640" y="1484784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표 </a:t>
            </a:r>
            <a:r>
              <a:rPr lang="en-US" altLang="ko-KR" sz="1400" b="1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4-5 </a:t>
            </a:r>
            <a:r>
              <a:rPr lang="en-US" altLang="ko-KR" sz="1400" b="1">
                <a:ea typeface="맑은 고딕" panose="020B0503020000020004" pitchFamily="50" charset="-127"/>
              </a:rPr>
              <a:t>format</a:t>
            </a:r>
            <a:r>
              <a:rPr lang="ko-KR" altLang="en-US" sz="1400" b="1">
                <a:ea typeface="맑은 고딕" panose="020B0503020000020004" pitchFamily="50" charset="-127"/>
              </a:rPr>
              <a:t>의 주요</a:t>
            </a:r>
            <a:r>
              <a:rPr lang="en-US" altLang="ko-KR" sz="1400" b="1">
                <a:ea typeface="맑은 고딕" panose="020B0503020000020004" pitchFamily="50" charset="-127"/>
              </a:rPr>
              <a:t> </a:t>
            </a:r>
            <a:r>
              <a:rPr lang="ko-KR" altLang="en-US" sz="1400" b="1">
                <a:ea typeface="맑은 고딕" panose="020B0503020000020004" pitchFamily="50" charset="-127"/>
              </a:rPr>
              <a:t>지정자</a:t>
            </a:r>
          </a:p>
        </p:txBody>
      </p:sp>
      <p:graphicFrame>
        <p:nvGraphicFramePr>
          <p:cNvPr id="6" name="표 5"/>
          <p:cNvGraphicFramePr>
            <a:graphicFrameLocks noGrp="1"/>
          </p:cNvGraphicFramePr>
          <p:nvPr/>
        </p:nvGraphicFramePr>
        <p:xfrm>
          <a:off x="2627784" y="1772816"/>
          <a:ext cx="3778123" cy="4926330"/>
        </p:xfrm>
        <a:graphic>
          <a:graphicData uri="http://schemas.openxmlformats.org/drawingml/2006/table">
            <a:tbl>
              <a:tblPr/>
              <a:tblGrid>
                <a:gridCol w="792861">
                  <a:extLst>
                    <a:ext uri="{9D8B030D-6E8A-4147-A177-3AD203B41FA5}">
                      <a16:colId xmlns:a16="http://schemas.microsoft.com/office/drawing/2014/main" val="1677876404"/>
                    </a:ext>
                  </a:extLst>
                </a:gridCol>
                <a:gridCol w="2985262">
                  <a:extLst>
                    <a:ext uri="{9D8B030D-6E8A-4147-A177-3AD203B41FA5}">
                      <a16:colId xmlns:a16="http://schemas.microsoft.com/office/drawing/2014/main" val="3043447974"/>
                    </a:ext>
                  </a:extLst>
                </a:gridCol>
              </a:tblGrid>
              <a:tr h="297633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인자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5839226"/>
                  </a:ext>
                </a:extLst>
              </a:tr>
              <a:tr h="297633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%w</a:t>
                      </a:r>
                      <a:endParaRPr lang="en-US" sz="1200" b="1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요일 순서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(0~6, </a:t>
                      </a: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Sunday=0)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8303756"/>
                  </a:ext>
                </a:extLst>
              </a:tr>
              <a:tr h="297633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%W</a:t>
                      </a:r>
                      <a:endParaRPr lang="en-US" sz="1200" b="1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요일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1200" kern="0" spc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Sunday~Saturday</a:t>
                      </a: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361182"/>
                  </a:ext>
                </a:extLst>
              </a:tr>
              <a:tr h="297633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%a</a:t>
                      </a:r>
                      <a:endParaRPr lang="en-US" sz="1200" b="1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요일의 약자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1200" kern="0" spc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Sun~Sat</a:t>
                      </a: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7300645"/>
                  </a:ext>
                </a:extLst>
              </a:tr>
              <a:tr h="297633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%d</a:t>
                      </a:r>
                      <a:endParaRPr lang="en-US" sz="1200" b="1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달 중 날짜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(00~31)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0764081"/>
                  </a:ext>
                </a:extLst>
              </a:tr>
              <a:tr h="297633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%j</a:t>
                      </a:r>
                      <a:endParaRPr lang="en-US" sz="1200" b="1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중 날짜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(001~366)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4366539"/>
                  </a:ext>
                </a:extLst>
              </a:tr>
              <a:tr h="297633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%h</a:t>
                      </a:r>
                      <a:endParaRPr lang="en-US" sz="1200" b="1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시간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(01~12)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9237805"/>
                  </a:ext>
                </a:extLst>
              </a:tr>
              <a:tr h="297633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%H</a:t>
                      </a:r>
                      <a:endParaRPr lang="en-US" sz="1200" b="1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시간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(00~23)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1262485"/>
                  </a:ext>
                </a:extLst>
              </a:tr>
              <a:tr h="297633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%</a:t>
                      </a:r>
                      <a:r>
                        <a:rPr lang="en-US" sz="1200" b="1" kern="0" spc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</a:t>
                      </a:r>
                      <a:endParaRPr lang="en-US" sz="1200" b="1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(0~59)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1761092"/>
                  </a:ext>
                </a:extLst>
              </a:tr>
              <a:tr h="297633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%m</a:t>
                      </a:r>
                      <a:endParaRPr lang="en-US" sz="1200" b="1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 순서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(01~12, </a:t>
                      </a: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January=01)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0557519"/>
                  </a:ext>
                </a:extLst>
              </a:tr>
              <a:tr h="297633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%b</a:t>
                      </a:r>
                      <a:endParaRPr lang="en-US" sz="1200" b="1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 이름 약어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1200" kern="0" spc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Jan~Dec</a:t>
                      </a: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0949554"/>
                  </a:ext>
                </a:extLst>
              </a:tr>
              <a:tr h="297633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%M</a:t>
                      </a:r>
                      <a:endParaRPr lang="en-US" sz="1200" b="1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 이름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1200" kern="0" spc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January~December</a:t>
                      </a: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1928824"/>
                  </a:ext>
                </a:extLst>
              </a:tr>
              <a:tr h="297633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%s</a:t>
                      </a:r>
                      <a:endParaRPr lang="en-US" sz="1200" b="1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(0~59)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0315966"/>
                  </a:ext>
                </a:extLst>
              </a:tr>
              <a:tr h="297633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%Y</a:t>
                      </a:r>
                      <a:endParaRPr lang="en-US" sz="1200" b="1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자리 연도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2397977"/>
                  </a:ext>
                </a:extLst>
              </a:tr>
              <a:tr h="297633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%y</a:t>
                      </a:r>
                      <a:endParaRPr lang="en-US" sz="1200" b="1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자리 연도의 마지막 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 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자리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1476239"/>
                  </a:ext>
                </a:extLst>
              </a:tr>
            </a:tbl>
          </a:graphicData>
        </a:graphic>
      </p:graphicFrame>
      <p:sp>
        <p:nvSpPr>
          <p:cNvPr id="7" name="내용 개체 틀 2"/>
          <p:cNvSpPr txBox="1">
            <a:spLocks/>
          </p:cNvSpPr>
          <p:nvPr/>
        </p:nvSpPr>
        <p:spPr bwMode="auto">
          <a:xfrm>
            <a:off x="395536" y="1052736"/>
            <a:ext cx="3024336" cy="5255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lnSpc>
                <a:spcPct val="100000"/>
              </a:lnSpc>
              <a:buFont typeface="Wingdings" pitchFamily="2" charset="2"/>
              <a:buChar char="v"/>
            </a:pPr>
            <a:r>
              <a:rPr kumimoji="0" lang="ko-KR" altLang="en-US" sz="200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날짜 함수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1. SQL </a:t>
            </a:r>
            <a:r>
              <a:rPr lang="ko-KR" altLang="en-US"/>
              <a:t>내장 함수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ko-KR"/>
          </a:p>
          <a:p>
            <a:endParaRPr lang="en-US" altLang="ko-KR"/>
          </a:p>
          <a:p>
            <a:endParaRPr lang="en-US" altLang="ko-KR"/>
          </a:p>
        </p:txBody>
      </p:sp>
      <p:graphicFrame>
        <p:nvGraphicFramePr>
          <p:cNvPr id="4" name="내용 개체 틀 3"/>
          <p:cNvGraphicFramePr>
            <a:graphicFrameLocks/>
          </p:cNvGraphicFramePr>
          <p:nvPr/>
        </p:nvGraphicFramePr>
        <p:xfrm>
          <a:off x="827584" y="1844824"/>
          <a:ext cx="7776864" cy="1080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68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288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질의 </a:t>
                      </a:r>
                      <a:r>
                        <a:rPr lang="en-US" altLang="ko-KR" sz="14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4-7   </a:t>
                      </a:r>
                      <a:r>
                        <a:rPr lang="ko-KR" altLang="en-US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마당서점은 주문일로부터 </a:t>
                      </a: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10</a:t>
                      </a:r>
                      <a:r>
                        <a:rPr lang="ko-KR" altLang="en-US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 후 매출을 확정한다</a:t>
                      </a: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각 주문의 확정일자를 구하시오</a:t>
                      </a: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endParaRPr lang="ko-KR" altLang="en-US" sz="140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7236">
                <a:tc>
                  <a:txBody>
                    <a:bodyPr/>
                    <a:lstStyle/>
                    <a:p>
                      <a:pPr latinLnBrk="1"/>
                      <a:endParaRPr lang="en-US" altLang="ko-KR" sz="1400">
                        <a:solidFill>
                          <a:sysClr val="windowText" lastClr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821135" y="2348880"/>
            <a:ext cx="777686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>
                <a:ea typeface="맑은 고딕" panose="020B0503020000020004" pitchFamily="50" charset="-127"/>
              </a:rPr>
              <a:t>SELECT	</a:t>
            </a:r>
            <a:r>
              <a:rPr lang="en-US" altLang="ko-KR" sz="1400" err="1">
                <a:ea typeface="맑은 고딕" panose="020B0503020000020004" pitchFamily="50" charset="-127"/>
              </a:rPr>
              <a:t>orderid</a:t>
            </a:r>
            <a:r>
              <a:rPr lang="en-US" altLang="ko-KR" sz="1400">
                <a:ea typeface="맑은 고딕" panose="020B0503020000020004" pitchFamily="50" charset="-127"/>
              </a:rPr>
              <a:t> '</a:t>
            </a:r>
            <a:r>
              <a:rPr lang="ko-KR" altLang="en-US" sz="1400">
                <a:ea typeface="맑은 고딕" panose="020B0503020000020004" pitchFamily="50" charset="-127"/>
              </a:rPr>
              <a:t>주문번호</a:t>
            </a:r>
            <a:r>
              <a:rPr lang="en-US" altLang="ko-KR" sz="1400">
                <a:ea typeface="맑은 고딕" panose="020B0503020000020004" pitchFamily="50" charset="-127"/>
              </a:rPr>
              <a:t>', </a:t>
            </a:r>
            <a:r>
              <a:rPr lang="en-US" altLang="ko-KR" sz="1400" err="1">
                <a:ea typeface="맑은 고딕" panose="020B0503020000020004" pitchFamily="50" charset="-127"/>
              </a:rPr>
              <a:t>orderdate</a:t>
            </a:r>
            <a:r>
              <a:rPr lang="en-US" altLang="ko-KR" sz="1400">
                <a:ea typeface="맑은 고딕" panose="020B0503020000020004" pitchFamily="50" charset="-127"/>
              </a:rPr>
              <a:t> '</a:t>
            </a:r>
            <a:r>
              <a:rPr lang="ko-KR" altLang="en-US" sz="1400">
                <a:ea typeface="맑은 고딕" panose="020B0503020000020004" pitchFamily="50" charset="-127"/>
              </a:rPr>
              <a:t>주문일</a:t>
            </a:r>
            <a:r>
              <a:rPr lang="en-US" altLang="ko-KR" sz="1400">
                <a:ea typeface="맑은 고딕" panose="020B0503020000020004" pitchFamily="50" charset="-127"/>
              </a:rPr>
              <a:t>', </a:t>
            </a:r>
          </a:p>
          <a:p>
            <a:r>
              <a:rPr lang="en-US" altLang="ko-KR" sz="1400">
                <a:ea typeface="맑은 고딕" panose="020B0503020000020004" pitchFamily="50" charset="-127"/>
              </a:rPr>
              <a:t>	ADDDATE(</a:t>
            </a:r>
            <a:r>
              <a:rPr lang="en-US" altLang="ko-KR" sz="1400" err="1">
                <a:ea typeface="맑은 고딕" panose="020B0503020000020004" pitchFamily="50" charset="-127"/>
              </a:rPr>
              <a:t>orderdate</a:t>
            </a:r>
            <a:r>
              <a:rPr lang="en-US" altLang="ko-KR" sz="1400">
                <a:ea typeface="맑은 고딕" panose="020B0503020000020004" pitchFamily="50" charset="-127"/>
              </a:rPr>
              <a:t>, INTERVAL 10 DAY) '</a:t>
            </a:r>
            <a:r>
              <a:rPr lang="ko-KR" altLang="en-US" sz="1400">
                <a:ea typeface="맑은 고딕" panose="020B0503020000020004" pitchFamily="50" charset="-127"/>
              </a:rPr>
              <a:t>확정</a:t>
            </a:r>
            <a:r>
              <a:rPr lang="en-US" altLang="ko-KR" sz="1400">
                <a:ea typeface="맑은 고딕" panose="020B0503020000020004" pitchFamily="50" charset="-127"/>
              </a:rPr>
              <a:t>'</a:t>
            </a:r>
          </a:p>
          <a:p>
            <a:r>
              <a:rPr lang="en-US" altLang="ko-KR" sz="1400">
                <a:ea typeface="맑은 고딕" panose="020B0503020000020004" pitchFamily="50" charset="-127"/>
              </a:rPr>
              <a:t>FROM	Orders;</a:t>
            </a:r>
            <a:endParaRPr lang="ko-KR" altLang="en-US" sz="1400">
              <a:ea typeface="맑은 고딕" panose="020B0503020000020004" pitchFamily="50" charset="-127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 bwMode="auto">
          <a:xfrm>
            <a:off x="395536" y="1052736"/>
            <a:ext cx="8064896" cy="5255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lnSpc>
                <a:spcPct val="100000"/>
              </a:lnSpc>
              <a:buFont typeface="Wingdings" pitchFamily="2" charset="2"/>
              <a:buChar char="v"/>
            </a:pPr>
            <a:r>
              <a:rPr kumimoji="0" lang="ko-KR" altLang="en-US" sz="200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날짜 함수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3356992"/>
            <a:ext cx="2385070" cy="239238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1. SQL </a:t>
            </a:r>
            <a:r>
              <a:rPr lang="ko-KR" altLang="en-US"/>
              <a:t>내장 함수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1555403"/>
            <a:ext cx="8064896" cy="4527897"/>
          </a:xfrm>
        </p:spPr>
        <p:txBody>
          <a:bodyPr/>
          <a:lstStyle/>
          <a:p>
            <a:r>
              <a:rPr lang="en-US" altLang="ko-KR"/>
              <a:t>STR_TO_DATE : </a:t>
            </a:r>
            <a:r>
              <a:rPr lang="ko-KR" altLang="en-US" err="1"/>
              <a:t>문자형으로</a:t>
            </a:r>
            <a:r>
              <a:rPr lang="ko-KR" altLang="en-US"/>
              <a:t> 저장된 날짜를 </a:t>
            </a:r>
            <a:r>
              <a:rPr lang="ko-KR" altLang="en-US" err="1"/>
              <a:t>날짜형으로</a:t>
            </a:r>
            <a:r>
              <a:rPr lang="ko-KR" altLang="en-US"/>
              <a:t> 변환하는 함수</a:t>
            </a:r>
            <a:endParaRPr lang="en-US" altLang="ko-KR"/>
          </a:p>
          <a:p>
            <a:r>
              <a:rPr lang="en-US" altLang="ko-KR"/>
              <a:t>DATE_FORMAT : </a:t>
            </a:r>
            <a:r>
              <a:rPr lang="ko-KR" altLang="en-US" err="1"/>
              <a:t>날짜형을</a:t>
            </a:r>
            <a:r>
              <a:rPr lang="ko-KR" altLang="en-US"/>
              <a:t> </a:t>
            </a:r>
            <a:r>
              <a:rPr lang="ko-KR" altLang="en-US" err="1"/>
              <a:t>문자형으로</a:t>
            </a:r>
            <a:r>
              <a:rPr lang="ko-KR" altLang="en-US"/>
              <a:t> 변환하는 함수</a:t>
            </a:r>
          </a:p>
        </p:txBody>
      </p:sp>
      <p:graphicFrame>
        <p:nvGraphicFramePr>
          <p:cNvPr id="4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30677577"/>
              </p:ext>
            </p:extLst>
          </p:nvPr>
        </p:nvGraphicFramePr>
        <p:xfrm>
          <a:off x="827584" y="2530749"/>
          <a:ext cx="7776864" cy="21202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68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288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질의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4-8  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마당서점이 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2023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년 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 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일에 </a:t>
                      </a:r>
                      <a:r>
                        <a:rPr lang="ko-KR" altLang="en-US" sz="1400" b="1" kern="1200" baseline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주문받은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도서의 주문번호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주문일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고객번호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도서번호를 모두 </a:t>
                      </a:r>
                      <a:r>
                        <a:rPr lang="ko-KR" altLang="en-US" sz="1400" b="1" kern="1200" baseline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보이시오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단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주문일은 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'%Y-%m-%d'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형태로 표시한다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723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SELECT	</a:t>
                      </a:r>
                      <a:r>
                        <a:rPr lang="en-US" altLang="ko-KR" sz="1400" dirty="0" err="1">
                          <a:solidFill>
                            <a:sysClr val="windowText" lastClr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orderid</a:t>
                      </a: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'</a:t>
                      </a:r>
                      <a:r>
                        <a:rPr lang="ko-KR" altLang="en-US" sz="1400" dirty="0">
                          <a:solidFill>
                            <a:sysClr val="windowText" lastClr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주문번호</a:t>
                      </a: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', </a:t>
                      </a:r>
                      <a:r>
                        <a:rPr lang="en-US" altLang="ko-KR" sz="1400" dirty="0" err="1">
                          <a:solidFill>
                            <a:sysClr val="windowText" lastClr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STR_TO_DATE</a:t>
                      </a: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altLang="ko-KR" sz="1400" dirty="0" err="1">
                          <a:solidFill>
                            <a:sysClr val="windowText" lastClr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orderdate</a:t>
                      </a: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'%Y-%m-%d') '</a:t>
                      </a:r>
                      <a:r>
                        <a:rPr lang="ko-KR" altLang="en-US" sz="1400" dirty="0">
                          <a:solidFill>
                            <a:sysClr val="windowText" lastClr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주문일</a:t>
                      </a: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', </a:t>
                      </a:r>
                    </a:p>
                    <a:p>
                      <a:pPr latinLnBrk="1"/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        </a:t>
                      </a:r>
                      <a:r>
                        <a:rPr lang="en-US" altLang="ko-KR" sz="1400" dirty="0" err="1">
                          <a:solidFill>
                            <a:sysClr val="windowText" lastClr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custid</a:t>
                      </a: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'</a:t>
                      </a:r>
                      <a:r>
                        <a:rPr lang="ko-KR" altLang="en-US" sz="1400" dirty="0">
                          <a:solidFill>
                            <a:sysClr val="windowText" lastClr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고객번호</a:t>
                      </a: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', </a:t>
                      </a:r>
                      <a:r>
                        <a:rPr lang="en-US" altLang="ko-KR" sz="1400" dirty="0" err="1">
                          <a:solidFill>
                            <a:sysClr val="windowText" lastClr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bookid</a:t>
                      </a: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'</a:t>
                      </a:r>
                      <a:r>
                        <a:rPr lang="ko-KR" altLang="en-US" sz="1400" dirty="0">
                          <a:solidFill>
                            <a:sysClr val="windowText" lastClr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도서번호</a:t>
                      </a: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'</a:t>
                      </a:r>
                    </a:p>
                    <a:p>
                      <a:pPr latinLnBrk="1"/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FROM	Orders</a:t>
                      </a:r>
                    </a:p>
                    <a:p>
                      <a:pPr latinLnBrk="1"/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WHERE      </a:t>
                      </a:r>
                      <a:r>
                        <a:rPr lang="en-US" altLang="ko-KR" sz="1400" dirty="0" err="1">
                          <a:solidFill>
                            <a:sysClr val="windowText" lastClr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orderdate</a:t>
                      </a: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=</a:t>
                      </a:r>
                      <a:r>
                        <a:rPr lang="en-US" altLang="ko-KR" sz="1400" dirty="0" err="1">
                          <a:solidFill>
                            <a:sysClr val="windowText" lastClr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DATE_FORMAT</a:t>
                      </a: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(‘20230703', '%</a:t>
                      </a:r>
                      <a:r>
                        <a:rPr lang="en-US" altLang="ko-KR" sz="1400" dirty="0" err="1">
                          <a:solidFill>
                            <a:sysClr val="windowText" lastClr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Y%m%d</a:t>
                      </a: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');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7236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0802012"/>
                  </a:ext>
                </a:extLst>
              </a:tr>
            </a:tbl>
          </a:graphicData>
        </a:graphic>
      </p:graphicFrame>
      <p:sp>
        <p:nvSpPr>
          <p:cNvPr id="7" name="내용 개체 틀 2"/>
          <p:cNvSpPr txBox="1">
            <a:spLocks/>
          </p:cNvSpPr>
          <p:nvPr/>
        </p:nvSpPr>
        <p:spPr bwMode="auto">
          <a:xfrm>
            <a:off x="395536" y="1052736"/>
            <a:ext cx="8064896" cy="5255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lnSpc>
                <a:spcPct val="100000"/>
              </a:lnSpc>
              <a:buFont typeface="Wingdings" pitchFamily="2" charset="2"/>
              <a:buChar char="v"/>
            </a:pPr>
            <a:r>
              <a:rPr kumimoji="0" lang="ko-KR" altLang="en-US" sz="200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날짜 함수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50C2CCC-C826-2E0E-B8F5-D0F866E59A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4139086"/>
            <a:ext cx="4248472" cy="718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445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1. SQL </a:t>
            </a:r>
            <a:r>
              <a:rPr lang="ko-KR" altLang="en-US"/>
              <a:t>내장 함수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1556792"/>
            <a:ext cx="8064896" cy="3600400"/>
          </a:xfrm>
        </p:spPr>
        <p:txBody>
          <a:bodyPr/>
          <a:lstStyle/>
          <a:p>
            <a:r>
              <a:rPr lang="en-US" altLang="ko-KR"/>
              <a:t>SYSDATE </a:t>
            </a:r>
            <a:r>
              <a:rPr lang="ko-KR" altLang="en-US"/>
              <a:t> </a:t>
            </a:r>
            <a:r>
              <a:rPr lang="en-US" altLang="ko-KR"/>
              <a:t>: MySQL</a:t>
            </a:r>
            <a:r>
              <a:rPr lang="ko-KR" altLang="en-US"/>
              <a:t>의</a:t>
            </a:r>
            <a:r>
              <a:rPr lang="en-US" altLang="ko-KR"/>
              <a:t> </a:t>
            </a:r>
            <a:r>
              <a:rPr lang="ko-KR" altLang="en-US"/>
              <a:t>현재 날짜와 시간을 반환하는 함수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</p:txBody>
      </p:sp>
      <p:graphicFrame>
        <p:nvGraphicFramePr>
          <p:cNvPr id="4" name="내용 개체 틀 3"/>
          <p:cNvGraphicFramePr>
            <a:graphicFrameLocks/>
          </p:cNvGraphicFramePr>
          <p:nvPr/>
        </p:nvGraphicFramePr>
        <p:xfrm>
          <a:off x="795119" y="2244105"/>
          <a:ext cx="7776864" cy="1080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68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288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질의 </a:t>
                      </a:r>
                      <a:r>
                        <a:rPr lang="en-US" altLang="ko-KR" sz="14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4-9   </a:t>
                      </a: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DBMS </a:t>
                      </a:r>
                      <a:r>
                        <a:rPr lang="ko-KR" altLang="en-US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서버에 설정된 현재 날짜와 시간</a:t>
                      </a: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요일을 </a:t>
                      </a:r>
                      <a:r>
                        <a:rPr lang="ko-KR" altLang="en-US" sz="1400" b="1" kern="1200" baseline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확인하시오</a:t>
                      </a: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endParaRPr lang="ko-KR" altLang="en-US" sz="140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7236">
                <a:tc>
                  <a:txBody>
                    <a:bodyPr/>
                    <a:lstStyle/>
                    <a:p>
                      <a:pPr latinLnBrk="1"/>
                      <a:endParaRPr lang="en-US" altLang="ko-KR" sz="1400">
                        <a:solidFill>
                          <a:sysClr val="windowText" lastClr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806252" y="2695685"/>
            <a:ext cx="777686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>
                <a:ea typeface="맑은 고딕" panose="020B0503020000020004" pitchFamily="50" charset="-127"/>
              </a:rPr>
              <a:t>SELECT	SYSDATE(),</a:t>
            </a:r>
          </a:p>
          <a:p>
            <a:r>
              <a:rPr lang="en-US" altLang="ko-KR" sz="1400">
                <a:ea typeface="맑은 고딕" panose="020B0503020000020004" pitchFamily="50" charset="-127"/>
              </a:rPr>
              <a:t>               DATE_FORMAT(SYSDATE(), '%Y/%m/%d %M %h:%s') 'SYSDATE_1'; </a:t>
            </a:r>
            <a:endParaRPr lang="ko-KR" altLang="en-US" sz="1400" b="1">
              <a:ea typeface="맑은 고딕" panose="020B0503020000020004" pitchFamily="50" charset="-127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>
              <a:ea typeface="맑은 고딕" panose="020B0503020000020004" pitchFamily="50" charset="-127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 bwMode="auto">
          <a:xfrm>
            <a:off x="395536" y="1052736"/>
            <a:ext cx="8064896" cy="5255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lnSpc>
                <a:spcPct val="100000"/>
              </a:lnSpc>
              <a:buFont typeface="Wingdings" pitchFamily="2" charset="2"/>
              <a:buChar char="v"/>
            </a:pPr>
            <a:r>
              <a:rPr kumimoji="0" lang="ko-KR" altLang="en-US" sz="200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날짜 함수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3501008"/>
            <a:ext cx="3338711" cy="60925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NULL </a:t>
            </a:r>
            <a:r>
              <a:rPr lang="ko-KR" altLang="en-US"/>
              <a:t>값</a:t>
            </a:r>
            <a:r>
              <a:rPr lang="en-US" altLang="ko-KR"/>
              <a:t> </a:t>
            </a:r>
            <a:r>
              <a:rPr lang="ko-KR" altLang="en-US"/>
              <a:t>처리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NULL </a:t>
            </a:r>
            <a:r>
              <a:rPr lang="ko-KR" altLang="en-US"/>
              <a:t>값이란</a:t>
            </a:r>
            <a:r>
              <a:rPr lang="en-US" altLang="ko-KR"/>
              <a:t>?</a:t>
            </a:r>
          </a:p>
          <a:p>
            <a:pPr lvl="1"/>
            <a:r>
              <a:rPr lang="ko-KR" altLang="en-US" sz="1400"/>
              <a:t>아직 지정되지 않은 값</a:t>
            </a:r>
            <a:endParaRPr lang="en-US" altLang="ko-KR" sz="1400"/>
          </a:p>
          <a:p>
            <a:pPr lvl="1"/>
            <a:r>
              <a:rPr lang="en-US" altLang="ko-KR" sz="1400"/>
              <a:t>NULL </a:t>
            </a:r>
            <a:r>
              <a:rPr lang="ko-KR" altLang="en-US" sz="1400"/>
              <a:t>값은 ‘</a:t>
            </a:r>
            <a:r>
              <a:rPr lang="en-US" altLang="ko-KR" sz="1400"/>
              <a:t>0</a:t>
            </a:r>
            <a:r>
              <a:rPr lang="ko-KR" altLang="en-US" sz="1400"/>
              <a:t>’</a:t>
            </a:r>
            <a:r>
              <a:rPr lang="en-US" altLang="ko-KR" sz="1400"/>
              <a:t>, ‘’ (</a:t>
            </a:r>
            <a:r>
              <a:rPr lang="ko-KR" altLang="en-US" sz="1400"/>
              <a:t>빈 문자</a:t>
            </a:r>
            <a:r>
              <a:rPr lang="en-US" altLang="ko-KR" sz="1400"/>
              <a:t>), ‘ ’ (</a:t>
            </a:r>
            <a:r>
              <a:rPr lang="ko-KR" altLang="en-US" sz="1400"/>
              <a:t>공백</a:t>
            </a:r>
            <a:r>
              <a:rPr lang="en-US" altLang="ko-KR" sz="1400"/>
              <a:t>) </a:t>
            </a:r>
            <a:r>
              <a:rPr lang="ko-KR" altLang="en-US" sz="1400"/>
              <a:t>등과 다른 특별한 값</a:t>
            </a:r>
            <a:endParaRPr lang="en-US" altLang="ko-KR" sz="1400"/>
          </a:p>
          <a:p>
            <a:pPr lvl="1"/>
            <a:r>
              <a:rPr lang="en-US" altLang="ko-KR" sz="1400"/>
              <a:t>NULL </a:t>
            </a:r>
            <a:r>
              <a:rPr lang="ko-KR" altLang="en-US" sz="1400"/>
              <a:t>값은 비교 연산자로 비교가 불가능함</a:t>
            </a:r>
            <a:endParaRPr lang="en-US" altLang="ko-KR" sz="1400"/>
          </a:p>
          <a:p>
            <a:pPr lvl="1"/>
            <a:r>
              <a:rPr lang="en-US" altLang="ko-KR" sz="1400"/>
              <a:t>NULL </a:t>
            </a:r>
            <a:r>
              <a:rPr lang="ko-KR" altLang="en-US" sz="1400"/>
              <a:t>값의 연산을 수행하면 결과 역시 </a:t>
            </a:r>
            <a:r>
              <a:rPr lang="en-US" altLang="ko-KR" sz="1400"/>
              <a:t>NULL </a:t>
            </a:r>
            <a:r>
              <a:rPr lang="ko-KR" altLang="en-US" sz="1400"/>
              <a:t>값으로 반환됨</a:t>
            </a:r>
            <a:endParaRPr lang="en-US" altLang="ko-KR" sz="1400"/>
          </a:p>
          <a:p>
            <a:endParaRPr lang="en-US" altLang="ko-KR"/>
          </a:p>
          <a:p>
            <a:r>
              <a:rPr lang="ko-KR" altLang="en-US"/>
              <a:t>집계 함수를 사용할 때 주의할 점</a:t>
            </a:r>
            <a:endParaRPr lang="en-US" altLang="ko-KR"/>
          </a:p>
          <a:p>
            <a:pPr lvl="1"/>
            <a:r>
              <a:rPr lang="en-US" altLang="ko-KR" sz="1400"/>
              <a:t>‘NULL+</a:t>
            </a:r>
            <a:r>
              <a:rPr lang="ko-KR" altLang="en-US" sz="1400"/>
              <a:t>숫자’ 연산의 결과는 </a:t>
            </a:r>
            <a:r>
              <a:rPr lang="en-US" altLang="ko-KR" sz="1400"/>
              <a:t>NULL</a:t>
            </a:r>
          </a:p>
          <a:p>
            <a:pPr lvl="1"/>
            <a:r>
              <a:rPr lang="ko-KR" altLang="en-US" sz="1400"/>
              <a:t>집계 함수 계산 시 </a:t>
            </a:r>
            <a:r>
              <a:rPr lang="en-US" altLang="ko-KR" sz="1400"/>
              <a:t>NULL</a:t>
            </a:r>
            <a:r>
              <a:rPr lang="ko-KR" altLang="en-US" sz="1400"/>
              <a:t>이 포함된 행은 집계에서 빠짐</a:t>
            </a:r>
            <a:endParaRPr lang="en-US" altLang="ko-KR" sz="1400"/>
          </a:p>
          <a:p>
            <a:pPr lvl="1"/>
            <a:r>
              <a:rPr lang="ko-KR" altLang="en-US" sz="1400"/>
              <a:t>해당되는 행이 하나도 없을 경우 </a:t>
            </a:r>
            <a:r>
              <a:rPr lang="en-US" altLang="ko-KR" sz="1400"/>
              <a:t>SUM, AVG </a:t>
            </a:r>
            <a:r>
              <a:rPr lang="ko-KR" altLang="en-US" sz="1400"/>
              <a:t>함수의 결과는 </a:t>
            </a:r>
            <a:r>
              <a:rPr lang="en-US" altLang="ko-KR" sz="1400"/>
              <a:t>NULL</a:t>
            </a:r>
            <a:r>
              <a:rPr lang="ko-KR" altLang="en-US" sz="1400"/>
              <a:t>이 되며</a:t>
            </a:r>
            <a:r>
              <a:rPr lang="en-US" altLang="ko-KR" sz="1400"/>
              <a:t>,	</a:t>
            </a:r>
            <a:br>
              <a:rPr lang="en-US" altLang="ko-KR" sz="1400"/>
            </a:br>
            <a:r>
              <a:rPr lang="en-US" altLang="ko-KR" sz="1400"/>
              <a:t>COUNT </a:t>
            </a:r>
            <a:r>
              <a:rPr lang="ko-KR" altLang="en-US" sz="1400"/>
              <a:t>함수의 결과는 </a:t>
            </a:r>
            <a:r>
              <a:rPr lang="en-US" altLang="ko-KR" sz="1400"/>
              <a:t>0.</a:t>
            </a:r>
            <a:endParaRPr lang="ko-KR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NULL </a:t>
            </a:r>
            <a:r>
              <a:rPr lang="ko-KR" altLang="en-US"/>
              <a:t>값</a:t>
            </a:r>
            <a:r>
              <a:rPr lang="en-US" altLang="ko-KR"/>
              <a:t> </a:t>
            </a:r>
            <a:r>
              <a:rPr lang="ko-KR" altLang="en-US"/>
              <a:t>처리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NULL </a:t>
            </a:r>
            <a:r>
              <a:rPr lang="ko-KR" altLang="en-US" dirty="0"/>
              <a:t>값에 대한 연산과 집계 함수</a:t>
            </a:r>
            <a:r>
              <a:rPr lang="en-US" altLang="ko-KR" dirty="0"/>
              <a:t/>
            </a:r>
            <a:br>
              <a:rPr lang="en-US" altLang="ko-KR" dirty="0"/>
            </a:b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71600" y="1962974"/>
            <a:ext cx="7857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err="1">
                <a:ea typeface="맑은 고딕" panose="020B0503020000020004" pitchFamily="50" charset="-127"/>
              </a:rPr>
              <a:t>Mybook</a:t>
            </a:r>
            <a:endParaRPr lang="ko-KR" altLang="en-US" sz="1200" b="1">
              <a:ea typeface="맑은 고딕" panose="020B0503020000020004" pitchFamily="50" charset="-127"/>
            </a:endParaRPr>
          </a:p>
        </p:txBody>
      </p:sp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1043608" y="2255198"/>
          <a:ext cx="1683004" cy="1167384"/>
        </p:xfrm>
        <a:graphic>
          <a:graphicData uri="http://schemas.openxmlformats.org/drawingml/2006/table">
            <a:tbl>
              <a:tblPr/>
              <a:tblGrid>
                <a:gridCol w="8415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15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875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bookid</a:t>
                      </a:r>
                      <a:endParaRPr lang="en-US" sz="1200" b="1" kern="0" spc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price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81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81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81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NULL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직사각형 5"/>
          <p:cNvSpPr/>
          <p:nvPr/>
        </p:nvSpPr>
        <p:spPr>
          <a:xfrm>
            <a:off x="3470176" y="2210599"/>
            <a:ext cx="4189561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>
                <a:ea typeface="맑은 고딕" panose="020B0503020000020004" pitchFamily="50" charset="-127"/>
              </a:rPr>
              <a:t>SELECT 	price+100</a:t>
            </a:r>
          </a:p>
          <a:p>
            <a:r>
              <a:rPr lang="en-US" altLang="ko-KR" sz="1400">
                <a:ea typeface="맑은 고딕" panose="020B0503020000020004" pitchFamily="50" charset="-127"/>
              </a:rPr>
              <a:t>FROM 	</a:t>
            </a:r>
            <a:r>
              <a:rPr lang="en-US" altLang="ko-KR" sz="1400" err="1">
                <a:ea typeface="맑은 고딕" panose="020B0503020000020004" pitchFamily="50" charset="-127"/>
              </a:rPr>
              <a:t>Mybook</a:t>
            </a:r>
            <a:endParaRPr lang="en-US" altLang="ko-KR" sz="1400">
              <a:ea typeface="맑은 고딕" panose="020B0503020000020004" pitchFamily="50" charset="-127"/>
            </a:endParaRPr>
          </a:p>
          <a:p>
            <a:r>
              <a:rPr lang="en-US" altLang="ko-KR" sz="1400">
                <a:ea typeface="맑은 고딕" panose="020B0503020000020004" pitchFamily="50" charset="-127"/>
              </a:rPr>
              <a:t>WHERE 	</a:t>
            </a:r>
            <a:r>
              <a:rPr lang="en-US" altLang="ko-KR" sz="1400" err="1">
                <a:ea typeface="맑은 고딕" panose="020B0503020000020004" pitchFamily="50" charset="-127"/>
              </a:rPr>
              <a:t>bookid</a:t>
            </a:r>
            <a:r>
              <a:rPr lang="en-US" altLang="ko-KR" sz="1400">
                <a:ea typeface="맑은 고딕" panose="020B0503020000020004" pitchFamily="50" charset="-127"/>
              </a:rPr>
              <a:t>=3;</a:t>
            </a:r>
            <a:endParaRPr lang="ko-KR" altLang="en-US" sz="1400">
              <a:ea typeface="맑은 고딕" panose="020B0503020000020004" pitchFamily="50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051332" y="3462784"/>
            <a:ext cx="777686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>
                <a:ea typeface="맑은 고딕" panose="020B0503020000020004" pitchFamily="50" charset="-127"/>
              </a:rPr>
              <a:t>SELECT    SUM(price), AVG(price), COUNT(*), COUNT(price)</a:t>
            </a:r>
          </a:p>
          <a:p>
            <a:r>
              <a:rPr lang="en-US" altLang="ko-KR" sz="1400">
                <a:ea typeface="맑은 고딕" panose="020B0503020000020004" pitchFamily="50" charset="-127"/>
              </a:rPr>
              <a:t>FROM     </a:t>
            </a:r>
            <a:r>
              <a:rPr lang="en-US" altLang="ko-KR" sz="1400" err="1">
                <a:ea typeface="맑은 고딕" panose="020B0503020000020004" pitchFamily="50" charset="-127"/>
              </a:rPr>
              <a:t>Mybook</a:t>
            </a:r>
            <a:r>
              <a:rPr lang="en-US" altLang="ko-KR" sz="1400">
                <a:ea typeface="맑은 고딕" panose="020B0503020000020004" pitchFamily="50" charset="-127"/>
              </a:rPr>
              <a:t>;</a:t>
            </a:r>
            <a:endParaRPr lang="ko-KR" altLang="en-US" sz="1400"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114931" y="4919444"/>
            <a:ext cx="777686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>
                <a:ea typeface="맑은 고딕" panose="020B0503020000020004" pitchFamily="50" charset="-127"/>
              </a:rPr>
              <a:t>SELECT    SUM(price), AVG(price), COUNT(*)</a:t>
            </a:r>
          </a:p>
          <a:p>
            <a:r>
              <a:rPr lang="en-US" altLang="ko-KR" sz="1400">
                <a:ea typeface="맑은 고딕" panose="020B0503020000020004" pitchFamily="50" charset="-127"/>
              </a:rPr>
              <a:t>FROM     </a:t>
            </a:r>
            <a:r>
              <a:rPr lang="en-US" altLang="ko-KR" sz="1400" err="1">
                <a:ea typeface="맑은 고딕" panose="020B0503020000020004" pitchFamily="50" charset="-127"/>
              </a:rPr>
              <a:t>Mybook</a:t>
            </a:r>
            <a:endParaRPr lang="en-US" altLang="ko-KR" sz="1400">
              <a:ea typeface="맑은 고딕" panose="020B0503020000020004" pitchFamily="50" charset="-127"/>
            </a:endParaRPr>
          </a:p>
          <a:p>
            <a:r>
              <a:rPr lang="en-US" altLang="ko-KR" sz="1400">
                <a:ea typeface="맑은 고딕" panose="020B0503020000020004" pitchFamily="50" charset="-127"/>
              </a:rPr>
              <a:t>WHERE    </a:t>
            </a:r>
            <a:r>
              <a:rPr lang="en-US" altLang="ko-KR" sz="1400" err="1">
                <a:ea typeface="맑은 고딕" panose="020B0503020000020004" pitchFamily="50" charset="-127"/>
              </a:rPr>
              <a:t>bookid</a:t>
            </a:r>
            <a:r>
              <a:rPr lang="en-US" altLang="ko-KR" sz="1400">
                <a:ea typeface="맑은 고딕" panose="020B0503020000020004" pitchFamily="50" charset="-127"/>
              </a:rPr>
              <a:t> &gt; = 4;</a:t>
            </a:r>
            <a:endParaRPr lang="ko-KR" altLang="en-US" sz="1400">
              <a:ea typeface="맑은 고딕" panose="020B0503020000020004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6136" y="2276872"/>
            <a:ext cx="875159" cy="535728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964" y="4077072"/>
            <a:ext cx="3571044" cy="504056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8722" y="5733256"/>
            <a:ext cx="2395166" cy="48353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NULL </a:t>
            </a:r>
            <a:r>
              <a:rPr lang="ko-KR" altLang="en-US"/>
              <a:t>값</a:t>
            </a:r>
            <a:r>
              <a:rPr lang="en-US" altLang="ko-KR"/>
              <a:t> </a:t>
            </a:r>
            <a:r>
              <a:rPr lang="ko-KR" altLang="en-US"/>
              <a:t>처리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NULL </a:t>
            </a:r>
            <a:r>
              <a:rPr lang="ko-KR" altLang="en-US" dirty="0"/>
              <a:t>값을 확인하는 방법 </a:t>
            </a:r>
            <a:r>
              <a:rPr lang="en-US" altLang="ko-KR" dirty="0"/>
              <a:t>– IS NULL, IS NOT NULL</a:t>
            </a:r>
          </a:p>
          <a:p>
            <a:pPr lvl="1"/>
            <a:r>
              <a:rPr lang="en-US" altLang="ko-KR" sz="1400" b="0" dirty="0"/>
              <a:t>NULL </a:t>
            </a:r>
            <a:r>
              <a:rPr lang="ko-KR" altLang="en-US" sz="1400" b="0" dirty="0"/>
              <a:t>값을 찾을 때는 ‘</a:t>
            </a:r>
            <a:r>
              <a:rPr lang="en-US" altLang="ko-KR" sz="1400" b="0" dirty="0"/>
              <a:t>=’ </a:t>
            </a:r>
            <a:r>
              <a:rPr lang="ko-KR" altLang="en-US" sz="1400" b="0" dirty="0"/>
              <a:t>연산자가 아닌 ‘</a:t>
            </a:r>
            <a:r>
              <a:rPr lang="en-US" altLang="ko-KR" sz="1400" b="0" dirty="0"/>
              <a:t>IS NULL</a:t>
            </a:r>
            <a:r>
              <a:rPr lang="ko-KR" altLang="en-US" sz="1400" b="0" dirty="0"/>
              <a:t>’을 사용</a:t>
            </a:r>
            <a:r>
              <a:rPr lang="en-US" altLang="ko-KR" sz="1400" b="0" dirty="0"/>
              <a:t>, </a:t>
            </a:r>
          </a:p>
          <a:p>
            <a:pPr lvl="1"/>
            <a:r>
              <a:rPr lang="en-US" altLang="ko-KR" sz="1400" b="0" dirty="0"/>
              <a:t>NULL</a:t>
            </a:r>
            <a:r>
              <a:rPr lang="ko-KR" altLang="en-US" sz="1400" b="0" dirty="0"/>
              <a:t>이 아닌 값을 찾을 때는 ‘＜＞’ 연산자가 아닌 ‘</a:t>
            </a:r>
            <a:r>
              <a:rPr lang="en-US" altLang="ko-KR" sz="1400" b="0" dirty="0"/>
              <a:t>IS NOT NULL</a:t>
            </a:r>
            <a:r>
              <a:rPr lang="ko-KR" altLang="en-US" sz="1400" b="0" dirty="0"/>
              <a:t>’을 사용함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1599" y="2499970"/>
            <a:ext cx="7857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err="1">
                <a:ea typeface="맑은 고딕" panose="020B0503020000020004" pitchFamily="50" charset="-127"/>
              </a:rPr>
              <a:t>Mybook</a:t>
            </a:r>
            <a:endParaRPr lang="ko-KR" altLang="en-US" sz="1200" b="1">
              <a:ea typeface="맑은 고딕" panose="020B0503020000020004" pitchFamily="50" charset="-127"/>
            </a:endParaRPr>
          </a:p>
        </p:txBody>
      </p:sp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1043607" y="2792194"/>
          <a:ext cx="1683004" cy="1313688"/>
        </p:xfrm>
        <a:graphic>
          <a:graphicData uri="http://schemas.openxmlformats.org/drawingml/2006/table">
            <a:tbl>
              <a:tblPr/>
              <a:tblGrid>
                <a:gridCol w="8415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15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875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bookid</a:t>
                      </a:r>
                      <a:endParaRPr lang="en-US" sz="1200" b="1" kern="0" spc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price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81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81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81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NULL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직사각형 5"/>
          <p:cNvSpPr/>
          <p:nvPr/>
        </p:nvSpPr>
        <p:spPr>
          <a:xfrm>
            <a:off x="971599" y="4114328"/>
            <a:ext cx="777686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>
                <a:ea typeface="맑은 고딕" panose="020B0503020000020004" pitchFamily="50" charset="-127"/>
              </a:rPr>
              <a:t>SELECT 	*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FROM 	</a:t>
            </a:r>
            <a:r>
              <a:rPr lang="en-US" altLang="ko-KR" sz="1400" dirty="0" err="1">
                <a:ea typeface="맑은 고딕" panose="020B0503020000020004" pitchFamily="50" charset="-127"/>
              </a:rPr>
              <a:t>Mybook</a:t>
            </a:r>
            <a:endParaRPr lang="en-US" altLang="ko-KR" sz="1400" dirty="0">
              <a:ea typeface="맑은 고딕" panose="020B0503020000020004" pitchFamily="50" charset="-127"/>
            </a:endParaRPr>
          </a:p>
          <a:p>
            <a:r>
              <a:rPr lang="en-US" altLang="ko-KR" sz="1400" b="1" dirty="0">
                <a:ea typeface="맑은 고딕" panose="020B0503020000020004" pitchFamily="50" charset="-127"/>
              </a:rPr>
              <a:t>WHERE 	price IS NULL;</a:t>
            </a:r>
            <a:endParaRPr lang="ko-KR" altLang="en-US" sz="1400" b="1" dirty="0">
              <a:ea typeface="맑은 고딕" panose="020B0503020000020004" pitchFamily="50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971599" y="4967327"/>
            <a:ext cx="4968552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>
                <a:ea typeface="맑은 고딕" panose="020B0503020000020004" pitchFamily="50" charset="-127"/>
              </a:rPr>
              <a:t>SELECT 	*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FROM 	</a:t>
            </a:r>
            <a:r>
              <a:rPr lang="en-US" altLang="ko-KR" sz="1400" dirty="0" err="1">
                <a:ea typeface="맑은 고딕" panose="020B0503020000020004" pitchFamily="50" charset="-127"/>
              </a:rPr>
              <a:t>Mybook</a:t>
            </a:r>
            <a:endParaRPr lang="en-US" altLang="ko-KR" sz="1400" dirty="0">
              <a:ea typeface="맑은 고딕" panose="020B0503020000020004" pitchFamily="50" charset="-127"/>
            </a:endParaRPr>
          </a:p>
          <a:p>
            <a:r>
              <a:rPr lang="en-US" altLang="ko-KR" sz="1400" b="1" dirty="0">
                <a:ea typeface="맑은 고딕" panose="020B0503020000020004" pitchFamily="50" charset="-127"/>
              </a:rPr>
              <a:t>WHERE 	price = '';</a:t>
            </a:r>
            <a:endParaRPr lang="ko-KR" altLang="en-US" sz="1400" b="1" dirty="0">
              <a:ea typeface="맑은 고딕" panose="020B0503020000020004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5996" y="4228663"/>
            <a:ext cx="1107951" cy="526077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8098" y="5089653"/>
            <a:ext cx="1115849" cy="504056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FA9B6C49-B05A-8A79-F92B-80EAFB50D8A1}"/>
              </a:ext>
            </a:extLst>
          </p:cNvPr>
          <p:cNvSpPr/>
          <p:nvPr/>
        </p:nvSpPr>
        <p:spPr>
          <a:xfrm>
            <a:off x="971599" y="5772497"/>
            <a:ext cx="4968552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>
                <a:ea typeface="맑은 고딕" panose="020B0503020000020004" pitchFamily="50" charset="-127"/>
              </a:rPr>
              <a:t>SELECT 	*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FROM 	</a:t>
            </a:r>
            <a:r>
              <a:rPr lang="en-US" altLang="ko-KR" sz="1400" dirty="0" err="1">
                <a:ea typeface="맑은 고딕" panose="020B0503020000020004" pitchFamily="50" charset="-127"/>
              </a:rPr>
              <a:t>Mybook</a:t>
            </a:r>
            <a:endParaRPr lang="en-US" altLang="ko-KR" sz="1400" dirty="0">
              <a:ea typeface="맑은 고딕" panose="020B0503020000020004" pitchFamily="50" charset="-127"/>
            </a:endParaRPr>
          </a:p>
          <a:p>
            <a:r>
              <a:rPr lang="en-US" altLang="ko-KR" sz="1400" b="1" dirty="0">
                <a:ea typeface="맑은 고딕" panose="020B0503020000020004" pitchFamily="50" charset="-127"/>
              </a:rPr>
              <a:t>WHERE 	price = NULL;</a:t>
            </a:r>
            <a:endParaRPr lang="ko-KR" altLang="en-US" sz="1400" b="1" dirty="0"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NULL </a:t>
            </a:r>
            <a:r>
              <a:rPr lang="ko-KR" altLang="en-US"/>
              <a:t>값</a:t>
            </a:r>
            <a:r>
              <a:rPr lang="en-US" altLang="ko-KR"/>
              <a:t> </a:t>
            </a:r>
            <a:r>
              <a:rPr lang="ko-KR" altLang="en-US"/>
              <a:t>처리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IFNULL</a:t>
            </a:r>
            <a:r>
              <a:rPr lang="ko-KR" altLang="en-US"/>
              <a:t> </a:t>
            </a:r>
            <a:r>
              <a:rPr lang="en-US" altLang="ko-KR"/>
              <a:t>:</a:t>
            </a:r>
            <a:r>
              <a:rPr lang="ko-KR" altLang="en-US"/>
              <a:t> </a:t>
            </a:r>
            <a:r>
              <a:rPr lang="en-US" altLang="ko-KR"/>
              <a:t>NULL </a:t>
            </a:r>
            <a:r>
              <a:rPr lang="ko-KR" altLang="en-US"/>
              <a:t>값을 다른 값으로 대치하여 연산하거나 다른 값으로 출력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</p:txBody>
      </p:sp>
      <p:sp>
        <p:nvSpPr>
          <p:cNvPr id="6" name="직사각형 5"/>
          <p:cNvSpPr/>
          <p:nvPr/>
        </p:nvSpPr>
        <p:spPr>
          <a:xfrm>
            <a:off x="971600" y="1556792"/>
            <a:ext cx="777686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>
                <a:ea typeface="맑은 고딕" panose="020B0503020000020004" pitchFamily="50" charset="-127"/>
              </a:rPr>
              <a:t>IFNULL(</a:t>
            </a:r>
            <a:r>
              <a:rPr lang="ko-KR" altLang="en-US" sz="1400">
                <a:ea typeface="맑은 고딕" panose="020B0503020000020004" pitchFamily="50" charset="-127"/>
              </a:rPr>
              <a:t>속성</a:t>
            </a:r>
            <a:r>
              <a:rPr lang="en-US" altLang="ko-KR" sz="1400">
                <a:ea typeface="맑은 고딕" panose="020B0503020000020004" pitchFamily="50" charset="-127"/>
              </a:rPr>
              <a:t>, </a:t>
            </a:r>
            <a:r>
              <a:rPr lang="ko-KR" altLang="en-US" sz="1400">
                <a:ea typeface="맑은 고딕" panose="020B0503020000020004" pitchFamily="50" charset="-127"/>
              </a:rPr>
              <a:t>값</a:t>
            </a:r>
            <a:r>
              <a:rPr lang="en-US" altLang="ko-KR" sz="1400">
                <a:ea typeface="맑은 고딕" panose="020B0503020000020004" pitchFamily="50" charset="-127"/>
              </a:rPr>
              <a:t>) 	/* </a:t>
            </a:r>
            <a:r>
              <a:rPr lang="ko-KR" altLang="en-US" sz="1400">
                <a:ea typeface="맑은 고딕" panose="020B0503020000020004" pitchFamily="50" charset="-127"/>
              </a:rPr>
              <a:t>속성 값이 </a:t>
            </a:r>
            <a:r>
              <a:rPr lang="en-US" altLang="ko-KR" sz="1400">
                <a:ea typeface="맑은 고딕" panose="020B0503020000020004" pitchFamily="50" charset="-127"/>
              </a:rPr>
              <a:t>NULL</a:t>
            </a:r>
            <a:r>
              <a:rPr lang="ko-KR" altLang="en-US" sz="1400">
                <a:ea typeface="맑은 고딕" panose="020B0503020000020004" pitchFamily="50" charset="-127"/>
              </a:rPr>
              <a:t>이면 </a:t>
            </a:r>
            <a:r>
              <a:rPr lang="en-US" altLang="ko-KR" sz="1400">
                <a:ea typeface="맑은 고딕" panose="020B0503020000020004" pitchFamily="50" charset="-127"/>
              </a:rPr>
              <a:t>'</a:t>
            </a:r>
            <a:r>
              <a:rPr lang="ko-KR" altLang="en-US" sz="1400">
                <a:ea typeface="맑은 고딕" panose="020B0503020000020004" pitchFamily="50" charset="-127"/>
              </a:rPr>
              <a:t>값</a:t>
            </a:r>
            <a:r>
              <a:rPr lang="en-US" altLang="ko-KR" sz="1400">
                <a:ea typeface="맑은 고딕" panose="020B0503020000020004" pitchFamily="50" charset="-127"/>
              </a:rPr>
              <a:t>'</a:t>
            </a:r>
            <a:r>
              <a:rPr lang="ko-KR" altLang="en-US" sz="1400">
                <a:ea typeface="맑은 고딕" panose="020B0503020000020004" pitchFamily="50" charset="-127"/>
              </a:rPr>
              <a:t>으로 대치한다 *</a:t>
            </a:r>
            <a:r>
              <a:rPr lang="en-US" altLang="ko-KR" sz="1400">
                <a:ea typeface="맑은 고딕" panose="020B0503020000020004" pitchFamily="50" charset="-127"/>
              </a:rPr>
              <a:t>/</a:t>
            </a:r>
            <a:endParaRPr lang="ko-KR" altLang="en-US" sz="1400">
              <a:ea typeface="맑은 고딕" panose="020B0503020000020004" pitchFamily="50" charset="-127"/>
            </a:endParaRPr>
          </a:p>
        </p:txBody>
      </p:sp>
      <p:graphicFrame>
        <p:nvGraphicFramePr>
          <p:cNvPr id="10" name="내용 개체 틀 3"/>
          <p:cNvGraphicFramePr>
            <a:graphicFrameLocks/>
          </p:cNvGraphicFramePr>
          <p:nvPr/>
        </p:nvGraphicFramePr>
        <p:xfrm>
          <a:off x="683568" y="2204104"/>
          <a:ext cx="7848872" cy="12820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488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2883">
                <a:tc>
                  <a:txBody>
                    <a:bodyPr/>
                    <a:lstStyle/>
                    <a:p>
                      <a:pPr latinLnBrk="1">
                        <a:lnSpc>
                          <a:spcPts val="2100"/>
                        </a:lnSpc>
                      </a:pPr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질의 </a:t>
                      </a:r>
                      <a:r>
                        <a:rPr lang="en-US" altLang="ko-KR" sz="14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4-10   </a:t>
                      </a:r>
                      <a:r>
                        <a:rPr lang="ko-KR" altLang="en-US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이름</a:t>
                      </a: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전화번호가 포함된 고객목록을 보이시오</a:t>
                      </a: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단</a:t>
                      </a: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전화번호가 없는 고객은 </a:t>
                      </a:r>
                      <a:endParaRPr lang="en-US" altLang="ko-KR" sz="1400" b="1" kern="1200" baseline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latinLnBrk="1">
                        <a:lnSpc>
                          <a:spcPts val="2100"/>
                        </a:lnSpc>
                      </a:pPr>
                      <a:r>
                        <a:rPr lang="ko-KR" altLang="en-US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‘</a:t>
                      </a:r>
                      <a:r>
                        <a:rPr lang="ko-KR" altLang="en-US" sz="1400" b="1" kern="1200" baseline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연락처없음</a:t>
                      </a:r>
                      <a:r>
                        <a:rPr lang="ko-KR" altLang="en-US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’</a:t>
                      </a:r>
                      <a:r>
                        <a:rPr lang="ko-KR" altLang="en-US" sz="1400" b="1" kern="1200" baseline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으로</a:t>
                      </a:r>
                      <a:r>
                        <a:rPr lang="ko-KR" altLang="en-US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표시한다</a:t>
                      </a: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endParaRPr lang="ko-KR" altLang="en-US" sz="140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7236">
                <a:tc>
                  <a:txBody>
                    <a:bodyPr/>
                    <a:lstStyle/>
                    <a:p>
                      <a:pPr latinLnBrk="1"/>
                      <a:endParaRPr lang="en-US" altLang="ko-KR" sz="1400">
                        <a:solidFill>
                          <a:sysClr val="windowText" lastClr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직사각형 10"/>
          <p:cNvSpPr/>
          <p:nvPr/>
        </p:nvSpPr>
        <p:spPr>
          <a:xfrm>
            <a:off x="683568" y="2996192"/>
            <a:ext cx="777686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>
                <a:ea typeface="맑은 고딕" panose="020B0503020000020004" pitchFamily="50" charset="-127"/>
              </a:rPr>
              <a:t>SELECT 	name ‘</a:t>
            </a:r>
            <a:r>
              <a:rPr lang="ko-KR" altLang="en-US" sz="1400">
                <a:ea typeface="맑은 고딕" panose="020B0503020000020004" pitchFamily="50" charset="-127"/>
              </a:rPr>
              <a:t>이름</a:t>
            </a:r>
            <a:r>
              <a:rPr lang="en-US" altLang="ko-KR" sz="1400">
                <a:ea typeface="맑은 고딕" panose="020B0503020000020004" pitchFamily="50" charset="-127"/>
              </a:rPr>
              <a:t>’, IFNULL(phone, '</a:t>
            </a:r>
            <a:r>
              <a:rPr lang="ko-KR" altLang="en-US" sz="1400" err="1">
                <a:ea typeface="맑은 고딕" panose="020B0503020000020004" pitchFamily="50" charset="-127"/>
              </a:rPr>
              <a:t>연락처없음</a:t>
            </a:r>
            <a:r>
              <a:rPr lang="en-US" altLang="ko-KR" sz="1400">
                <a:ea typeface="맑은 고딕" panose="020B0503020000020004" pitchFamily="50" charset="-127"/>
              </a:rPr>
              <a:t>') ‘</a:t>
            </a:r>
            <a:r>
              <a:rPr lang="ko-KR" altLang="en-US" sz="1400">
                <a:ea typeface="맑은 고딕" panose="020B0503020000020004" pitchFamily="50" charset="-127"/>
              </a:rPr>
              <a:t>전화번호</a:t>
            </a:r>
            <a:r>
              <a:rPr lang="en-US" altLang="ko-KR" sz="1400">
                <a:ea typeface="맑은 고딕" panose="020B0503020000020004" pitchFamily="50" charset="-127"/>
              </a:rPr>
              <a:t>’</a:t>
            </a:r>
          </a:p>
          <a:p>
            <a:r>
              <a:rPr lang="en-US" altLang="ko-KR" sz="1400">
                <a:ea typeface="맑은 고딕" panose="020B0503020000020004" pitchFamily="50" charset="-127"/>
              </a:rPr>
              <a:t>FROM 	Customer;</a:t>
            </a:r>
            <a:endParaRPr lang="ko-KR" altLang="en-US" sz="1400">
              <a:ea typeface="맑은 고딕" panose="020B0503020000020004" pitchFamily="50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3717032"/>
            <a:ext cx="1628774" cy="138588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3. </a:t>
            </a:r>
            <a:r>
              <a:rPr lang="ko-KR" altLang="en-US" err="1"/>
              <a:t>행번호</a:t>
            </a:r>
            <a:r>
              <a:rPr lang="ko-KR" altLang="en-US"/>
              <a:t> 출력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1268760"/>
            <a:ext cx="8280920" cy="4464496"/>
          </a:xfrm>
        </p:spPr>
        <p:txBody>
          <a:bodyPr/>
          <a:lstStyle/>
          <a:p>
            <a:r>
              <a:rPr lang="ko-KR" altLang="en-US"/>
              <a:t>내장 함수는 아니지만 자주 사용되는 문법</a:t>
            </a:r>
            <a:r>
              <a:rPr lang="en-US" altLang="ko-KR"/>
              <a:t> </a:t>
            </a:r>
          </a:p>
          <a:p>
            <a:r>
              <a:rPr lang="en-US" altLang="ko-KR"/>
              <a:t>MySQL</a:t>
            </a:r>
            <a:r>
              <a:rPr lang="ko-KR" altLang="en-US"/>
              <a:t>에서 변수는 이름 앞에 </a:t>
            </a:r>
            <a:r>
              <a:rPr lang="en-US" altLang="ko-KR"/>
              <a:t>@ </a:t>
            </a:r>
            <a:r>
              <a:rPr lang="ko-KR" altLang="en-US"/>
              <a:t>기호를 붙이며 </a:t>
            </a:r>
            <a:r>
              <a:rPr lang="ko-KR" altLang="en-US" err="1"/>
              <a:t>치환문에는</a:t>
            </a:r>
            <a:r>
              <a:rPr lang="ko-KR" altLang="en-US"/>
              <a:t> </a:t>
            </a:r>
            <a:r>
              <a:rPr lang="en-US" altLang="ko-KR"/>
              <a:t>SET</a:t>
            </a:r>
            <a:r>
              <a:rPr lang="ko-KR" altLang="en-US"/>
              <a:t>과 </a:t>
            </a:r>
            <a:r>
              <a:rPr lang="en-US" altLang="ko-KR"/>
              <a:t>:= </a:t>
            </a:r>
            <a:r>
              <a:rPr lang="ko-KR" altLang="en-US"/>
              <a:t>기호를 사용함</a:t>
            </a:r>
            <a:r>
              <a:rPr lang="en-US" altLang="ko-KR"/>
              <a:t> </a:t>
            </a:r>
          </a:p>
          <a:p>
            <a:r>
              <a:rPr lang="ko-KR" altLang="en-US"/>
              <a:t>자료를 일부분만 확인하여 처리할 때 유용함</a:t>
            </a:r>
            <a:r>
              <a:rPr lang="en-US" altLang="ko-KR"/>
              <a:t>.</a:t>
            </a:r>
            <a:endParaRPr lang="ko-KR" altLang="en-US"/>
          </a:p>
        </p:txBody>
      </p:sp>
      <p:graphicFrame>
        <p:nvGraphicFramePr>
          <p:cNvPr id="4" name="내용 개체 틀 3"/>
          <p:cNvGraphicFramePr>
            <a:graphicFrameLocks/>
          </p:cNvGraphicFramePr>
          <p:nvPr/>
        </p:nvGraphicFramePr>
        <p:xfrm>
          <a:off x="840342" y="2708920"/>
          <a:ext cx="7632848" cy="1080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328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2883">
                <a:tc>
                  <a:txBody>
                    <a:bodyPr/>
                    <a:lstStyle/>
                    <a:p>
                      <a:pPr latinLnBrk="1">
                        <a:lnSpc>
                          <a:spcPts val="2100"/>
                        </a:lnSpc>
                      </a:pPr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질의 </a:t>
                      </a:r>
                      <a:r>
                        <a:rPr lang="en-US" altLang="ko-KR" sz="14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4-11   </a:t>
                      </a:r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 목록에서 고객번호</a:t>
                      </a:r>
                      <a:r>
                        <a:rPr lang="en-US" altLang="ko-KR" sz="14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이름</a:t>
                      </a:r>
                      <a:r>
                        <a:rPr lang="en-US" altLang="ko-KR" sz="14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전화번호를 앞의 두 명만 보이시오</a:t>
                      </a:r>
                      <a:r>
                        <a:rPr lang="en-US" altLang="ko-KR" sz="14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  <a:endParaRPr lang="ko-KR" altLang="en-US" sz="140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7236">
                <a:tc>
                  <a:txBody>
                    <a:bodyPr/>
                    <a:lstStyle/>
                    <a:p>
                      <a:pPr latinLnBrk="1"/>
                      <a:endParaRPr lang="en-US" altLang="ko-KR" sz="1400">
                        <a:solidFill>
                          <a:sysClr val="windowText" lastClr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827584" y="3248980"/>
            <a:ext cx="777686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>
                <a:ea typeface="맑은 고딕" panose="020B0503020000020004" pitchFamily="50" charset="-127"/>
              </a:rPr>
              <a:t>SET 	@</a:t>
            </a:r>
            <a:r>
              <a:rPr lang="en-US" altLang="ko-KR" sz="1400" err="1">
                <a:ea typeface="맑은 고딕" panose="020B0503020000020004" pitchFamily="50" charset="-127"/>
              </a:rPr>
              <a:t>seq</a:t>
            </a:r>
            <a:r>
              <a:rPr lang="en-US" altLang="ko-KR" sz="1400">
                <a:ea typeface="맑은 고딕" panose="020B0503020000020004" pitchFamily="50" charset="-127"/>
              </a:rPr>
              <a:t>:=0;</a:t>
            </a:r>
          </a:p>
          <a:p>
            <a:r>
              <a:rPr lang="en-US" altLang="ko-KR" sz="1400">
                <a:ea typeface="맑은 고딕" panose="020B0503020000020004" pitchFamily="50" charset="-127"/>
              </a:rPr>
              <a:t>SELECT	(@</a:t>
            </a:r>
            <a:r>
              <a:rPr lang="en-US" altLang="ko-KR" sz="1400" err="1">
                <a:ea typeface="맑은 고딕" panose="020B0503020000020004" pitchFamily="50" charset="-127"/>
              </a:rPr>
              <a:t>seq</a:t>
            </a:r>
            <a:r>
              <a:rPr lang="en-US" altLang="ko-KR" sz="1400">
                <a:ea typeface="맑은 고딕" panose="020B0503020000020004" pitchFamily="50" charset="-127"/>
              </a:rPr>
              <a:t>:=@seq+1) '</a:t>
            </a:r>
            <a:r>
              <a:rPr lang="ko-KR" altLang="en-US" sz="1400">
                <a:ea typeface="맑은 고딕" panose="020B0503020000020004" pitchFamily="50" charset="-127"/>
              </a:rPr>
              <a:t>순번</a:t>
            </a:r>
            <a:r>
              <a:rPr lang="en-US" altLang="ko-KR" sz="1400">
                <a:ea typeface="맑은 고딕" panose="020B0503020000020004" pitchFamily="50" charset="-127"/>
              </a:rPr>
              <a:t>', </a:t>
            </a:r>
            <a:r>
              <a:rPr lang="en-US" altLang="ko-KR" sz="1400" err="1">
                <a:ea typeface="맑은 고딕" panose="020B0503020000020004" pitchFamily="50" charset="-127"/>
              </a:rPr>
              <a:t>custid</a:t>
            </a:r>
            <a:r>
              <a:rPr lang="en-US" altLang="ko-KR" sz="1400">
                <a:ea typeface="맑은 고딕" panose="020B0503020000020004" pitchFamily="50" charset="-127"/>
              </a:rPr>
              <a:t>, name, phone</a:t>
            </a:r>
          </a:p>
          <a:p>
            <a:r>
              <a:rPr lang="en-US" altLang="ko-KR" sz="1400">
                <a:ea typeface="맑은 고딕" panose="020B0503020000020004" pitchFamily="50" charset="-127"/>
              </a:rPr>
              <a:t>FROM	Customer</a:t>
            </a:r>
          </a:p>
          <a:p>
            <a:r>
              <a:rPr lang="en-US" altLang="ko-KR" sz="1400">
                <a:ea typeface="맑은 고딕" panose="020B0503020000020004" pitchFamily="50" charset="-127"/>
              </a:rPr>
              <a:t>WHERE 	@</a:t>
            </a:r>
            <a:r>
              <a:rPr lang="en-US" altLang="ko-KR" sz="1400" err="1">
                <a:ea typeface="맑은 고딕" panose="020B0503020000020004" pitchFamily="50" charset="-127"/>
              </a:rPr>
              <a:t>seq</a:t>
            </a:r>
            <a:r>
              <a:rPr lang="en-US" altLang="ko-KR" sz="1400">
                <a:ea typeface="맑은 고딕" panose="020B0503020000020004" pitchFamily="50" charset="-127"/>
              </a:rPr>
              <a:t> &lt; 2;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4355602"/>
            <a:ext cx="2691954" cy="86041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611560" y="1871768"/>
            <a:ext cx="1851789" cy="619080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ko-KR" altLang="en-US" sz="3400" b="1" spc="-15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</a:rPr>
              <a:t>부속질의</a:t>
            </a:r>
          </a:p>
        </p:txBody>
      </p:sp>
      <p:sp>
        <p:nvSpPr>
          <p:cNvPr id="5" name="내용 개체 틀 2"/>
          <p:cNvSpPr txBox="1">
            <a:spLocks/>
          </p:cNvSpPr>
          <p:nvPr/>
        </p:nvSpPr>
        <p:spPr>
          <a:xfrm>
            <a:off x="1628056" y="2933328"/>
            <a:ext cx="6840760" cy="2559521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Blip>
                <a:blip r:embed="rId2"/>
              </a:buBlip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kumimoji="0" lang="ko-KR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스칼라 부속질의 </a:t>
            </a:r>
            <a:r>
              <a:rPr kumimoji="0" lang="en-US" altLang="ko-KR" sz="20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– SELECT </a:t>
            </a:r>
            <a:r>
              <a:rPr kumimoji="0" lang="ko-KR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부속질의</a:t>
            </a:r>
            <a:endParaRPr kumimoji="0" lang="en-US" altLang="ko-KR" sz="2000" b="1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kumimoji="0" lang="ko-KR" altLang="en-US" sz="2000" b="1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인라인</a:t>
            </a:r>
            <a:r>
              <a:rPr kumimoji="0" lang="ko-KR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en-US" sz="2000" b="1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뷰</a:t>
            </a:r>
            <a:r>
              <a:rPr kumimoji="0" lang="ko-KR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en-US" altLang="ko-KR" sz="20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– FROM </a:t>
            </a:r>
            <a:r>
              <a:rPr kumimoji="0" lang="ko-KR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부속질의</a:t>
            </a:r>
            <a:endParaRPr kumimoji="0" lang="en-US" altLang="ko-KR" sz="2000" b="1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kumimoji="0" lang="ko-KR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중첩질의 </a:t>
            </a:r>
            <a:r>
              <a:rPr kumimoji="0" lang="en-US" altLang="ko-KR" sz="20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– WHERE </a:t>
            </a:r>
            <a:r>
              <a:rPr kumimoji="0" lang="ko-KR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부속질의</a:t>
            </a:r>
            <a:endParaRPr kumimoji="0" lang="en-US" altLang="ko-KR" sz="2000" b="1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80336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부속질의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atinLnBrk="0">
              <a:buChar char="v"/>
            </a:pPr>
            <a:r>
              <a:rPr lang="ko-KR" altLang="en-US" sz="2000">
                <a:solidFill>
                  <a:schemeClr val="tx2"/>
                </a:solidFill>
                <a:latin typeface="+mn-ea"/>
                <a:ea typeface="+mn-ea"/>
              </a:rPr>
              <a:t>부속질의</a:t>
            </a:r>
            <a:r>
              <a:rPr lang="en-US" altLang="ko-KR" sz="2000">
                <a:solidFill>
                  <a:schemeClr val="tx2"/>
                </a:solidFill>
                <a:latin typeface="+mn-ea"/>
                <a:ea typeface="+mn-ea"/>
              </a:rPr>
              <a:t>(</a:t>
            </a:r>
            <a:r>
              <a:rPr lang="en-US" altLang="ko-KR" sz="2000" err="1">
                <a:solidFill>
                  <a:schemeClr val="tx2"/>
                </a:solidFill>
                <a:latin typeface="+mn-ea"/>
                <a:ea typeface="+mn-ea"/>
              </a:rPr>
              <a:t>subquery</a:t>
            </a:r>
            <a:r>
              <a:rPr lang="en-US" altLang="ko-KR" sz="2000">
                <a:solidFill>
                  <a:schemeClr val="tx2"/>
                </a:solidFill>
                <a:latin typeface="+mn-ea"/>
                <a:ea typeface="+mn-ea"/>
              </a:rPr>
              <a:t>)</a:t>
            </a:r>
            <a:r>
              <a:rPr lang="ko-KR" altLang="en-US" sz="2000">
                <a:solidFill>
                  <a:schemeClr val="tx2"/>
                </a:solidFill>
                <a:latin typeface="+mn-ea"/>
                <a:ea typeface="+mn-ea"/>
              </a:rPr>
              <a:t>란</a:t>
            </a:r>
            <a:r>
              <a:rPr lang="en-US" altLang="ko-KR" sz="2000">
                <a:solidFill>
                  <a:schemeClr val="tx2"/>
                </a:solidFill>
                <a:latin typeface="+mn-ea"/>
                <a:ea typeface="+mn-ea"/>
              </a:rPr>
              <a:t>?</a:t>
            </a:r>
          </a:p>
          <a:p>
            <a:pPr lvl="1"/>
            <a:r>
              <a:rPr lang="ko-KR" altLang="en-US" sz="1400">
                <a:latin typeface="+mn-lt"/>
                <a:ea typeface="+mn-ea"/>
              </a:rPr>
              <a:t>하나의 </a:t>
            </a:r>
            <a:r>
              <a:rPr lang="en-US" altLang="ko-KR" sz="1400">
                <a:latin typeface="+mn-lt"/>
                <a:ea typeface="+mn-ea"/>
              </a:rPr>
              <a:t>SQL </a:t>
            </a:r>
            <a:r>
              <a:rPr lang="ko-KR" altLang="en-US" sz="1400">
                <a:latin typeface="+mn-lt"/>
                <a:ea typeface="+mn-ea"/>
              </a:rPr>
              <a:t>문 안에 다른 </a:t>
            </a:r>
            <a:r>
              <a:rPr lang="en-US" altLang="ko-KR" sz="1400">
                <a:latin typeface="+mn-lt"/>
                <a:ea typeface="+mn-ea"/>
              </a:rPr>
              <a:t>SQL </a:t>
            </a:r>
            <a:r>
              <a:rPr lang="ko-KR" altLang="en-US" sz="1400">
                <a:latin typeface="+mn-lt"/>
                <a:ea typeface="+mn-ea"/>
              </a:rPr>
              <a:t>문이 중첩된</a:t>
            </a:r>
            <a:r>
              <a:rPr lang="en-US" altLang="ko-KR" sz="1400">
                <a:latin typeface="+mn-lt"/>
                <a:ea typeface="+mn-ea"/>
              </a:rPr>
              <a:t>(nested) </a:t>
            </a:r>
            <a:r>
              <a:rPr lang="ko-KR" altLang="en-US" sz="1400">
                <a:latin typeface="+mn-lt"/>
                <a:ea typeface="+mn-ea"/>
              </a:rPr>
              <a:t>질의</a:t>
            </a:r>
            <a:endParaRPr lang="en-US" altLang="ko-KR" sz="1400">
              <a:latin typeface="+mn-lt"/>
              <a:ea typeface="+mn-ea"/>
            </a:endParaRPr>
          </a:p>
          <a:p>
            <a:pPr lvl="1"/>
            <a:r>
              <a:rPr lang="ko-KR" altLang="en-US" sz="1400">
                <a:latin typeface="+mn-lt"/>
                <a:ea typeface="+mn-ea"/>
              </a:rPr>
              <a:t>다른 테이블에서 가져온 데이터로 현재 테이블에 있는 정보를 찾거나 가공할 때 사용</a:t>
            </a:r>
            <a:endParaRPr lang="en-US" altLang="ko-KR" sz="1400">
              <a:latin typeface="+mn-lt"/>
              <a:ea typeface="+mn-ea"/>
            </a:endParaRPr>
          </a:p>
          <a:p>
            <a:pPr lvl="1"/>
            <a:r>
              <a:rPr lang="ko-KR" altLang="en-US" sz="1400">
                <a:latin typeface="+mn-lt"/>
                <a:ea typeface="+mn-ea"/>
              </a:rPr>
              <a:t>보통 데이터가 대량일 때 데이터를 모두 합쳐서 연산하는 조인보다 필요한 데이터만 찾아서 공급해주는 부속질의가 성능이 더 좋음</a:t>
            </a:r>
            <a:endParaRPr lang="en-US" altLang="ko-KR" sz="1400">
              <a:latin typeface="+mn-lt"/>
              <a:ea typeface="+mn-ea"/>
            </a:endParaRPr>
          </a:p>
          <a:p>
            <a:pPr lvl="1"/>
            <a:r>
              <a:rPr lang="ko-KR" altLang="en-US" sz="1400" err="1">
                <a:latin typeface="+mn-lt"/>
                <a:ea typeface="+mn-ea"/>
              </a:rPr>
              <a:t>주질의</a:t>
            </a:r>
            <a:r>
              <a:rPr lang="en-US" altLang="ko-KR" sz="1400">
                <a:latin typeface="+mn-lt"/>
                <a:ea typeface="+mn-ea"/>
              </a:rPr>
              <a:t>(main query, </a:t>
            </a:r>
            <a:r>
              <a:rPr lang="ko-KR" altLang="en-US" sz="1400">
                <a:latin typeface="+mn-lt"/>
                <a:ea typeface="+mn-ea"/>
              </a:rPr>
              <a:t>외부질의</a:t>
            </a:r>
            <a:r>
              <a:rPr lang="en-US" altLang="ko-KR" sz="1400">
                <a:latin typeface="+mn-lt"/>
                <a:ea typeface="+mn-ea"/>
              </a:rPr>
              <a:t>)</a:t>
            </a:r>
            <a:r>
              <a:rPr lang="ko-KR" altLang="en-US" sz="1400">
                <a:latin typeface="+mn-lt"/>
                <a:ea typeface="+mn-ea"/>
              </a:rPr>
              <a:t>와 부속질의</a:t>
            </a:r>
            <a:r>
              <a:rPr lang="en-US" altLang="ko-KR" sz="1400">
                <a:latin typeface="+mn-lt"/>
                <a:ea typeface="+mn-ea"/>
              </a:rPr>
              <a:t>(sub query, </a:t>
            </a:r>
            <a:r>
              <a:rPr lang="ko-KR" altLang="en-US" sz="1400">
                <a:latin typeface="+mn-lt"/>
                <a:ea typeface="+mn-ea"/>
              </a:rPr>
              <a:t>내부질의</a:t>
            </a:r>
            <a:r>
              <a:rPr lang="en-US" altLang="ko-KR" sz="1400">
                <a:latin typeface="+mn-lt"/>
                <a:ea typeface="+mn-ea"/>
              </a:rPr>
              <a:t>)</a:t>
            </a:r>
            <a:r>
              <a:rPr lang="ko-KR" altLang="en-US" sz="1400">
                <a:latin typeface="+mn-lt"/>
                <a:ea typeface="+mn-ea"/>
              </a:rPr>
              <a:t>로 구성됨</a:t>
            </a:r>
            <a:r>
              <a:rPr lang="en-US" altLang="ko-KR" sz="1400">
                <a:latin typeface="+mn-lt"/>
                <a:ea typeface="+mn-ea"/>
              </a:rPr>
              <a:t> </a:t>
            </a:r>
            <a:endParaRPr lang="ko-KR" altLang="en-US" sz="1400">
              <a:latin typeface="+mn-lt"/>
              <a:ea typeface="+mn-e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06312" y="5733256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그림 </a:t>
            </a:r>
            <a:r>
              <a:rPr lang="en-US" altLang="ko-KR" sz="1400" b="1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4-2 </a:t>
            </a:r>
            <a:r>
              <a:rPr lang="ko-KR" altLang="en-US" sz="1400" b="1">
                <a:ea typeface="맑은 고딕" panose="020B0503020000020004" pitchFamily="50" charset="-127"/>
              </a:rPr>
              <a:t>부속질의</a:t>
            </a: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3284984"/>
            <a:ext cx="5390338" cy="2376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120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부속질의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611559" y="1628799"/>
          <a:ext cx="7920881" cy="3174518"/>
        </p:xfrm>
        <a:graphic>
          <a:graphicData uri="http://schemas.openxmlformats.org/drawingml/2006/table">
            <a:tbl>
              <a:tblPr/>
              <a:tblGrid>
                <a:gridCol w="15841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563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4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명칭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위치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영문 및 동의어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8176">
                <a:tc>
                  <a:txBody>
                    <a:bodyPr/>
                    <a:lstStyle/>
                    <a:p>
                      <a:pPr algn="l">
                        <a:lnSpc>
                          <a:spcPts val="2100"/>
                        </a:lnSpc>
                      </a:pPr>
                      <a:r>
                        <a:rPr lang="ko-KR" altLang="en-US" sz="1400" b="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스칼라 부속질의</a:t>
                      </a:r>
                      <a:endParaRPr lang="ko-KR" altLang="en-US" sz="1400" b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2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SELECT </a:t>
                      </a:r>
                      <a:r>
                        <a:rPr lang="ko-KR" altLang="en-US" sz="1400" b="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절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00"/>
                        </a:lnSpc>
                      </a:pPr>
                      <a:r>
                        <a:rPr lang="en-US" altLang="ko-KR" sz="1400" b="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scalar </a:t>
                      </a:r>
                      <a:r>
                        <a:rPr lang="en-US" altLang="ko-KR" sz="1400" b="0" kern="1200" baseline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subquery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00"/>
                        </a:lnSpc>
                      </a:pPr>
                      <a:r>
                        <a:rPr lang="en-US" altLang="ko-KR" sz="1400" b="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SELECT </a:t>
                      </a:r>
                      <a:r>
                        <a:rPr lang="ko-KR" altLang="en-US" sz="1400" b="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절에서 사용되며 단일 값을 반환하기 때문에 스칼라 부속질의라고 함</a:t>
                      </a:r>
                      <a:r>
                        <a:rPr lang="en-US" altLang="ko-KR" sz="1400" b="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8176">
                <a:tc>
                  <a:txBody>
                    <a:bodyPr/>
                    <a:lstStyle/>
                    <a:p>
                      <a:pPr algn="l">
                        <a:lnSpc>
                          <a:spcPts val="2100"/>
                        </a:lnSpc>
                      </a:pPr>
                      <a:r>
                        <a:rPr lang="ko-KR" altLang="en-US" sz="1400" b="0" kern="1200" baseline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인라인</a:t>
                      </a:r>
                      <a:r>
                        <a:rPr lang="ko-KR" altLang="en-US" sz="1400" b="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400" b="0" kern="1200" baseline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뷰</a:t>
                      </a:r>
                      <a:endParaRPr lang="ko-KR" altLang="en-US" sz="1400" b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2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FROM </a:t>
                      </a:r>
                      <a:r>
                        <a:rPr lang="ko-KR" altLang="en-US" sz="1400" b="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절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00"/>
                        </a:lnSpc>
                      </a:pPr>
                      <a:r>
                        <a:rPr lang="en-US" altLang="ko-KR" sz="1400" b="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inline view,</a:t>
                      </a:r>
                    </a:p>
                    <a:p>
                      <a:pPr algn="l">
                        <a:lnSpc>
                          <a:spcPts val="2100"/>
                        </a:lnSpc>
                      </a:pPr>
                      <a:r>
                        <a:rPr lang="en-US" altLang="ko-KR" sz="1400" b="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table </a:t>
                      </a:r>
                      <a:r>
                        <a:rPr lang="en-US" altLang="ko-KR" sz="1400" b="0" kern="1200" baseline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subquery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00"/>
                        </a:lnSpc>
                      </a:pPr>
                      <a:r>
                        <a:rPr lang="en-US" altLang="ko-KR" sz="1400" b="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FROM </a:t>
                      </a:r>
                      <a:r>
                        <a:rPr lang="ko-KR" altLang="en-US" sz="1400" b="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절에서 결과를 </a:t>
                      </a:r>
                      <a:r>
                        <a:rPr lang="ko-KR" altLang="en-US" sz="1400" b="0" kern="1200" baseline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뷰</a:t>
                      </a:r>
                      <a:r>
                        <a:rPr lang="en-US" altLang="ko-KR" sz="1400" b="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(view) </a:t>
                      </a:r>
                      <a:r>
                        <a:rPr lang="ko-KR" altLang="en-US" sz="1400" b="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형태로 반환하기 때문에 </a:t>
                      </a:r>
                      <a:r>
                        <a:rPr lang="ko-KR" altLang="en-US" sz="1400" b="0" kern="1200" baseline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인라인</a:t>
                      </a:r>
                      <a:r>
                        <a:rPr lang="ko-KR" altLang="en-US" sz="1400" b="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400" b="0" kern="1200" baseline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뷰라고</a:t>
                      </a:r>
                      <a:r>
                        <a:rPr lang="ko-KR" altLang="en-US" sz="1400" b="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함</a:t>
                      </a:r>
                      <a:r>
                        <a:rPr lang="en-US" altLang="ko-KR" sz="1400" b="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0976">
                <a:tc>
                  <a:txBody>
                    <a:bodyPr/>
                    <a:lstStyle/>
                    <a:p>
                      <a:pPr algn="l">
                        <a:lnSpc>
                          <a:spcPts val="2100"/>
                        </a:lnSpc>
                      </a:pPr>
                      <a:r>
                        <a:rPr lang="ko-KR" altLang="en-US" sz="1400" b="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중첩질의</a:t>
                      </a:r>
                      <a:endParaRPr lang="ko-KR" altLang="en-US" sz="1400" b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2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WHERE </a:t>
                      </a:r>
                      <a:r>
                        <a:rPr lang="ko-KR" altLang="en-US" sz="1400" b="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절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00"/>
                        </a:lnSpc>
                      </a:pPr>
                      <a:r>
                        <a:rPr lang="en-US" altLang="ko-KR" sz="1400" b="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nested </a:t>
                      </a:r>
                      <a:r>
                        <a:rPr lang="en-US" altLang="ko-KR" sz="1400" b="0" kern="1200" baseline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subquery</a:t>
                      </a:r>
                      <a:r>
                        <a:rPr lang="en-US" altLang="ko-KR" sz="1400" b="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</a:t>
                      </a:r>
                    </a:p>
                    <a:p>
                      <a:pPr algn="l">
                        <a:lnSpc>
                          <a:spcPts val="2100"/>
                        </a:lnSpc>
                      </a:pPr>
                      <a:r>
                        <a:rPr lang="en-US" altLang="ko-KR" sz="1400" b="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predicate </a:t>
                      </a:r>
                      <a:r>
                        <a:rPr lang="en-US" altLang="ko-KR" sz="1400" b="0" kern="1200" baseline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subquery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00"/>
                        </a:lnSpc>
                      </a:pPr>
                      <a:r>
                        <a:rPr lang="en-US" altLang="ko-KR" sz="1400" b="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WHERE </a:t>
                      </a:r>
                      <a:r>
                        <a:rPr lang="ko-KR" altLang="en-US" sz="1400" b="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절에 술어와 같이 사용되며 결과를 한정시키기 위해 사용됨</a:t>
                      </a:r>
                      <a:r>
                        <a:rPr lang="en-US" altLang="ko-KR" sz="1400" b="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400" b="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상관 혹은 비상관 형태</a:t>
                      </a:r>
                      <a:r>
                        <a:rPr lang="en-US" altLang="ko-KR" sz="1400" b="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67544" y="1268760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표 </a:t>
            </a:r>
            <a:r>
              <a:rPr lang="en-US" altLang="ko-KR" sz="1400" b="1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4-6 </a:t>
            </a:r>
            <a:r>
              <a:rPr lang="ko-KR" altLang="en-US" sz="1400" b="1">
                <a:ea typeface="맑은 고딕" panose="020B0503020000020004" pitchFamily="50" charset="-127"/>
              </a:rPr>
              <a:t>부속질의의 종류</a:t>
            </a:r>
          </a:p>
        </p:txBody>
      </p:sp>
    </p:spTree>
    <p:extLst>
      <p:ext uri="{BB962C8B-B14F-4D97-AF65-F5344CB8AC3E}">
        <p14:creationId xmlns:p14="http://schemas.microsoft.com/office/powerpoint/2010/main" val="3092686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1. </a:t>
            </a:r>
            <a:r>
              <a:rPr lang="ko-KR" altLang="en-US"/>
              <a:t>스칼라 부속질의</a:t>
            </a:r>
            <a:r>
              <a:rPr lang="en-US" altLang="ko-KR"/>
              <a:t> – SELECT </a:t>
            </a:r>
            <a:r>
              <a:rPr lang="ko-KR" altLang="en-US"/>
              <a:t>부속질의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8280920" cy="5472608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atinLnBrk="0">
              <a:buChar char="v"/>
            </a:pPr>
            <a:r>
              <a:rPr lang="ko-KR" altLang="en-US" sz="2000">
                <a:solidFill>
                  <a:schemeClr val="tx2"/>
                </a:solidFill>
                <a:latin typeface="+mn-ea"/>
                <a:ea typeface="+mn-ea"/>
              </a:rPr>
              <a:t>스칼라 부속질의</a:t>
            </a:r>
            <a:r>
              <a:rPr lang="en-US" altLang="ko-KR" sz="2000">
                <a:solidFill>
                  <a:schemeClr val="tx2"/>
                </a:solidFill>
                <a:latin typeface="+mn-ea"/>
                <a:ea typeface="+mn-ea"/>
              </a:rPr>
              <a:t>(scalar </a:t>
            </a:r>
            <a:r>
              <a:rPr lang="en-US" altLang="ko-KR" sz="2000" err="1">
                <a:solidFill>
                  <a:schemeClr val="tx2"/>
                </a:solidFill>
                <a:latin typeface="+mn-ea"/>
                <a:ea typeface="+mn-ea"/>
              </a:rPr>
              <a:t>subquery</a:t>
            </a:r>
            <a:r>
              <a:rPr lang="en-US" altLang="ko-KR" sz="2000">
                <a:solidFill>
                  <a:schemeClr val="tx2"/>
                </a:solidFill>
                <a:latin typeface="+mn-ea"/>
                <a:ea typeface="+mn-ea"/>
              </a:rPr>
              <a:t>)</a:t>
            </a:r>
            <a:r>
              <a:rPr lang="ko-KR" altLang="en-US" sz="2000">
                <a:solidFill>
                  <a:schemeClr val="tx2"/>
                </a:solidFill>
                <a:latin typeface="+mn-ea"/>
                <a:ea typeface="+mn-ea"/>
              </a:rPr>
              <a:t>란</a:t>
            </a:r>
            <a:r>
              <a:rPr lang="en-US" altLang="ko-KR" sz="2000">
                <a:solidFill>
                  <a:schemeClr val="tx2"/>
                </a:solidFill>
                <a:latin typeface="+mn-ea"/>
                <a:ea typeface="+mn-ea"/>
              </a:rPr>
              <a:t>?</a:t>
            </a:r>
          </a:p>
          <a:p>
            <a:pPr lvl="1" latinLnBrk="0"/>
            <a:r>
              <a:rPr lang="en-US" altLang="ko-KR" sz="1400">
                <a:latin typeface="+mn-lt"/>
                <a:ea typeface="+mn-ea"/>
              </a:rPr>
              <a:t>SELECT </a:t>
            </a:r>
            <a:r>
              <a:rPr lang="ko-KR" altLang="en-US" sz="1400">
                <a:latin typeface="+mn-lt"/>
                <a:ea typeface="+mn-ea"/>
              </a:rPr>
              <a:t>절에서 사용되는 부속질의로</a:t>
            </a:r>
            <a:r>
              <a:rPr lang="en-US" altLang="ko-KR" sz="1400">
                <a:latin typeface="+mn-lt"/>
                <a:ea typeface="+mn-ea"/>
              </a:rPr>
              <a:t>, </a:t>
            </a:r>
            <a:r>
              <a:rPr lang="ko-KR" altLang="en-US" sz="1400">
                <a:latin typeface="+mn-lt"/>
                <a:ea typeface="+mn-ea"/>
              </a:rPr>
              <a:t>부속질의의 결과 값을 단일 행</a:t>
            </a:r>
            <a:r>
              <a:rPr lang="en-US" altLang="ko-KR" sz="1400">
                <a:latin typeface="+mn-lt"/>
                <a:ea typeface="+mn-ea"/>
              </a:rPr>
              <a:t>, </a:t>
            </a:r>
            <a:r>
              <a:rPr lang="ko-KR" altLang="en-US" sz="1400">
                <a:latin typeface="+mn-lt"/>
                <a:ea typeface="+mn-ea"/>
              </a:rPr>
              <a:t>단일 열의 스칼라 값으로 반환함</a:t>
            </a:r>
            <a:endParaRPr lang="en-US" altLang="ko-KR" sz="1400">
              <a:latin typeface="+mn-lt"/>
              <a:ea typeface="+mn-ea"/>
            </a:endParaRPr>
          </a:p>
          <a:p>
            <a:pPr lvl="1" latinLnBrk="0"/>
            <a:r>
              <a:rPr lang="ko-KR" altLang="en-US" sz="1400">
                <a:latin typeface="+mn-lt"/>
                <a:ea typeface="+mn-ea"/>
              </a:rPr>
              <a:t>원칙적으로 스칼라 값이 들어갈 수 있는 모든 곳에 사용 가능하며</a:t>
            </a:r>
            <a:r>
              <a:rPr lang="en-US" altLang="ko-KR" sz="1400">
                <a:latin typeface="+mn-lt"/>
                <a:ea typeface="+mn-ea"/>
              </a:rPr>
              <a:t>, </a:t>
            </a:r>
            <a:r>
              <a:rPr lang="ko-KR" altLang="en-US" sz="1400">
                <a:latin typeface="+mn-lt"/>
                <a:ea typeface="+mn-ea"/>
              </a:rPr>
              <a:t>일반적으로 </a:t>
            </a:r>
            <a:r>
              <a:rPr lang="en-US" altLang="ko-KR" sz="1400">
                <a:latin typeface="+mn-lt"/>
                <a:ea typeface="+mn-ea"/>
              </a:rPr>
              <a:t>SELECT </a:t>
            </a:r>
            <a:r>
              <a:rPr lang="ko-KR" altLang="en-US" sz="1400">
                <a:latin typeface="+mn-lt"/>
                <a:ea typeface="+mn-ea"/>
              </a:rPr>
              <a:t>문과 </a:t>
            </a:r>
            <a:r>
              <a:rPr lang="en-US" altLang="ko-KR" sz="1400">
                <a:latin typeface="+mn-lt"/>
                <a:ea typeface="+mn-ea"/>
              </a:rPr>
              <a:t>UPDATE SET </a:t>
            </a:r>
            <a:r>
              <a:rPr lang="ko-KR" altLang="en-US" sz="1400">
                <a:latin typeface="+mn-lt"/>
                <a:ea typeface="+mn-ea"/>
              </a:rPr>
              <a:t>절에 사용됨</a:t>
            </a:r>
            <a:endParaRPr lang="en-US" altLang="ko-KR" sz="1400">
              <a:latin typeface="+mn-lt"/>
              <a:ea typeface="+mn-ea"/>
            </a:endParaRPr>
          </a:p>
          <a:p>
            <a:pPr lvl="1" latinLnBrk="0"/>
            <a:r>
              <a:rPr lang="ko-KR" altLang="en-US" sz="1400" err="1">
                <a:latin typeface="+mn-lt"/>
                <a:ea typeface="+mn-ea"/>
              </a:rPr>
              <a:t>주질의와</a:t>
            </a:r>
            <a:r>
              <a:rPr lang="ko-KR" altLang="en-US" sz="1400">
                <a:latin typeface="+mn-lt"/>
                <a:ea typeface="+mn-ea"/>
              </a:rPr>
              <a:t> 부속질의와의 관계는 상관</a:t>
            </a:r>
            <a:r>
              <a:rPr lang="en-US" altLang="ko-KR" sz="1400">
                <a:latin typeface="+mn-lt"/>
                <a:ea typeface="+mn-ea"/>
              </a:rPr>
              <a:t>/</a:t>
            </a:r>
            <a:r>
              <a:rPr lang="ko-KR" altLang="en-US" sz="1400">
                <a:latin typeface="+mn-lt"/>
                <a:ea typeface="+mn-ea"/>
              </a:rPr>
              <a:t>비상관 모두 가능함</a:t>
            </a:r>
            <a:endParaRPr lang="en-US" altLang="ko-KR" sz="1400">
              <a:latin typeface="+mn-lt"/>
              <a:ea typeface="+mn-e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71600" y="5517232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그림 </a:t>
            </a:r>
            <a:r>
              <a:rPr lang="en-US" altLang="ko-KR" sz="1400" b="1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4-3 </a:t>
            </a:r>
            <a:r>
              <a:rPr lang="ko-KR" altLang="en-US" sz="1400" b="1">
                <a:ea typeface="맑은 고딕" panose="020B0503020000020004" pitchFamily="50" charset="-127"/>
              </a:rPr>
              <a:t>스칼라</a:t>
            </a:r>
            <a:r>
              <a:rPr lang="ko-KR" altLang="en-US" sz="1400" b="1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 </a:t>
            </a:r>
            <a:r>
              <a:rPr lang="ko-KR" altLang="en-US" sz="1400" b="1">
                <a:ea typeface="맑은 고딕" panose="020B0503020000020004" pitchFamily="50" charset="-127"/>
              </a:rPr>
              <a:t>부속질의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3284984"/>
            <a:ext cx="5282862" cy="2160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166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1. </a:t>
            </a:r>
            <a:r>
              <a:rPr lang="ko-KR" altLang="en-US"/>
              <a:t>스칼라 부속질의</a:t>
            </a:r>
            <a:r>
              <a:rPr lang="en-US" altLang="ko-KR"/>
              <a:t> – SELECT </a:t>
            </a:r>
            <a:r>
              <a:rPr lang="ko-KR" altLang="en-US"/>
              <a:t>부속질의</a:t>
            </a:r>
          </a:p>
        </p:txBody>
      </p:sp>
      <p:graphicFrame>
        <p:nvGraphicFramePr>
          <p:cNvPr id="4" name="내용 개체 틀 3"/>
          <p:cNvGraphicFramePr>
            <a:graphicFrameLocks/>
          </p:cNvGraphicFramePr>
          <p:nvPr/>
        </p:nvGraphicFramePr>
        <p:xfrm>
          <a:off x="663799" y="1350640"/>
          <a:ext cx="7796633" cy="662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966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5084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질의 </a:t>
                      </a:r>
                      <a:r>
                        <a:rPr lang="en-US" altLang="ko-KR" sz="14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4-12   </a:t>
                      </a:r>
                      <a:r>
                        <a:rPr lang="ko-KR" altLang="en-US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마당서점의 고객별 판매액을 보이시오</a:t>
                      </a: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고객이름과 고객별 판매액을 출력</a:t>
                      </a: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).</a:t>
                      </a:r>
                      <a:endParaRPr lang="ko-KR" altLang="en-US" sz="140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5084">
                <a:tc>
                  <a:txBody>
                    <a:bodyPr/>
                    <a:lstStyle/>
                    <a:p>
                      <a:pPr latinLnBrk="1"/>
                      <a:endParaRPr lang="ko-KR" altLang="en-US" sz="14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827584" y="1916832"/>
            <a:ext cx="6655904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62050" indent="-1162050"/>
            <a:r>
              <a:rPr lang="en-US" altLang="ko-KR" sz="1400" dirty="0">
                <a:ea typeface="맑은 고딕" panose="020B0503020000020004" pitchFamily="50" charset="-127"/>
              </a:rPr>
              <a:t>SELECT         ( SELECT   name</a:t>
            </a:r>
          </a:p>
          <a:p>
            <a:pPr marL="1162050" indent="-1162050"/>
            <a:r>
              <a:rPr lang="en-US" altLang="ko-KR" sz="1400" dirty="0">
                <a:ea typeface="맑은 고딕" panose="020B0503020000020004" pitchFamily="50" charset="-127"/>
              </a:rPr>
              <a:t>                    FROM    Customer cs</a:t>
            </a:r>
          </a:p>
          <a:p>
            <a:pPr marL="1162050" indent="-1162050"/>
            <a:r>
              <a:rPr lang="en-US" altLang="ko-KR" sz="1400" dirty="0">
                <a:ea typeface="맑은 고딕" panose="020B0503020000020004" pitchFamily="50" charset="-127"/>
              </a:rPr>
              <a:t>                    WHERE   </a:t>
            </a:r>
            <a:r>
              <a:rPr lang="en-US" altLang="ko-KR" sz="1400" dirty="0" err="1">
                <a:ea typeface="맑은 고딕" panose="020B0503020000020004" pitchFamily="50" charset="-127"/>
              </a:rPr>
              <a:t>cs.custid</a:t>
            </a:r>
            <a:r>
              <a:rPr lang="en-US" altLang="ko-KR" sz="1400" dirty="0">
                <a:ea typeface="맑은 고딕" panose="020B0503020000020004" pitchFamily="50" charset="-127"/>
              </a:rPr>
              <a:t>=</a:t>
            </a:r>
            <a:r>
              <a:rPr lang="en-US" altLang="ko-KR" sz="1400" dirty="0" err="1">
                <a:ea typeface="맑은 고딕" panose="020B0503020000020004" pitchFamily="50" charset="-127"/>
              </a:rPr>
              <a:t>od.custid</a:t>
            </a:r>
            <a:r>
              <a:rPr lang="en-US" altLang="ko-KR" sz="1400" dirty="0">
                <a:ea typeface="맑은 고딕" panose="020B0503020000020004" pitchFamily="50" charset="-127"/>
              </a:rPr>
              <a:t> ) ‘name’, SUM(</a:t>
            </a:r>
            <a:r>
              <a:rPr lang="en-US" altLang="ko-KR" sz="1400" dirty="0" err="1">
                <a:ea typeface="맑은 고딕" panose="020B0503020000020004" pitchFamily="50" charset="-127"/>
              </a:rPr>
              <a:t>saleprice</a:t>
            </a:r>
            <a:r>
              <a:rPr lang="en-US" altLang="ko-KR" sz="1400" dirty="0">
                <a:ea typeface="맑은 고딕" panose="020B0503020000020004" pitchFamily="50" charset="-127"/>
              </a:rPr>
              <a:t>) ‘total’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FROM 	    Orders od</a:t>
            </a:r>
          </a:p>
          <a:p>
            <a:pPr marL="1162050" indent="-1162050"/>
            <a:r>
              <a:rPr lang="en-US" altLang="ko-KR" sz="1400" dirty="0">
                <a:ea typeface="맑은 고딕" panose="020B0503020000020004" pitchFamily="50" charset="-127"/>
              </a:rPr>
              <a:t>GROUP BY     </a:t>
            </a:r>
            <a:r>
              <a:rPr lang="en-US" altLang="ko-KR" sz="1400" dirty="0" err="1">
                <a:ea typeface="맑은 고딕" panose="020B0503020000020004" pitchFamily="50" charset="-127"/>
              </a:rPr>
              <a:t>od.custid</a:t>
            </a:r>
            <a:r>
              <a:rPr lang="en-US" altLang="ko-KR" sz="1400" dirty="0">
                <a:ea typeface="맑은 고딕" panose="020B0503020000020004" pitchFamily="50" charset="-127"/>
              </a:rPr>
              <a:t>;</a:t>
            </a:r>
            <a:endParaRPr lang="ko-KR" altLang="en-US" sz="1400" dirty="0">
              <a:ea typeface="맑은 고딕" panose="020B0503020000020004" pitchFamily="50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3356992"/>
            <a:ext cx="1152128" cy="1102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19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1. </a:t>
            </a:r>
            <a:r>
              <a:rPr lang="ko-KR" altLang="en-US"/>
              <a:t>스칼라 부속질의</a:t>
            </a:r>
            <a:r>
              <a:rPr lang="en-US" altLang="ko-KR"/>
              <a:t> – SELECT </a:t>
            </a:r>
            <a:r>
              <a:rPr lang="ko-KR" altLang="en-US"/>
              <a:t>부속질의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66352" y="6021288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그림 </a:t>
            </a:r>
            <a:r>
              <a:rPr lang="en-US" altLang="ko-KR" sz="1400" b="1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4-4 </a:t>
            </a:r>
            <a:r>
              <a:rPr lang="ko-KR" altLang="en-US" sz="1400" b="1">
                <a:ea typeface="맑은 고딕" panose="020B0503020000020004" pitchFamily="50" charset="-127"/>
              </a:rPr>
              <a:t>마당서점의</a:t>
            </a:r>
            <a:r>
              <a:rPr lang="en-US" altLang="ko-KR" sz="1400" b="1">
                <a:ea typeface="맑은 고딕" panose="020B0503020000020004" pitchFamily="50" charset="-127"/>
              </a:rPr>
              <a:t> </a:t>
            </a:r>
            <a:r>
              <a:rPr lang="ko-KR" altLang="en-US" sz="1400" b="1">
                <a:ea typeface="맑은 고딕" panose="020B0503020000020004" pitchFamily="50" charset="-127"/>
              </a:rPr>
              <a:t>고객별 판매액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1412776"/>
            <a:ext cx="6192688" cy="4532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223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94089E-A56E-E768-1104-4F6DDBFC5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3560F7-8694-B74D-7857-8BE1852B6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1. </a:t>
            </a:r>
            <a:r>
              <a:rPr lang="ko-KR" altLang="en-US"/>
              <a:t>스칼라 부속질의</a:t>
            </a:r>
            <a:r>
              <a:rPr lang="en-US" altLang="ko-KR"/>
              <a:t> – SELECT </a:t>
            </a:r>
            <a:r>
              <a:rPr lang="ko-KR" altLang="en-US"/>
              <a:t>부속질의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DC4CA5B2-4A86-E47F-FF98-4F5B6616E8A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28907220"/>
              </p:ext>
            </p:extLst>
          </p:nvPr>
        </p:nvGraphicFramePr>
        <p:xfrm>
          <a:off x="663799" y="1350640"/>
          <a:ext cx="7796633" cy="662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966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5084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질의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4-12  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마당서점의 고객별 판매액을 </a:t>
                      </a:r>
                      <a:r>
                        <a:rPr lang="ko-KR" altLang="en-US" sz="1400" b="1" kern="1200" baseline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보이시오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고객이름과 고객별 판매액을 출력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). JOIN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5084"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C894646B-85CB-72FD-7F76-D2162669DFB9}"/>
              </a:ext>
            </a:extLst>
          </p:cNvPr>
          <p:cNvSpPr/>
          <p:nvPr/>
        </p:nvSpPr>
        <p:spPr>
          <a:xfrm>
            <a:off x="827584" y="1916832"/>
            <a:ext cx="665590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62050" indent="-1162050"/>
            <a:r>
              <a:rPr lang="en-US" altLang="ko-KR" sz="1400" dirty="0">
                <a:ea typeface="맑은 고딕" panose="020B0503020000020004" pitchFamily="50" charset="-127"/>
              </a:rPr>
              <a:t>SELECT         </a:t>
            </a:r>
            <a:r>
              <a:rPr lang="en-US" altLang="ko-KR" sz="1400" dirty="0" smtClean="0">
                <a:ea typeface="맑은 고딕" panose="020B0503020000020004" pitchFamily="50" charset="-127"/>
              </a:rPr>
              <a:t>name, </a:t>
            </a:r>
            <a:r>
              <a:rPr lang="en-US" altLang="ko-KR" sz="1400" dirty="0">
                <a:ea typeface="맑은 고딕" panose="020B0503020000020004" pitchFamily="50" charset="-127"/>
              </a:rPr>
              <a:t>SUM(</a:t>
            </a:r>
            <a:r>
              <a:rPr lang="en-US" altLang="ko-KR" sz="1400" dirty="0" err="1">
                <a:ea typeface="맑은 고딕" panose="020B0503020000020004" pitchFamily="50" charset="-127"/>
              </a:rPr>
              <a:t>saleprice</a:t>
            </a:r>
            <a:r>
              <a:rPr lang="en-US" altLang="ko-KR" sz="1400" dirty="0">
                <a:ea typeface="맑은 고딕" panose="020B0503020000020004" pitchFamily="50" charset="-127"/>
              </a:rPr>
              <a:t>) ‘total’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FROM 	    Orders od JOIN customer c on </a:t>
            </a:r>
            <a:r>
              <a:rPr lang="en-US" altLang="ko-KR" sz="1400" dirty="0" err="1">
                <a:ea typeface="맑은 고딕" panose="020B0503020000020004" pitchFamily="50" charset="-127"/>
              </a:rPr>
              <a:t>od.custid</a:t>
            </a:r>
            <a:r>
              <a:rPr lang="en-US" altLang="ko-KR" sz="1400" dirty="0">
                <a:ea typeface="맑은 고딕" panose="020B0503020000020004" pitchFamily="50" charset="-127"/>
              </a:rPr>
              <a:t> = </a:t>
            </a:r>
            <a:r>
              <a:rPr lang="en-US" altLang="ko-KR" sz="1400" dirty="0" err="1">
                <a:ea typeface="맑은 고딕" panose="020B0503020000020004" pitchFamily="50" charset="-127"/>
              </a:rPr>
              <a:t>c.custid</a:t>
            </a:r>
            <a:endParaRPr lang="en-US" altLang="ko-KR" sz="1400" dirty="0">
              <a:ea typeface="맑은 고딕" panose="020B0503020000020004" pitchFamily="50" charset="-127"/>
            </a:endParaRPr>
          </a:p>
          <a:p>
            <a:pPr marL="1162050" indent="-1162050"/>
            <a:r>
              <a:rPr lang="en-US" altLang="ko-KR" sz="1400" dirty="0">
                <a:ea typeface="맑은 고딕" panose="020B0503020000020004" pitchFamily="50" charset="-127"/>
              </a:rPr>
              <a:t>GROUP BY     </a:t>
            </a:r>
            <a:r>
              <a:rPr lang="en-US" altLang="ko-KR" sz="1400" dirty="0" err="1">
                <a:ea typeface="맑은 고딕" panose="020B0503020000020004" pitchFamily="50" charset="-127"/>
              </a:rPr>
              <a:t>od.custid</a:t>
            </a:r>
            <a:r>
              <a:rPr lang="en-US" altLang="ko-KR" sz="1400" dirty="0">
                <a:ea typeface="맑은 고딕" panose="020B0503020000020004" pitchFamily="50" charset="-127"/>
              </a:rPr>
              <a:t>;</a:t>
            </a:r>
            <a:endParaRPr lang="ko-KR" altLang="en-US" sz="1400" dirty="0">
              <a:ea typeface="맑은 고딕" panose="020B0503020000020004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4AA88A7-262D-A584-D678-6317BB570E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3356992"/>
            <a:ext cx="1152128" cy="1102533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86E2A59-5BBC-4280-EB0A-14AE22522347}"/>
              </a:ext>
            </a:extLst>
          </p:cNvPr>
          <p:cNvSpPr/>
          <p:nvPr/>
        </p:nvSpPr>
        <p:spPr>
          <a:xfrm>
            <a:off x="3419872" y="2471760"/>
            <a:ext cx="2880320" cy="216024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3875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1. </a:t>
            </a:r>
            <a:r>
              <a:rPr lang="ko-KR" altLang="en-US"/>
              <a:t>스칼라 부속질의</a:t>
            </a:r>
            <a:r>
              <a:rPr lang="en-US" altLang="ko-KR"/>
              <a:t> – SELECT </a:t>
            </a:r>
            <a:r>
              <a:rPr lang="ko-KR" altLang="en-US"/>
              <a:t>부속질의</a:t>
            </a:r>
          </a:p>
        </p:txBody>
      </p:sp>
      <p:graphicFrame>
        <p:nvGraphicFramePr>
          <p:cNvPr id="4" name="내용 개체 틀 3"/>
          <p:cNvGraphicFramePr>
            <a:graphicFrameLocks/>
          </p:cNvGraphicFramePr>
          <p:nvPr/>
        </p:nvGraphicFramePr>
        <p:xfrm>
          <a:off x="663799" y="1350640"/>
          <a:ext cx="7796633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966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질의 </a:t>
                      </a:r>
                      <a:r>
                        <a:rPr lang="en-US" altLang="ko-KR" sz="14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4-12   </a:t>
                      </a: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Orders </a:t>
                      </a:r>
                      <a:r>
                        <a:rPr lang="ko-KR" altLang="en-US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테이블에 각 주문에 맞는 도서이름을 입력하시오</a:t>
                      </a: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endParaRPr lang="ko-KR" altLang="en-US" sz="140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796416" y="1988840"/>
            <a:ext cx="665590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>
                <a:ea typeface="맑은 고딕" panose="020B0503020000020004" pitchFamily="50" charset="-127"/>
              </a:rPr>
              <a:t>UPDATE 	Orders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SET 	</a:t>
            </a:r>
            <a:r>
              <a:rPr lang="en-US" altLang="ko-KR" sz="1400" dirty="0" err="1" smtClean="0">
                <a:ea typeface="맑은 고딕" panose="020B0503020000020004" pitchFamily="50" charset="-127"/>
              </a:rPr>
              <a:t>bname</a:t>
            </a:r>
            <a:r>
              <a:rPr lang="en-US" altLang="ko-KR" sz="1400" dirty="0" smtClean="0">
                <a:ea typeface="맑은 고딕" panose="020B0503020000020004" pitchFamily="50" charset="-127"/>
              </a:rPr>
              <a:t> </a:t>
            </a:r>
            <a:r>
              <a:rPr lang="en-US" altLang="ko-KR" sz="1400" dirty="0">
                <a:ea typeface="맑은 고딕" panose="020B0503020000020004" pitchFamily="50" charset="-127"/>
              </a:rPr>
              <a:t>= ( SELECT </a:t>
            </a:r>
            <a:r>
              <a:rPr lang="en-US" altLang="ko-KR" sz="1400" dirty="0" err="1">
                <a:ea typeface="맑은 고딕" panose="020B0503020000020004" pitchFamily="50" charset="-127"/>
              </a:rPr>
              <a:t>bookname</a:t>
            </a:r>
            <a:endParaRPr lang="en-US" altLang="ko-KR" sz="1400" dirty="0">
              <a:ea typeface="맑은 고딕" panose="020B0503020000020004" pitchFamily="50" charset="-127"/>
            </a:endParaRPr>
          </a:p>
          <a:p>
            <a:pPr marL="1971675"/>
            <a:r>
              <a:rPr lang="en-US" altLang="ko-KR" sz="1400" dirty="0">
                <a:ea typeface="맑은 고딕" panose="020B0503020000020004" pitchFamily="50" charset="-127"/>
              </a:rPr>
              <a:t>   FROM Book</a:t>
            </a:r>
          </a:p>
          <a:p>
            <a:pPr marL="1971675"/>
            <a:r>
              <a:rPr lang="en-US" altLang="ko-KR" sz="1400" dirty="0">
                <a:ea typeface="맑은 고딕" panose="020B0503020000020004" pitchFamily="50" charset="-127"/>
              </a:rPr>
              <a:t>   WHERE </a:t>
            </a:r>
            <a:r>
              <a:rPr lang="en-US" altLang="ko-KR" sz="1400" dirty="0" err="1">
                <a:ea typeface="맑은 고딕" panose="020B0503020000020004" pitchFamily="50" charset="-127"/>
              </a:rPr>
              <a:t>Book.bookid</a:t>
            </a:r>
            <a:r>
              <a:rPr lang="en-US" altLang="ko-KR" sz="1400" dirty="0">
                <a:ea typeface="맑은 고딕" panose="020B0503020000020004" pitchFamily="50" charset="-127"/>
              </a:rPr>
              <a:t>=</a:t>
            </a:r>
            <a:r>
              <a:rPr lang="en-US" altLang="ko-KR" sz="1400" dirty="0" err="1">
                <a:ea typeface="맑은 고딕" panose="020B0503020000020004" pitchFamily="50" charset="-127"/>
              </a:rPr>
              <a:t>Orders.bookid</a:t>
            </a:r>
            <a:r>
              <a:rPr lang="en-US" altLang="ko-KR" sz="1400" dirty="0">
                <a:ea typeface="맑은 고딕" panose="020B0503020000020004" pitchFamily="50" charset="-127"/>
              </a:rPr>
              <a:t> );</a:t>
            </a:r>
            <a:endParaRPr lang="ko-KR" altLang="en-US" sz="1400" dirty="0">
              <a:ea typeface="맑은 고딕" panose="020B0503020000020004" pitchFamily="50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3140968"/>
            <a:ext cx="4111774" cy="2055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02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</a:t>
            </a:r>
            <a:r>
              <a:rPr lang="ko-KR" altLang="en-US" err="1"/>
              <a:t>인라인</a:t>
            </a:r>
            <a:r>
              <a:rPr lang="ko-KR" altLang="en-US"/>
              <a:t> </a:t>
            </a:r>
            <a:r>
              <a:rPr lang="ko-KR" altLang="en-US" err="1"/>
              <a:t>뷰</a:t>
            </a:r>
            <a:r>
              <a:rPr lang="en-US" altLang="ko-KR"/>
              <a:t>- FROM </a:t>
            </a:r>
            <a:r>
              <a:rPr lang="ko-KR" altLang="en-US"/>
              <a:t>부속질의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8352928" cy="5472608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atinLnBrk="0">
              <a:buChar char="v"/>
            </a:pPr>
            <a:r>
              <a:rPr lang="ko-KR" altLang="en-US" sz="2000" err="1">
                <a:solidFill>
                  <a:schemeClr val="tx2"/>
                </a:solidFill>
                <a:latin typeface="+mn-ea"/>
                <a:ea typeface="+mn-ea"/>
              </a:rPr>
              <a:t>인라인</a:t>
            </a:r>
            <a:r>
              <a:rPr lang="ko-KR" altLang="en-US" sz="2000">
                <a:solidFill>
                  <a:schemeClr val="tx2"/>
                </a:solidFill>
                <a:latin typeface="+mn-ea"/>
                <a:ea typeface="+mn-ea"/>
              </a:rPr>
              <a:t> </a:t>
            </a:r>
            <a:r>
              <a:rPr lang="ko-KR" altLang="en-US" sz="2000" err="1">
                <a:solidFill>
                  <a:schemeClr val="tx2"/>
                </a:solidFill>
                <a:latin typeface="+mn-ea"/>
                <a:ea typeface="+mn-ea"/>
              </a:rPr>
              <a:t>뷰</a:t>
            </a:r>
            <a:r>
              <a:rPr lang="en-US" altLang="ko-KR" sz="2000">
                <a:solidFill>
                  <a:schemeClr val="tx2"/>
                </a:solidFill>
                <a:latin typeface="+mn-ea"/>
                <a:ea typeface="+mn-ea"/>
              </a:rPr>
              <a:t>(inline view)</a:t>
            </a:r>
            <a:r>
              <a:rPr lang="ko-KR" altLang="en-US" sz="2000">
                <a:solidFill>
                  <a:schemeClr val="tx2"/>
                </a:solidFill>
                <a:latin typeface="+mn-ea"/>
                <a:ea typeface="+mn-ea"/>
              </a:rPr>
              <a:t>란</a:t>
            </a:r>
            <a:r>
              <a:rPr lang="en-US" altLang="ko-KR" sz="2000">
                <a:solidFill>
                  <a:schemeClr val="tx2"/>
                </a:solidFill>
                <a:latin typeface="+mn-ea"/>
                <a:ea typeface="+mn-ea"/>
              </a:rPr>
              <a:t>?</a:t>
            </a:r>
          </a:p>
          <a:p>
            <a:pPr lvl="1" latinLnBrk="0"/>
            <a:r>
              <a:rPr lang="en-US" altLang="ko-KR" sz="1400">
                <a:latin typeface="+mn-lt"/>
                <a:ea typeface="+mn-ea"/>
              </a:rPr>
              <a:t>FROM </a:t>
            </a:r>
            <a:r>
              <a:rPr lang="ko-KR" altLang="en-US" sz="1400">
                <a:latin typeface="+mn-lt"/>
                <a:ea typeface="+mn-ea"/>
              </a:rPr>
              <a:t>절에서 사용되는 부속질의</a:t>
            </a:r>
            <a:endParaRPr lang="en-US" altLang="ko-KR" sz="1400">
              <a:latin typeface="+mn-lt"/>
              <a:ea typeface="+mn-ea"/>
            </a:endParaRPr>
          </a:p>
          <a:p>
            <a:pPr lvl="1" latinLnBrk="0"/>
            <a:r>
              <a:rPr lang="ko-KR" altLang="en-US" sz="1400">
                <a:latin typeface="+mn-lt"/>
                <a:ea typeface="+mn-ea"/>
              </a:rPr>
              <a:t>테이블 이름 대신 </a:t>
            </a:r>
            <a:r>
              <a:rPr lang="ko-KR" altLang="en-US" sz="1400" err="1">
                <a:latin typeface="+mn-lt"/>
                <a:ea typeface="+mn-ea"/>
              </a:rPr>
              <a:t>인라인</a:t>
            </a:r>
            <a:r>
              <a:rPr lang="ko-KR" altLang="en-US" sz="1400">
                <a:latin typeface="+mn-lt"/>
                <a:ea typeface="+mn-ea"/>
              </a:rPr>
              <a:t> </a:t>
            </a:r>
            <a:r>
              <a:rPr lang="ko-KR" altLang="en-US" sz="1400" err="1">
                <a:latin typeface="+mn-lt"/>
                <a:ea typeface="+mn-ea"/>
              </a:rPr>
              <a:t>뷰</a:t>
            </a:r>
            <a:r>
              <a:rPr lang="ko-KR" altLang="en-US" sz="1400">
                <a:latin typeface="+mn-lt"/>
                <a:ea typeface="+mn-ea"/>
              </a:rPr>
              <a:t> 부속질의를 사용하면 보통의 테이블과 같은 형태로 사용할 수 있음</a:t>
            </a:r>
            <a:endParaRPr lang="en-US" altLang="ko-KR" sz="1400">
              <a:latin typeface="+mn-lt"/>
              <a:ea typeface="+mn-ea"/>
            </a:endParaRPr>
          </a:p>
          <a:p>
            <a:pPr lvl="1" latinLnBrk="0"/>
            <a:r>
              <a:rPr lang="ko-KR" altLang="en-US" sz="1400">
                <a:latin typeface="+mn-lt"/>
                <a:ea typeface="+mn-ea"/>
              </a:rPr>
              <a:t>부속질의 결과 반환되는 데이터는 다중 행</a:t>
            </a:r>
            <a:r>
              <a:rPr lang="en-US" altLang="ko-KR" sz="1400">
                <a:latin typeface="+mn-lt"/>
                <a:ea typeface="+mn-ea"/>
              </a:rPr>
              <a:t>, </a:t>
            </a:r>
            <a:r>
              <a:rPr lang="ko-KR" altLang="en-US" sz="1400">
                <a:latin typeface="+mn-lt"/>
                <a:ea typeface="+mn-ea"/>
              </a:rPr>
              <a:t>다중 열이어도 상관없음</a:t>
            </a:r>
            <a:r>
              <a:rPr lang="en-US" altLang="ko-KR" sz="1400">
                <a:latin typeface="+mn-lt"/>
                <a:ea typeface="+mn-ea"/>
              </a:rPr>
              <a:t> </a:t>
            </a:r>
          </a:p>
          <a:p>
            <a:pPr lvl="1" latinLnBrk="0"/>
            <a:r>
              <a:rPr lang="ko-KR" altLang="en-US" sz="1400">
                <a:latin typeface="+mn-lt"/>
                <a:ea typeface="+mn-ea"/>
              </a:rPr>
              <a:t>다만 가상의 테이블인 뷰 형태로 제공되어 상관 부속질의로 사용될 수는 없음</a:t>
            </a:r>
          </a:p>
        </p:txBody>
      </p:sp>
      <p:graphicFrame>
        <p:nvGraphicFramePr>
          <p:cNvPr id="4" name="내용 개체 틀 3"/>
          <p:cNvGraphicFramePr>
            <a:graphicFrameLocks/>
          </p:cNvGraphicFramePr>
          <p:nvPr/>
        </p:nvGraphicFramePr>
        <p:xfrm>
          <a:off x="827584" y="3271044"/>
          <a:ext cx="7704856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48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질의 </a:t>
                      </a:r>
                      <a:r>
                        <a:rPr lang="en-US" altLang="ko-KR" sz="14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4-14   </a:t>
                      </a:r>
                      <a:r>
                        <a:rPr lang="ko-KR" altLang="en-US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고객번호가 </a:t>
                      </a: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 </a:t>
                      </a:r>
                      <a:r>
                        <a:rPr lang="ko-KR" altLang="en-US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이하인 고객의 판매액을 보이시오</a:t>
                      </a: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고객이름과 고객별 판매액 출력</a:t>
                      </a: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).</a:t>
                      </a:r>
                      <a:endParaRPr lang="ko-KR" altLang="en-US" sz="140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4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1018781" y="3933056"/>
            <a:ext cx="6577555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>
                <a:ea typeface="맑은 고딕" panose="020B0503020000020004" pitchFamily="50" charset="-127"/>
              </a:rPr>
              <a:t>SELECT 	cs.name, SUM(</a:t>
            </a:r>
            <a:r>
              <a:rPr lang="en-US" altLang="ko-KR" sz="1400" dirty="0" err="1">
                <a:ea typeface="맑은 고딕" panose="020B0503020000020004" pitchFamily="50" charset="-127"/>
              </a:rPr>
              <a:t>od.saleprice</a:t>
            </a:r>
            <a:r>
              <a:rPr lang="en-US" altLang="ko-KR" sz="1400" dirty="0">
                <a:ea typeface="맑은 고딕" panose="020B0503020000020004" pitchFamily="50" charset="-127"/>
              </a:rPr>
              <a:t>) ‘total’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FROM 	(SELECT  </a:t>
            </a:r>
            <a:r>
              <a:rPr lang="en-US" altLang="ko-KR" sz="1400" dirty="0" err="1">
                <a:ea typeface="맑은 고딕" panose="020B0503020000020004" pitchFamily="50" charset="-127"/>
              </a:rPr>
              <a:t>custid</a:t>
            </a:r>
            <a:r>
              <a:rPr lang="en-US" altLang="ko-KR" sz="1400" dirty="0">
                <a:ea typeface="맑은 고딕" panose="020B0503020000020004" pitchFamily="50" charset="-127"/>
              </a:rPr>
              <a:t>, name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	 FROM   Customer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	 WHERE  </a:t>
            </a:r>
            <a:r>
              <a:rPr lang="en-US" altLang="ko-KR" sz="1400" dirty="0" err="1">
                <a:ea typeface="맑은 고딕" panose="020B0503020000020004" pitchFamily="50" charset="-127"/>
              </a:rPr>
              <a:t>custid</a:t>
            </a:r>
            <a:r>
              <a:rPr lang="en-US" altLang="ko-KR" sz="1400" dirty="0">
                <a:ea typeface="맑은 고딕" panose="020B0503020000020004" pitchFamily="50" charset="-127"/>
              </a:rPr>
              <a:t> &lt;= 2) </a:t>
            </a:r>
            <a:r>
              <a:rPr lang="en-US" altLang="ko-KR" sz="1400" dirty="0" err="1">
                <a:ea typeface="맑은 고딕" panose="020B0503020000020004" pitchFamily="50" charset="-127"/>
              </a:rPr>
              <a:t>cs</a:t>
            </a:r>
            <a:r>
              <a:rPr lang="en-US" altLang="ko-KR" sz="1400" dirty="0">
                <a:ea typeface="맑은 고딕" panose="020B0503020000020004" pitchFamily="50" charset="-127"/>
              </a:rPr>
              <a:t>,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	 Orders   od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WHERE 	</a:t>
            </a:r>
            <a:r>
              <a:rPr lang="en-US" altLang="ko-KR" sz="1400" dirty="0" err="1">
                <a:ea typeface="맑은 고딕" panose="020B0503020000020004" pitchFamily="50" charset="-127"/>
              </a:rPr>
              <a:t>cs.custid</a:t>
            </a:r>
            <a:r>
              <a:rPr lang="en-US" altLang="ko-KR" sz="1400" dirty="0">
                <a:ea typeface="맑은 고딕" panose="020B0503020000020004" pitchFamily="50" charset="-127"/>
              </a:rPr>
              <a:t>=</a:t>
            </a:r>
            <a:r>
              <a:rPr lang="en-US" altLang="ko-KR" sz="1400" dirty="0" err="1">
                <a:ea typeface="맑은 고딕" panose="020B0503020000020004" pitchFamily="50" charset="-127"/>
              </a:rPr>
              <a:t>od.custid</a:t>
            </a:r>
            <a:endParaRPr lang="en-US" altLang="ko-KR" sz="1400" dirty="0">
              <a:ea typeface="맑은 고딕" panose="020B0503020000020004" pitchFamily="50" charset="-127"/>
            </a:endParaRPr>
          </a:p>
          <a:p>
            <a:r>
              <a:rPr lang="en-US" altLang="ko-KR" sz="1400" dirty="0">
                <a:ea typeface="맑은 고딕" panose="020B0503020000020004" pitchFamily="50" charset="-127"/>
              </a:rPr>
              <a:t>GROUP BY cs.name;</a:t>
            </a:r>
            <a:endParaRPr lang="ko-KR" altLang="en-US" sz="1400" dirty="0">
              <a:ea typeface="맑은 고딕" panose="020B0503020000020004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4288" y="4005064"/>
            <a:ext cx="1241699" cy="732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9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</a:t>
            </a:r>
            <a:r>
              <a:rPr lang="ko-KR" altLang="en-US" err="1"/>
              <a:t>인라인</a:t>
            </a:r>
            <a:r>
              <a:rPr lang="ko-KR" altLang="en-US"/>
              <a:t> </a:t>
            </a:r>
            <a:r>
              <a:rPr lang="ko-KR" altLang="en-US" err="1"/>
              <a:t>뷰</a:t>
            </a:r>
            <a:r>
              <a:rPr lang="en-US" altLang="ko-KR"/>
              <a:t>- FROM </a:t>
            </a:r>
            <a:r>
              <a:rPr lang="ko-KR" altLang="en-US"/>
              <a:t>부속질의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35696" y="4653136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그림 </a:t>
            </a:r>
            <a:r>
              <a:rPr lang="en-US" altLang="ko-KR" sz="1400" b="1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4-5 </a:t>
            </a:r>
            <a:r>
              <a:rPr lang="ko-KR" altLang="en-US" sz="1400" b="1" err="1">
                <a:ea typeface="맑은 고딕" panose="020B0503020000020004" pitchFamily="50" charset="-127"/>
              </a:rPr>
              <a:t>인라인</a:t>
            </a:r>
            <a:r>
              <a:rPr lang="ko-KR" altLang="en-US" sz="1400" b="1">
                <a:ea typeface="맑은 고딕" panose="020B0503020000020004" pitchFamily="50" charset="-127"/>
              </a:rPr>
              <a:t> </a:t>
            </a:r>
            <a:r>
              <a:rPr lang="ko-KR" altLang="en-US" sz="1400" b="1" err="1">
                <a:ea typeface="맑은 고딕" panose="020B0503020000020004" pitchFamily="50" charset="-127"/>
              </a:rPr>
              <a:t>뷰</a:t>
            </a:r>
            <a:endParaRPr lang="ko-KR" altLang="en-US" sz="1400" b="1">
              <a:ea typeface="맑은 고딕" panose="020B0503020000020004" pitchFamily="50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4746" y="1772816"/>
            <a:ext cx="5147732" cy="2797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190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3. </a:t>
            </a:r>
            <a:r>
              <a:rPr lang="ko-KR" altLang="en-US"/>
              <a:t>중첩질의 </a:t>
            </a:r>
            <a:r>
              <a:rPr lang="en-US" altLang="ko-KR"/>
              <a:t>– WHERE </a:t>
            </a:r>
            <a:r>
              <a:rPr lang="ko-KR" altLang="en-US"/>
              <a:t>부속질의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ko-KR" altLang="en-US"/>
              <a:t>중첩질의</a:t>
            </a:r>
            <a:r>
              <a:rPr lang="en-US" altLang="ko-KR"/>
              <a:t>(nested </a:t>
            </a:r>
            <a:r>
              <a:rPr lang="en-US" altLang="ko-KR" err="1"/>
              <a:t>subquery</a:t>
            </a:r>
            <a:r>
              <a:rPr lang="en-US" altLang="ko-KR"/>
              <a:t>) : WHERE </a:t>
            </a:r>
            <a:r>
              <a:rPr lang="ko-KR" altLang="en-US"/>
              <a:t>절에서 사용되는 부속질의</a:t>
            </a:r>
            <a:r>
              <a:rPr lang="en-US" altLang="ko-KR"/>
              <a:t> </a:t>
            </a:r>
          </a:p>
          <a:p>
            <a:pPr algn="just"/>
            <a:r>
              <a:rPr lang="en-US" altLang="ko-KR"/>
              <a:t>WHERE </a:t>
            </a:r>
            <a:r>
              <a:rPr lang="ko-KR" altLang="en-US"/>
              <a:t>절은 보통 데이터를 선택하는 조건 혹은 술어</a:t>
            </a:r>
            <a:r>
              <a:rPr lang="en-US" altLang="ko-KR"/>
              <a:t>(predicate)</a:t>
            </a:r>
            <a:r>
              <a:rPr lang="ko-KR" altLang="en-US"/>
              <a:t>와 같이 사용됨</a:t>
            </a:r>
            <a:r>
              <a:rPr lang="en-US" altLang="ko-KR"/>
              <a:t> </a:t>
            </a:r>
            <a:r>
              <a:rPr lang="ko-KR" altLang="en-US"/>
              <a:t>→ 중첩질의를 술어 부속질의</a:t>
            </a:r>
            <a:r>
              <a:rPr lang="en-US" altLang="ko-KR"/>
              <a:t>(predicate </a:t>
            </a:r>
            <a:r>
              <a:rPr lang="en-US" altLang="ko-KR" err="1"/>
              <a:t>subquery</a:t>
            </a:r>
            <a:r>
              <a:rPr lang="en-US" altLang="ko-KR"/>
              <a:t>)</a:t>
            </a:r>
            <a:r>
              <a:rPr lang="ko-KR" altLang="en-US"/>
              <a:t>라고도 함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683568" y="2829034"/>
          <a:ext cx="7776865" cy="2472174"/>
        </p:xfrm>
        <a:graphic>
          <a:graphicData uri="http://schemas.openxmlformats.org/drawingml/2006/table">
            <a:tbl>
              <a:tblPr/>
              <a:tblGrid>
                <a:gridCol w="144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521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101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술어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연산자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반환 행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반환 열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상관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79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비교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=, </a:t>
                      </a:r>
                      <a:r>
                        <a:rPr lang="ko-KR" altLang="en-US" sz="140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＞</a:t>
                      </a:r>
                      <a:r>
                        <a:rPr lang="en-US" altLang="ko-KR" sz="140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40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＜</a:t>
                      </a:r>
                      <a:r>
                        <a:rPr lang="en-US" altLang="ko-KR" sz="140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40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＞</a:t>
                      </a:r>
                      <a:r>
                        <a:rPr lang="en-US" altLang="ko-KR" sz="140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=, </a:t>
                      </a:r>
                      <a:r>
                        <a:rPr lang="ko-KR" altLang="en-US" sz="140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＜</a:t>
                      </a:r>
                      <a:r>
                        <a:rPr lang="en-US" altLang="ko-KR" sz="140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=, </a:t>
                      </a:r>
                      <a:r>
                        <a:rPr lang="ko-KR" altLang="en-US" sz="140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＜＞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단일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단일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가능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79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집합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IN, NOT IN</a:t>
                      </a:r>
                      <a:endParaRPr lang="en-US" altLang="ko-KR" sz="140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다중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단일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가능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79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0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한정</a:t>
                      </a:r>
                      <a:r>
                        <a:rPr lang="en-US" altLang="ko-KR" sz="140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(quantified)</a:t>
                      </a:r>
                      <a:endParaRPr lang="ko-KR" altLang="en-US" sz="140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ALL, SOME(ANY)</a:t>
                      </a:r>
                      <a:endParaRPr lang="en-US" altLang="ko-KR" sz="140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다중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단일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가능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79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존재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EXISTS, NOT EXISTS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다중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다중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필수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64518" y="2492896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표 </a:t>
            </a:r>
            <a:r>
              <a:rPr lang="en-US" altLang="ko-KR" sz="1400" b="1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4-7 </a:t>
            </a:r>
            <a:r>
              <a:rPr lang="ko-KR" altLang="en-US" sz="1400" b="1">
                <a:ea typeface="맑은 고딕" panose="020B0503020000020004" pitchFamily="50" charset="-127"/>
              </a:rPr>
              <a:t>중첩질의 연산자의 종류</a:t>
            </a:r>
          </a:p>
        </p:txBody>
      </p:sp>
    </p:spTree>
    <p:extLst>
      <p:ext uri="{BB962C8B-B14F-4D97-AF65-F5344CB8AC3E}">
        <p14:creationId xmlns:p14="http://schemas.microsoft.com/office/powerpoint/2010/main" val="42657307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3. </a:t>
            </a:r>
            <a:r>
              <a:rPr lang="ko-KR" altLang="en-US"/>
              <a:t>중첩질의 </a:t>
            </a:r>
            <a:r>
              <a:rPr lang="en-US" altLang="ko-KR"/>
              <a:t>– WHERE </a:t>
            </a:r>
            <a:r>
              <a:rPr lang="ko-KR" altLang="en-US"/>
              <a:t>부속질의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atinLnBrk="0">
              <a:buChar char="v"/>
            </a:pPr>
            <a:r>
              <a:rPr lang="ko-KR" altLang="en-US" sz="2000">
                <a:solidFill>
                  <a:schemeClr val="tx2"/>
                </a:solidFill>
                <a:latin typeface="+mn-ea"/>
                <a:ea typeface="+mn-ea"/>
              </a:rPr>
              <a:t>비교 연산자</a:t>
            </a:r>
            <a:r>
              <a:rPr lang="en-US" altLang="ko-KR" sz="2000">
                <a:solidFill>
                  <a:schemeClr val="tx2"/>
                </a:solidFill>
                <a:latin typeface="+mn-ea"/>
                <a:ea typeface="+mn-ea"/>
              </a:rPr>
              <a:t/>
            </a:r>
            <a:br>
              <a:rPr lang="en-US" altLang="ko-KR" sz="2000">
                <a:solidFill>
                  <a:schemeClr val="tx2"/>
                </a:solidFill>
                <a:latin typeface="+mn-ea"/>
                <a:ea typeface="+mn-ea"/>
              </a:rPr>
            </a:br>
            <a:r>
              <a:rPr lang="ko-KR" altLang="en-US" sz="1400" b="0" spc="-100">
                <a:latin typeface="+mn-ea"/>
                <a:ea typeface="+mn-ea"/>
              </a:rPr>
              <a:t>부속질의가 반드시 단일 행</a:t>
            </a:r>
            <a:r>
              <a:rPr lang="en-US" altLang="ko-KR" sz="1400" b="0" spc="-100">
                <a:latin typeface="+mn-ea"/>
                <a:ea typeface="+mn-ea"/>
              </a:rPr>
              <a:t>, </a:t>
            </a:r>
            <a:r>
              <a:rPr lang="ko-KR" altLang="en-US" sz="1400" b="0" spc="-100">
                <a:latin typeface="+mn-ea"/>
                <a:ea typeface="+mn-ea"/>
              </a:rPr>
              <a:t>단일 열을 반환해야 하며</a:t>
            </a:r>
            <a:r>
              <a:rPr lang="en-US" altLang="ko-KR" sz="1400" b="0" spc="-100">
                <a:latin typeface="+mn-ea"/>
                <a:ea typeface="+mn-ea"/>
              </a:rPr>
              <a:t>, </a:t>
            </a:r>
            <a:r>
              <a:rPr lang="ko-KR" altLang="en-US" sz="1400" b="0" spc="-100">
                <a:latin typeface="+mn-ea"/>
                <a:ea typeface="+mn-ea"/>
              </a:rPr>
              <a:t>아닐 경우 질의를 처리할 수 없음</a:t>
            </a:r>
          </a:p>
        </p:txBody>
      </p:sp>
      <p:graphicFrame>
        <p:nvGraphicFramePr>
          <p:cNvPr id="4" name="내용 개체 틀 3"/>
          <p:cNvGraphicFramePr>
            <a:graphicFrameLocks/>
          </p:cNvGraphicFramePr>
          <p:nvPr/>
        </p:nvGraphicFramePr>
        <p:xfrm>
          <a:off x="745729" y="2276872"/>
          <a:ext cx="778671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867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질의 </a:t>
                      </a:r>
                      <a:r>
                        <a:rPr lang="en-US" altLang="ko-KR" sz="14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4-15   </a:t>
                      </a:r>
                      <a:r>
                        <a:rPr lang="ko-KR" altLang="en-US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평균 주문금액 이하의 주문에 대해서 주문번호와 금액을 보이시오</a:t>
                      </a: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endParaRPr lang="ko-KR" altLang="en-US" sz="140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4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868424" y="2834933"/>
            <a:ext cx="665590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>
                <a:ea typeface="맑은 고딕" panose="020B0503020000020004" pitchFamily="50" charset="-127"/>
              </a:rPr>
              <a:t>SELECT 	</a:t>
            </a:r>
            <a:r>
              <a:rPr lang="en-US" altLang="ko-KR" sz="1400" err="1">
                <a:ea typeface="맑은 고딕" panose="020B0503020000020004" pitchFamily="50" charset="-127"/>
              </a:rPr>
              <a:t>orderid</a:t>
            </a:r>
            <a:r>
              <a:rPr lang="en-US" altLang="ko-KR" sz="1400">
                <a:ea typeface="맑은 고딕" panose="020B0503020000020004" pitchFamily="50" charset="-127"/>
              </a:rPr>
              <a:t>, </a:t>
            </a:r>
            <a:r>
              <a:rPr lang="en-US" altLang="ko-KR" sz="1400" err="1">
                <a:ea typeface="맑은 고딕" panose="020B0503020000020004" pitchFamily="50" charset="-127"/>
              </a:rPr>
              <a:t>saleprice</a:t>
            </a:r>
            <a:endParaRPr lang="en-US" altLang="ko-KR" sz="1400">
              <a:ea typeface="맑은 고딕" panose="020B0503020000020004" pitchFamily="50" charset="-127"/>
            </a:endParaRPr>
          </a:p>
          <a:p>
            <a:r>
              <a:rPr lang="en-US" altLang="ko-KR" sz="1400">
                <a:ea typeface="맑은 고딕" panose="020B0503020000020004" pitchFamily="50" charset="-127"/>
              </a:rPr>
              <a:t>FROM 	Orders</a:t>
            </a:r>
          </a:p>
          <a:p>
            <a:r>
              <a:rPr lang="en-US" altLang="ko-KR" sz="1400">
                <a:ea typeface="맑은 고딕" panose="020B0503020000020004" pitchFamily="50" charset="-127"/>
              </a:rPr>
              <a:t>WHERE 	</a:t>
            </a:r>
            <a:r>
              <a:rPr lang="en-US" altLang="ko-KR" sz="1400" err="1">
                <a:ea typeface="맑은 고딕" panose="020B0503020000020004" pitchFamily="50" charset="-127"/>
              </a:rPr>
              <a:t>saleprice</a:t>
            </a:r>
            <a:r>
              <a:rPr lang="en-US" altLang="ko-KR" sz="1400">
                <a:ea typeface="맑은 고딕" panose="020B0503020000020004" pitchFamily="50" charset="-127"/>
              </a:rPr>
              <a:t> &lt;= (SELECT AVG(</a:t>
            </a:r>
            <a:r>
              <a:rPr lang="en-US" altLang="ko-KR" sz="1400" err="1">
                <a:ea typeface="맑은 고딕" panose="020B0503020000020004" pitchFamily="50" charset="-127"/>
              </a:rPr>
              <a:t>saleprice</a:t>
            </a:r>
            <a:r>
              <a:rPr lang="en-US" altLang="ko-KR" sz="1400">
                <a:ea typeface="맑은 고딕" panose="020B0503020000020004" pitchFamily="50" charset="-127"/>
              </a:rPr>
              <a:t>)</a:t>
            </a:r>
          </a:p>
          <a:p>
            <a:r>
              <a:rPr lang="en-US" altLang="ko-KR" sz="1400">
                <a:ea typeface="맑은 고딕" panose="020B0503020000020004" pitchFamily="50" charset="-127"/>
              </a:rPr>
              <a:t>                                  FROM Orders);</a:t>
            </a:r>
            <a:endParaRPr lang="ko-KR" altLang="en-US" sz="1400">
              <a:ea typeface="맑은 고딕" panose="020B0503020000020004" pitchFamily="50" charset="-127"/>
            </a:endParaRPr>
          </a:p>
        </p:txBody>
      </p:sp>
      <p:graphicFrame>
        <p:nvGraphicFramePr>
          <p:cNvPr id="8" name="내용 개체 틀 3"/>
          <p:cNvGraphicFramePr>
            <a:graphicFrameLocks/>
          </p:cNvGraphicFramePr>
          <p:nvPr/>
        </p:nvGraphicFramePr>
        <p:xfrm>
          <a:off x="757536" y="4206453"/>
          <a:ext cx="7796633" cy="995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966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질의 </a:t>
                      </a:r>
                      <a:r>
                        <a:rPr lang="en-US" altLang="ko-KR" sz="14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4-16   </a:t>
                      </a:r>
                      <a:r>
                        <a:rPr lang="ko-KR" altLang="en-US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각 고객의 평균 주문금액보다 큰 금액의 주문 내역에 대해서 주문번호</a:t>
                      </a: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고객번호</a:t>
                      </a: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금액을 보이시오</a:t>
                      </a: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endParaRPr lang="ko-KR" altLang="en-US" sz="140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4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직사각형 8"/>
          <p:cNvSpPr/>
          <p:nvPr/>
        </p:nvSpPr>
        <p:spPr>
          <a:xfrm>
            <a:off x="868424" y="4995753"/>
            <a:ext cx="6655904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>
                <a:ea typeface="맑은 고딕" panose="020B0503020000020004" pitchFamily="50" charset="-127"/>
              </a:rPr>
              <a:t>SELECT 	</a:t>
            </a:r>
            <a:r>
              <a:rPr lang="en-US" altLang="ko-KR" sz="1400" err="1">
                <a:ea typeface="맑은 고딕" panose="020B0503020000020004" pitchFamily="50" charset="-127"/>
              </a:rPr>
              <a:t>orderid</a:t>
            </a:r>
            <a:r>
              <a:rPr lang="en-US" altLang="ko-KR" sz="1400">
                <a:ea typeface="맑은 고딕" panose="020B0503020000020004" pitchFamily="50" charset="-127"/>
              </a:rPr>
              <a:t>, </a:t>
            </a:r>
            <a:r>
              <a:rPr lang="en-US" altLang="ko-KR" sz="1400" err="1">
                <a:ea typeface="맑은 고딕" panose="020B0503020000020004" pitchFamily="50" charset="-127"/>
              </a:rPr>
              <a:t>custid</a:t>
            </a:r>
            <a:r>
              <a:rPr lang="en-US" altLang="ko-KR" sz="1400">
                <a:ea typeface="맑은 고딕" panose="020B0503020000020004" pitchFamily="50" charset="-127"/>
              </a:rPr>
              <a:t>, </a:t>
            </a:r>
            <a:r>
              <a:rPr lang="en-US" altLang="ko-KR" sz="1400" err="1">
                <a:ea typeface="맑은 고딕" panose="020B0503020000020004" pitchFamily="50" charset="-127"/>
              </a:rPr>
              <a:t>saleprice</a:t>
            </a:r>
            <a:endParaRPr lang="en-US" altLang="ko-KR" sz="1400">
              <a:ea typeface="맑은 고딕" panose="020B0503020000020004" pitchFamily="50" charset="-127"/>
            </a:endParaRPr>
          </a:p>
          <a:p>
            <a:r>
              <a:rPr lang="en-US" altLang="ko-KR" sz="1400">
                <a:ea typeface="맑은 고딕" panose="020B0503020000020004" pitchFamily="50" charset="-127"/>
              </a:rPr>
              <a:t>FROM 	Orders od</a:t>
            </a:r>
          </a:p>
          <a:p>
            <a:r>
              <a:rPr lang="en-US" altLang="ko-KR" sz="1400">
                <a:ea typeface="맑은 고딕" panose="020B0503020000020004" pitchFamily="50" charset="-127"/>
              </a:rPr>
              <a:t>WHERE 	</a:t>
            </a:r>
            <a:r>
              <a:rPr lang="en-US" altLang="ko-KR" sz="1400" err="1">
                <a:ea typeface="맑은 고딕" panose="020B0503020000020004" pitchFamily="50" charset="-127"/>
              </a:rPr>
              <a:t>saleprice</a:t>
            </a:r>
            <a:r>
              <a:rPr lang="en-US" altLang="ko-KR" sz="1400">
                <a:ea typeface="맑은 고딕" panose="020B0503020000020004" pitchFamily="50" charset="-127"/>
              </a:rPr>
              <a:t> &gt; (SELECT AVG(</a:t>
            </a:r>
            <a:r>
              <a:rPr lang="en-US" altLang="ko-KR" sz="1400" err="1">
                <a:ea typeface="맑은 고딕" panose="020B0503020000020004" pitchFamily="50" charset="-127"/>
              </a:rPr>
              <a:t>saleprice</a:t>
            </a:r>
            <a:r>
              <a:rPr lang="en-US" altLang="ko-KR" sz="1400">
                <a:ea typeface="맑은 고딕" panose="020B0503020000020004" pitchFamily="50" charset="-127"/>
              </a:rPr>
              <a:t>)</a:t>
            </a:r>
          </a:p>
          <a:p>
            <a:pPr marL="1885950"/>
            <a:r>
              <a:rPr lang="en-US" altLang="ko-KR" sz="1400">
                <a:ea typeface="맑은 고딕" panose="020B0503020000020004" pitchFamily="50" charset="-127"/>
              </a:rPr>
              <a:t> FROM Orders so</a:t>
            </a:r>
          </a:p>
          <a:p>
            <a:pPr marL="1885950"/>
            <a:r>
              <a:rPr lang="en-US" altLang="ko-KR" sz="1400">
                <a:ea typeface="맑은 고딕" panose="020B0503020000020004" pitchFamily="50" charset="-127"/>
              </a:rPr>
              <a:t> WHERE </a:t>
            </a:r>
            <a:r>
              <a:rPr lang="en-US" altLang="ko-KR" sz="1400" err="1">
                <a:ea typeface="맑은 고딕" panose="020B0503020000020004" pitchFamily="50" charset="-127"/>
              </a:rPr>
              <a:t>od.custid</a:t>
            </a:r>
            <a:r>
              <a:rPr lang="en-US" altLang="ko-KR" sz="1400">
                <a:ea typeface="맑은 고딕" panose="020B0503020000020004" pitchFamily="50" charset="-127"/>
              </a:rPr>
              <a:t>=</a:t>
            </a:r>
            <a:r>
              <a:rPr lang="en-US" altLang="ko-KR" sz="1400" err="1">
                <a:ea typeface="맑은 고딕" panose="020B0503020000020004" pitchFamily="50" charset="-127"/>
              </a:rPr>
              <a:t>so.custid</a:t>
            </a:r>
            <a:r>
              <a:rPr lang="en-US" altLang="ko-KR" sz="1400">
                <a:ea typeface="맑은 고딕" panose="020B0503020000020004" pitchFamily="50" charset="-127"/>
              </a:rPr>
              <a:t>);</a:t>
            </a:r>
            <a:endParaRPr lang="ko-KR" altLang="en-US" sz="1400">
              <a:ea typeface="맑은 고딕" panose="020B0503020000020004" pitchFamily="50" charset="-127"/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2280" y="2780928"/>
            <a:ext cx="1368152" cy="1099813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0232" y="5013176"/>
            <a:ext cx="1924813" cy="1296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62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3. </a:t>
            </a:r>
            <a:r>
              <a:rPr lang="ko-KR" altLang="en-US"/>
              <a:t>중첩질의 </a:t>
            </a:r>
            <a:r>
              <a:rPr lang="en-US" altLang="ko-KR"/>
              <a:t>– WHERE </a:t>
            </a:r>
            <a:r>
              <a:rPr lang="ko-KR" altLang="en-US"/>
              <a:t>부속질의</a:t>
            </a:r>
          </a:p>
        </p:txBody>
      </p:sp>
      <p:graphicFrame>
        <p:nvGraphicFramePr>
          <p:cNvPr id="4" name="내용 개체 틀 3"/>
          <p:cNvGraphicFramePr>
            <a:graphicFrameLocks/>
          </p:cNvGraphicFramePr>
          <p:nvPr/>
        </p:nvGraphicFramePr>
        <p:xfrm>
          <a:off x="757536" y="3527495"/>
          <a:ext cx="7796633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966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질의 </a:t>
                      </a:r>
                      <a:r>
                        <a:rPr lang="en-US" altLang="ko-KR" sz="14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4-17   </a:t>
                      </a:r>
                      <a:r>
                        <a:rPr lang="ko-KR" altLang="en-US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대한민국에 거주하는 고객에게 판매한 도서의 </a:t>
                      </a:r>
                      <a:r>
                        <a:rPr lang="ko-KR" altLang="en-US" sz="1400" b="1" kern="1200" baseline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총판매액을</a:t>
                      </a:r>
                      <a:r>
                        <a:rPr lang="ko-KR" altLang="en-US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구하시오</a:t>
                      </a: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endParaRPr lang="ko-KR" altLang="en-US" sz="140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4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940432" y="4059649"/>
            <a:ext cx="6655904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>
                <a:ea typeface="맑은 고딕" panose="020B0503020000020004" pitchFamily="50" charset="-127"/>
              </a:rPr>
              <a:t>SELECT 	SUM(</a:t>
            </a:r>
            <a:r>
              <a:rPr lang="en-US" altLang="ko-KR" sz="1400" err="1">
                <a:ea typeface="맑은 고딕" panose="020B0503020000020004" pitchFamily="50" charset="-127"/>
              </a:rPr>
              <a:t>saleprice</a:t>
            </a:r>
            <a:r>
              <a:rPr lang="en-US" altLang="ko-KR" sz="1400">
                <a:ea typeface="맑은 고딕" panose="020B0503020000020004" pitchFamily="50" charset="-127"/>
              </a:rPr>
              <a:t>) ‘total’</a:t>
            </a:r>
          </a:p>
          <a:p>
            <a:r>
              <a:rPr lang="en-US" altLang="ko-KR" sz="1400">
                <a:ea typeface="맑은 고딕" panose="020B0503020000020004" pitchFamily="50" charset="-127"/>
              </a:rPr>
              <a:t>FROM 	Orders</a:t>
            </a:r>
          </a:p>
          <a:p>
            <a:r>
              <a:rPr lang="en-US" altLang="ko-KR" sz="1400">
                <a:ea typeface="맑은 고딕" panose="020B0503020000020004" pitchFamily="50" charset="-127"/>
              </a:rPr>
              <a:t>WHERE 	</a:t>
            </a:r>
            <a:r>
              <a:rPr lang="en-US" altLang="ko-KR" sz="1400" err="1">
                <a:ea typeface="맑은 고딕" panose="020B0503020000020004" pitchFamily="50" charset="-127"/>
              </a:rPr>
              <a:t>custid</a:t>
            </a:r>
            <a:r>
              <a:rPr lang="en-US" altLang="ko-KR" sz="1400">
                <a:ea typeface="맑은 고딕" panose="020B0503020000020004" pitchFamily="50" charset="-127"/>
              </a:rPr>
              <a:t> IN (SELECT   </a:t>
            </a:r>
            <a:r>
              <a:rPr lang="en-US" altLang="ko-KR" sz="1400" err="1">
                <a:ea typeface="맑은 고딕" panose="020B0503020000020004" pitchFamily="50" charset="-127"/>
              </a:rPr>
              <a:t>custid</a:t>
            </a:r>
            <a:endParaRPr lang="en-US" altLang="ko-KR" sz="1400">
              <a:ea typeface="맑은 고딕" panose="020B0503020000020004" pitchFamily="50" charset="-127"/>
            </a:endParaRPr>
          </a:p>
          <a:p>
            <a:pPr marL="1704975"/>
            <a:r>
              <a:rPr lang="en-US" altLang="ko-KR" sz="1400">
                <a:ea typeface="맑은 고딕" panose="020B0503020000020004" pitchFamily="50" charset="-127"/>
              </a:rPr>
              <a:t> FROM    Customer</a:t>
            </a:r>
          </a:p>
          <a:p>
            <a:pPr marL="1704975"/>
            <a:r>
              <a:rPr lang="en-US" altLang="ko-KR" sz="1400">
                <a:ea typeface="맑은 고딕" panose="020B0503020000020004" pitchFamily="50" charset="-127"/>
              </a:rPr>
              <a:t> WHERE   address LIKE '%</a:t>
            </a:r>
            <a:r>
              <a:rPr lang="ko-KR" altLang="en-US" sz="1400">
                <a:ea typeface="맑은 고딕" panose="020B0503020000020004" pitchFamily="50" charset="-127"/>
              </a:rPr>
              <a:t>대한민국</a:t>
            </a:r>
            <a:r>
              <a:rPr lang="en-US" altLang="ko-KR" sz="1400">
                <a:ea typeface="맑은 고딕" panose="020B0503020000020004" pitchFamily="50" charset="-127"/>
              </a:rPr>
              <a:t>%');</a:t>
            </a:r>
            <a:endParaRPr lang="ko-KR" altLang="en-US" sz="1400">
              <a:ea typeface="맑은 고딕" panose="020B0503020000020004" pitchFamily="50" charset="-127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 bwMode="auto">
          <a:xfrm>
            <a:off x="539552" y="1124744"/>
            <a:ext cx="8064896" cy="21602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en-US" altLang="ko-KR" sz="2000">
                <a:solidFill>
                  <a:schemeClr val="tx2"/>
                </a:solidFill>
                <a:latin typeface="+mn-ea"/>
                <a:ea typeface="+mn-ea"/>
              </a:rPr>
              <a:t>IN, NOT IN</a:t>
            </a:r>
          </a:p>
          <a:p>
            <a:pPr lvl="1"/>
            <a:r>
              <a:rPr kumimoji="0" lang="en-US" altLang="ko-KR" sz="1400">
                <a:latin typeface="+mn-lt"/>
                <a:ea typeface="+mn-ea"/>
              </a:rPr>
              <a:t>IN </a:t>
            </a:r>
            <a:r>
              <a:rPr kumimoji="0" lang="ko-KR" altLang="en-US" sz="1400">
                <a:latin typeface="+mn-lt"/>
                <a:ea typeface="+mn-ea"/>
              </a:rPr>
              <a:t>연산자는 </a:t>
            </a:r>
            <a:r>
              <a:rPr kumimoji="0" lang="ko-KR" altLang="en-US" sz="1400" err="1">
                <a:latin typeface="+mn-lt"/>
                <a:ea typeface="+mn-ea"/>
              </a:rPr>
              <a:t>주질의</a:t>
            </a:r>
            <a:r>
              <a:rPr kumimoji="0" lang="ko-KR" altLang="en-US" sz="1400">
                <a:latin typeface="+mn-lt"/>
                <a:ea typeface="+mn-ea"/>
              </a:rPr>
              <a:t> 속성 값이 부속질의에서 제공한 결과 집합에 있는지 확인하는 역할을 함</a:t>
            </a:r>
            <a:endParaRPr kumimoji="0" lang="en-US" altLang="ko-KR" sz="1400">
              <a:latin typeface="+mn-lt"/>
              <a:ea typeface="+mn-ea"/>
            </a:endParaRPr>
          </a:p>
          <a:p>
            <a:pPr lvl="1"/>
            <a:r>
              <a:rPr kumimoji="0" lang="en-US" altLang="ko-KR" sz="1400">
                <a:latin typeface="+mn-lt"/>
                <a:ea typeface="+mn-ea"/>
              </a:rPr>
              <a:t>IN </a:t>
            </a:r>
            <a:r>
              <a:rPr kumimoji="0" lang="ko-KR" altLang="en-US" sz="1400">
                <a:latin typeface="+mn-lt"/>
                <a:ea typeface="+mn-ea"/>
              </a:rPr>
              <a:t>연산자는 부속질의의 결과 다중 행을 가질 수 있음</a:t>
            </a:r>
            <a:endParaRPr kumimoji="0" lang="en-US" altLang="ko-KR" sz="1400">
              <a:latin typeface="+mn-lt"/>
              <a:ea typeface="+mn-ea"/>
            </a:endParaRPr>
          </a:p>
          <a:p>
            <a:pPr lvl="1"/>
            <a:r>
              <a:rPr kumimoji="0" lang="ko-KR" altLang="en-US" sz="1400" err="1">
                <a:latin typeface="+mn-lt"/>
                <a:ea typeface="+mn-ea"/>
              </a:rPr>
              <a:t>주질의는</a:t>
            </a:r>
            <a:r>
              <a:rPr kumimoji="0" lang="ko-KR" altLang="en-US" sz="1400">
                <a:latin typeface="+mn-lt"/>
                <a:ea typeface="+mn-ea"/>
              </a:rPr>
              <a:t> </a:t>
            </a:r>
            <a:r>
              <a:rPr kumimoji="0" lang="en-US" altLang="ko-KR" sz="1400">
                <a:latin typeface="+mn-lt"/>
                <a:ea typeface="+mn-ea"/>
              </a:rPr>
              <a:t>WHERE </a:t>
            </a:r>
            <a:r>
              <a:rPr kumimoji="0" lang="ko-KR" altLang="en-US" sz="1400">
                <a:latin typeface="+mn-lt"/>
                <a:ea typeface="+mn-ea"/>
              </a:rPr>
              <a:t>절에 사용되는 속성 값을 부속질의의 결과 집합과 비교해 하나라도 있으면 참이 됨</a:t>
            </a:r>
            <a:endParaRPr kumimoji="0" lang="en-US" altLang="ko-KR" sz="1400">
              <a:latin typeface="+mn-lt"/>
              <a:ea typeface="+mn-ea"/>
            </a:endParaRPr>
          </a:p>
          <a:p>
            <a:pPr lvl="1"/>
            <a:r>
              <a:rPr kumimoji="0" lang="en-US" altLang="ko-KR" sz="1400">
                <a:latin typeface="+mn-lt"/>
                <a:ea typeface="+mn-ea"/>
              </a:rPr>
              <a:t>NOT IN</a:t>
            </a:r>
            <a:r>
              <a:rPr kumimoji="0" lang="ko-KR" altLang="en-US" sz="1400">
                <a:latin typeface="+mn-lt"/>
                <a:ea typeface="+mn-ea"/>
              </a:rPr>
              <a:t>은 이와 반대로 값이 존재하지 않으면 참이 됨</a:t>
            </a:r>
            <a:endParaRPr kumimoji="0" lang="en-US" altLang="ko-KR" sz="1400">
              <a:latin typeface="+mn-lt"/>
              <a:ea typeface="+mn-ea"/>
            </a:endParaRPr>
          </a:p>
          <a:p>
            <a:pPr lvl="1"/>
            <a:endParaRPr kumimoji="0" lang="en-US" altLang="ko-KR" sz="1400">
              <a:latin typeface="+mn-lt"/>
              <a:ea typeface="+mn-ea"/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5373216"/>
            <a:ext cx="700019" cy="556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084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3. </a:t>
            </a:r>
            <a:r>
              <a:rPr lang="ko-KR" altLang="en-US"/>
              <a:t>중첩질의 </a:t>
            </a:r>
            <a:r>
              <a:rPr lang="en-US" altLang="ko-KR"/>
              <a:t>– WHERE </a:t>
            </a:r>
            <a:r>
              <a:rPr lang="ko-KR" altLang="en-US"/>
              <a:t>부속질의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atinLnBrk="0">
              <a:buChar char="v"/>
            </a:pPr>
            <a:r>
              <a:rPr lang="en-US" altLang="ko-KR" sz="2000">
                <a:solidFill>
                  <a:schemeClr val="tx2"/>
                </a:solidFill>
                <a:latin typeface="+mn-ea"/>
                <a:ea typeface="+mn-ea"/>
              </a:rPr>
              <a:t>ALL, SOME(ANY)</a:t>
            </a:r>
          </a:p>
          <a:p>
            <a:pPr lvl="1"/>
            <a:r>
              <a:rPr lang="en-US" altLang="ko-KR" sz="1400">
                <a:latin typeface="+mn-lt"/>
                <a:ea typeface="+mn-ea"/>
              </a:rPr>
              <a:t>ALL</a:t>
            </a:r>
            <a:r>
              <a:rPr lang="ko-KR" altLang="en-US" sz="1400">
                <a:latin typeface="+mn-lt"/>
                <a:ea typeface="+mn-ea"/>
              </a:rPr>
              <a:t>은 모두</a:t>
            </a:r>
            <a:r>
              <a:rPr lang="en-US" altLang="ko-KR" sz="1400">
                <a:latin typeface="+mn-lt"/>
                <a:ea typeface="+mn-ea"/>
              </a:rPr>
              <a:t>, SOME(ANY)</a:t>
            </a:r>
            <a:r>
              <a:rPr lang="ko-KR" altLang="en-US" sz="1400">
                <a:latin typeface="+mn-lt"/>
                <a:ea typeface="+mn-ea"/>
              </a:rPr>
              <a:t>은 어떠한</a:t>
            </a:r>
            <a:r>
              <a:rPr lang="en-US" altLang="ko-KR" sz="1400">
                <a:latin typeface="+mn-lt"/>
                <a:ea typeface="+mn-ea"/>
              </a:rPr>
              <a:t>(</a:t>
            </a:r>
            <a:r>
              <a:rPr lang="ko-KR" altLang="en-US" sz="1400">
                <a:latin typeface="+mn-lt"/>
                <a:ea typeface="+mn-ea"/>
              </a:rPr>
              <a:t>최소한 하나라도</a:t>
            </a:r>
            <a:r>
              <a:rPr lang="en-US" altLang="ko-KR" sz="1400">
                <a:latin typeface="+mn-lt"/>
                <a:ea typeface="+mn-ea"/>
              </a:rPr>
              <a:t>)</a:t>
            </a:r>
            <a:r>
              <a:rPr lang="ko-KR" altLang="en-US" sz="1400">
                <a:latin typeface="+mn-lt"/>
                <a:ea typeface="+mn-ea"/>
              </a:rPr>
              <a:t>이라는 의미</a:t>
            </a:r>
            <a:endParaRPr lang="en-US" altLang="ko-KR" sz="1400">
              <a:latin typeface="+mn-lt"/>
              <a:ea typeface="+mn-ea"/>
            </a:endParaRPr>
          </a:p>
          <a:p>
            <a:pPr lvl="1"/>
            <a:r>
              <a:rPr lang="ko-KR" altLang="en-US" sz="1400">
                <a:latin typeface="+mn-lt"/>
                <a:ea typeface="+mn-ea"/>
              </a:rPr>
              <a:t>구문 구조</a:t>
            </a:r>
            <a:endParaRPr lang="en-US" altLang="ko-KR" sz="1400">
              <a:latin typeface="+mn-lt"/>
              <a:ea typeface="+mn-ea"/>
            </a:endParaRPr>
          </a:p>
          <a:p>
            <a:pPr marL="714375" indent="-714375">
              <a:buNone/>
            </a:pPr>
            <a:r>
              <a:rPr lang="en-US" altLang="ko-KR" sz="2000">
                <a:solidFill>
                  <a:schemeClr val="tx2"/>
                </a:solidFill>
                <a:latin typeface="+mn-ea"/>
                <a:ea typeface="+mn-ea"/>
              </a:rPr>
              <a:t>	</a:t>
            </a:r>
            <a:endParaRPr lang="en-US" altLang="ko-KR" sz="1400" b="0"/>
          </a:p>
        </p:txBody>
      </p:sp>
      <p:graphicFrame>
        <p:nvGraphicFramePr>
          <p:cNvPr id="4" name="내용 개체 틀 3"/>
          <p:cNvGraphicFramePr>
            <a:graphicFrameLocks/>
          </p:cNvGraphicFramePr>
          <p:nvPr/>
        </p:nvGraphicFramePr>
        <p:xfrm>
          <a:off x="827339" y="3509720"/>
          <a:ext cx="7486872" cy="995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68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질의 </a:t>
                      </a:r>
                      <a:r>
                        <a:rPr lang="en-US" altLang="ko-KR" sz="14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4-18   </a:t>
                      </a: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</a:t>
                      </a:r>
                      <a:r>
                        <a:rPr lang="ko-KR" altLang="en-US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번 고객이 주문한 도서의 최고 금액보다 더 비싼 도서를 구입한 주문의 주문번호와 금액을 보이시오</a:t>
                      </a: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endParaRPr lang="ko-KR" altLang="en-US" sz="140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4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1020504" y="4275673"/>
            <a:ext cx="6655904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>
                <a:ea typeface="맑은 고딕" panose="020B0503020000020004" pitchFamily="50" charset="-127"/>
              </a:rPr>
              <a:t>SELECT 	</a:t>
            </a:r>
            <a:r>
              <a:rPr lang="en-US" altLang="ko-KR" sz="1400" err="1">
                <a:ea typeface="맑은 고딕" panose="020B0503020000020004" pitchFamily="50" charset="-127"/>
              </a:rPr>
              <a:t>orderid</a:t>
            </a:r>
            <a:r>
              <a:rPr lang="en-US" altLang="ko-KR" sz="1400">
                <a:ea typeface="맑은 고딕" panose="020B0503020000020004" pitchFamily="50" charset="-127"/>
              </a:rPr>
              <a:t>, </a:t>
            </a:r>
            <a:r>
              <a:rPr lang="en-US" altLang="ko-KR" sz="1400" err="1">
                <a:ea typeface="맑은 고딕" panose="020B0503020000020004" pitchFamily="50" charset="-127"/>
              </a:rPr>
              <a:t>saleprice</a:t>
            </a:r>
            <a:endParaRPr lang="en-US" altLang="ko-KR" sz="1400">
              <a:ea typeface="맑은 고딕" panose="020B0503020000020004" pitchFamily="50" charset="-127"/>
            </a:endParaRPr>
          </a:p>
          <a:p>
            <a:r>
              <a:rPr lang="en-US" altLang="ko-KR" sz="1400">
                <a:ea typeface="맑은 고딕" panose="020B0503020000020004" pitchFamily="50" charset="-127"/>
              </a:rPr>
              <a:t>FROM 	Orders</a:t>
            </a:r>
          </a:p>
          <a:p>
            <a:r>
              <a:rPr lang="en-US" altLang="ko-KR" sz="1400">
                <a:ea typeface="맑은 고딕" panose="020B0503020000020004" pitchFamily="50" charset="-127"/>
              </a:rPr>
              <a:t>WHERE 	</a:t>
            </a:r>
            <a:r>
              <a:rPr lang="en-US" altLang="ko-KR" sz="1400" err="1">
                <a:ea typeface="맑은 고딕" panose="020B0503020000020004" pitchFamily="50" charset="-127"/>
              </a:rPr>
              <a:t>saleprice</a:t>
            </a:r>
            <a:r>
              <a:rPr lang="en-US" altLang="ko-KR" sz="1400">
                <a:ea typeface="맑은 고딕" panose="020B0503020000020004" pitchFamily="50" charset="-127"/>
              </a:rPr>
              <a:t> &gt; ALL (SELECT  </a:t>
            </a:r>
            <a:r>
              <a:rPr lang="en-US" altLang="ko-KR" sz="1400" err="1">
                <a:ea typeface="맑은 고딕" panose="020B0503020000020004" pitchFamily="50" charset="-127"/>
              </a:rPr>
              <a:t>saleprice</a:t>
            </a:r>
            <a:endParaRPr lang="en-US" altLang="ko-KR" sz="1400">
              <a:ea typeface="맑은 고딕" panose="020B0503020000020004" pitchFamily="50" charset="-127"/>
            </a:endParaRPr>
          </a:p>
          <a:p>
            <a:pPr marL="2238375"/>
            <a:r>
              <a:rPr lang="en-US" altLang="ko-KR" sz="1400">
                <a:ea typeface="맑은 고딕" panose="020B0503020000020004" pitchFamily="50" charset="-127"/>
              </a:rPr>
              <a:t> FROM   Orders</a:t>
            </a:r>
          </a:p>
          <a:p>
            <a:pPr marL="2238375"/>
            <a:r>
              <a:rPr lang="en-US" altLang="ko-KR" sz="1400">
                <a:ea typeface="맑은 고딕" panose="020B0503020000020004" pitchFamily="50" charset="-127"/>
              </a:rPr>
              <a:t> WHERE </a:t>
            </a:r>
            <a:r>
              <a:rPr lang="en-US" altLang="ko-KR" sz="1400" err="1">
                <a:ea typeface="맑은 고딕" panose="020B0503020000020004" pitchFamily="50" charset="-127"/>
              </a:rPr>
              <a:t>custid</a:t>
            </a:r>
            <a:r>
              <a:rPr lang="en-US" altLang="ko-KR" sz="1400">
                <a:ea typeface="맑은 고딕" panose="020B0503020000020004" pitchFamily="50" charset="-127"/>
              </a:rPr>
              <a:t>='3');</a:t>
            </a:r>
            <a:endParaRPr lang="ko-KR" altLang="en-US" sz="1400">
              <a:ea typeface="맑은 고딕" panose="020B0503020000020004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2204864"/>
            <a:ext cx="7200800" cy="868182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4320" y="4365104"/>
            <a:ext cx="1432096" cy="781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731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3. </a:t>
            </a:r>
            <a:r>
              <a:rPr lang="ko-KR" altLang="en-US"/>
              <a:t>중첩질의 </a:t>
            </a:r>
            <a:r>
              <a:rPr lang="en-US" altLang="ko-KR"/>
              <a:t>– WHERE </a:t>
            </a:r>
            <a:r>
              <a:rPr lang="ko-KR" altLang="en-US"/>
              <a:t>부속질의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atinLnBrk="0">
              <a:buChar char="v"/>
            </a:pPr>
            <a:r>
              <a:rPr lang="en-US" altLang="ko-KR" sz="2000">
                <a:solidFill>
                  <a:schemeClr val="tx2"/>
                </a:solidFill>
                <a:latin typeface="+mn-ea"/>
                <a:ea typeface="+mn-ea"/>
              </a:rPr>
              <a:t>EXISTS, NOT EXISTS</a:t>
            </a:r>
          </a:p>
          <a:p>
            <a:pPr lvl="1"/>
            <a:r>
              <a:rPr lang="ko-KR" altLang="en-US" sz="1400">
                <a:latin typeface="+mn-lt"/>
                <a:ea typeface="+mn-ea"/>
              </a:rPr>
              <a:t>데이터의 존재 유무를 확인하는 연산자</a:t>
            </a:r>
            <a:endParaRPr lang="en-US" altLang="ko-KR" sz="1400">
              <a:latin typeface="+mn-lt"/>
              <a:ea typeface="+mn-ea"/>
            </a:endParaRPr>
          </a:p>
          <a:p>
            <a:pPr lvl="1"/>
            <a:r>
              <a:rPr lang="ko-KR" altLang="en-US" sz="1400" err="1">
                <a:latin typeface="+mn-lt"/>
                <a:ea typeface="+mn-ea"/>
              </a:rPr>
              <a:t>주질의에서</a:t>
            </a:r>
            <a:r>
              <a:rPr lang="ko-KR" altLang="en-US" sz="1400">
                <a:latin typeface="+mn-lt"/>
                <a:ea typeface="+mn-ea"/>
              </a:rPr>
              <a:t> 부속질의로 제공된 속성의 값을 가지고 부속질의에 조건을 만족하여 값이 존재하면 참이 되고</a:t>
            </a:r>
            <a:r>
              <a:rPr lang="en-US" altLang="ko-KR" sz="1400">
                <a:latin typeface="+mn-lt"/>
                <a:ea typeface="+mn-ea"/>
              </a:rPr>
              <a:t>, </a:t>
            </a:r>
            <a:r>
              <a:rPr lang="ko-KR" altLang="en-US" sz="1400" err="1">
                <a:latin typeface="+mn-lt"/>
                <a:ea typeface="+mn-ea"/>
              </a:rPr>
              <a:t>주질의는</a:t>
            </a:r>
            <a:r>
              <a:rPr lang="ko-KR" altLang="en-US" sz="1400">
                <a:latin typeface="+mn-lt"/>
                <a:ea typeface="+mn-ea"/>
              </a:rPr>
              <a:t> 해당 행의 데이터를 출력함</a:t>
            </a:r>
            <a:endParaRPr lang="en-US" altLang="ko-KR" sz="1400">
              <a:latin typeface="+mn-lt"/>
              <a:ea typeface="+mn-ea"/>
            </a:endParaRPr>
          </a:p>
          <a:p>
            <a:pPr lvl="1"/>
            <a:r>
              <a:rPr lang="en-US" altLang="ko-KR" sz="1400">
                <a:latin typeface="+mn-lt"/>
                <a:ea typeface="+mn-ea"/>
              </a:rPr>
              <a:t>NOT EXIST</a:t>
            </a:r>
            <a:r>
              <a:rPr lang="ko-KR" altLang="en-US" sz="1400">
                <a:latin typeface="+mn-lt"/>
                <a:ea typeface="+mn-ea"/>
              </a:rPr>
              <a:t>의 경우 이와 반대로 동작함</a:t>
            </a:r>
            <a:endParaRPr lang="en-US" altLang="ko-KR" sz="1400">
              <a:latin typeface="+mn-lt"/>
              <a:ea typeface="+mn-ea"/>
            </a:endParaRPr>
          </a:p>
          <a:p>
            <a:pPr lvl="1"/>
            <a:r>
              <a:rPr lang="ko-KR" altLang="en-US" sz="1400">
                <a:latin typeface="+mn-lt"/>
                <a:ea typeface="+mn-ea"/>
              </a:rPr>
              <a:t>구문 구조</a:t>
            </a:r>
            <a:r>
              <a:rPr lang="en-US" altLang="ko-KR" sz="1400">
                <a:latin typeface="+mn-lt"/>
                <a:ea typeface="+mn-ea"/>
              </a:rPr>
              <a:t/>
            </a:r>
            <a:br>
              <a:rPr lang="en-US" altLang="ko-KR" sz="1400">
                <a:latin typeface="+mn-lt"/>
                <a:ea typeface="+mn-ea"/>
              </a:rPr>
            </a:br>
            <a:endParaRPr lang="en-US" altLang="ko-KR" sz="1400">
              <a:latin typeface="+mn-lt"/>
              <a:ea typeface="+mn-ea"/>
            </a:endParaRPr>
          </a:p>
        </p:txBody>
      </p:sp>
      <p:graphicFrame>
        <p:nvGraphicFramePr>
          <p:cNvPr id="4" name="내용 개체 틀 3"/>
          <p:cNvGraphicFramePr>
            <a:graphicFrameLocks/>
          </p:cNvGraphicFramePr>
          <p:nvPr/>
        </p:nvGraphicFramePr>
        <p:xfrm>
          <a:off x="850850" y="3893981"/>
          <a:ext cx="7486872" cy="995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68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질의 </a:t>
                      </a:r>
                      <a:r>
                        <a:rPr lang="en-US" altLang="ko-KR" sz="14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4-19   </a:t>
                      </a: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EXISTS </a:t>
                      </a:r>
                      <a:r>
                        <a:rPr lang="ko-KR" altLang="en-US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연산자로 대한민국에 거주하는 고객에게 판매한 도서의 총 판매액을 구하시오</a:t>
                      </a: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endParaRPr lang="ko-KR" altLang="en-US" sz="140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4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1004081" y="4659934"/>
            <a:ext cx="7240327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>
                <a:ea typeface="맑은 고딕" panose="020B0503020000020004" pitchFamily="50" charset="-127"/>
              </a:rPr>
              <a:t>SELECT 	SUM(</a:t>
            </a:r>
            <a:r>
              <a:rPr lang="en-US" altLang="ko-KR" sz="1400" err="1">
                <a:ea typeface="맑은 고딕" panose="020B0503020000020004" pitchFamily="50" charset="-127"/>
              </a:rPr>
              <a:t>saleprice</a:t>
            </a:r>
            <a:r>
              <a:rPr lang="en-US" altLang="ko-KR" sz="1400">
                <a:ea typeface="맑은 고딕" panose="020B0503020000020004" pitchFamily="50" charset="-127"/>
              </a:rPr>
              <a:t>) ‘total’</a:t>
            </a:r>
          </a:p>
          <a:p>
            <a:r>
              <a:rPr lang="en-US" altLang="ko-KR" sz="1400">
                <a:ea typeface="맑은 고딕" panose="020B0503020000020004" pitchFamily="50" charset="-127"/>
              </a:rPr>
              <a:t>FROM 	Orders </a:t>
            </a:r>
            <a:r>
              <a:rPr lang="en-US" altLang="ko-KR" sz="1400" err="1">
                <a:ea typeface="맑은 고딕" panose="020B0503020000020004" pitchFamily="50" charset="-127"/>
              </a:rPr>
              <a:t>od</a:t>
            </a:r>
            <a:endParaRPr lang="en-US" altLang="ko-KR" sz="1400">
              <a:ea typeface="맑은 고딕" panose="020B0503020000020004" pitchFamily="50" charset="-127"/>
            </a:endParaRPr>
          </a:p>
          <a:p>
            <a:r>
              <a:rPr lang="en-US" altLang="ko-KR" sz="1400">
                <a:ea typeface="맑은 고딕" panose="020B0503020000020004" pitchFamily="50" charset="-127"/>
              </a:rPr>
              <a:t>WHERE 	EXISTS (SELECT   *</a:t>
            </a:r>
          </a:p>
          <a:p>
            <a:pPr marL="1524000"/>
            <a:r>
              <a:rPr lang="en-US" altLang="ko-KR" sz="1400">
                <a:ea typeface="맑은 고딕" panose="020B0503020000020004" pitchFamily="50" charset="-127"/>
              </a:rPr>
              <a:t> FROM    Customer </a:t>
            </a:r>
            <a:r>
              <a:rPr lang="en-US" altLang="ko-KR" sz="1400" err="1">
                <a:ea typeface="맑은 고딕" panose="020B0503020000020004" pitchFamily="50" charset="-127"/>
              </a:rPr>
              <a:t>cs</a:t>
            </a:r>
            <a:endParaRPr lang="en-US" altLang="ko-KR" sz="1400">
              <a:ea typeface="맑은 고딕" panose="020B0503020000020004" pitchFamily="50" charset="-127"/>
            </a:endParaRPr>
          </a:p>
          <a:p>
            <a:pPr marL="1524000"/>
            <a:r>
              <a:rPr lang="en-US" altLang="ko-KR" sz="1400">
                <a:ea typeface="맑은 고딕" panose="020B0503020000020004" pitchFamily="50" charset="-127"/>
              </a:rPr>
              <a:t> WHERE   address LIKE '%</a:t>
            </a:r>
            <a:r>
              <a:rPr lang="ko-KR" altLang="en-US" sz="1400">
                <a:ea typeface="맑은 고딕" panose="020B0503020000020004" pitchFamily="50" charset="-127"/>
              </a:rPr>
              <a:t>대한민국</a:t>
            </a:r>
            <a:r>
              <a:rPr lang="en-US" altLang="ko-KR" sz="1400">
                <a:ea typeface="맑은 고딕" panose="020B0503020000020004" pitchFamily="50" charset="-127"/>
              </a:rPr>
              <a:t>%' AND </a:t>
            </a:r>
            <a:r>
              <a:rPr lang="en-US" altLang="ko-KR" sz="1400" err="1">
                <a:ea typeface="맑은 고딕" panose="020B0503020000020004" pitchFamily="50" charset="-127"/>
              </a:rPr>
              <a:t>cs.custid</a:t>
            </a:r>
            <a:r>
              <a:rPr lang="en-US" altLang="ko-KR" sz="1400">
                <a:ea typeface="맑은 고딕" panose="020B0503020000020004" pitchFamily="50" charset="-127"/>
              </a:rPr>
              <a:t>=</a:t>
            </a:r>
            <a:r>
              <a:rPr lang="en-US" altLang="ko-KR" sz="1400" err="1">
                <a:ea typeface="맑은 고딕" panose="020B0503020000020004" pitchFamily="50" charset="-127"/>
              </a:rPr>
              <a:t>od.custid</a:t>
            </a:r>
            <a:r>
              <a:rPr lang="en-US" altLang="ko-KR" sz="1400">
                <a:ea typeface="맑은 고딕" panose="020B0503020000020004" pitchFamily="50" charset="-127"/>
              </a:rPr>
              <a:t>);</a:t>
            </a:r>
            <a:endParaRPr lang="ko-KR" altLang="en-US" sz="1400">
              <a:ea typeface="맑은 고딕" panose="020B0503020000020004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2996951"/>
            <a:ext cx="7200800" cy="536093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376" y="5877272"/>
            <a:ext cx="595312" cy="509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720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>
          <a:defRPr sz="36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>
          <a:defRPr sz="3600" dirty="0" smtClean="0"/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9091</TotalTime>
  <Words>2469</Words>
  <Application>Microsoft Office PowerPoint</Application>
  <PresentationFormat>화면 슬라이드 쇼(4:3)</PresentationFormat>
  <Paragraphs>506</Paragraphs>
  <Slides>38</Slides>
  <Notes>0</Notes>
  <HiddenSlides>1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38</vt:i4>
      </vt:variant>
    </vt:vector>
  </HeadingPairs>
  <TitlesOfParts>
    <vt:vector size="45" baseType="lpstr">
      <vt:lpstr>굴림</vt:lpstr>
      <vt:lpstr>맑은 고딕</vt:lpstr>
      <vt:lpstr>Arial</vt:lpstr>
      <vt:lpstr>Tahoma</vt:lpstr>
      <vt:lpstr>Wingdings</vt:lpstr>
      <vt:lpstr>Office 테마</vt:lpstr>
      <vt:lpstr>2_Office 테마</vt:lpstr>
      <vt:lpstr>PowerPoint 프레젠테이션</vt:lpstr>
      <vt:lpstr>PowerPoint 프레젠테이션</vt:lpstr>
      <vt:lpstr>1. SQL 내장 함수</vt:lpstr>
      <vt:lpstr>1. SQL 내장 함수</vt:lpstr>
      <vt:lpstr>1. SQL 내장 함수</vt:lpstr>
      <vt:lpstr>1. SQL 내장 함수</vt:lpstr>
      <vt:lpstr>1. SQL 내장 함수</vt:lpstr>
      <vt:lpstr>1. SQL 내장 함수</vt:lpstr>
      <vt:lpstr>1. SQL 내장 함수</vt:lpstr>
      <vt:lpstr>1. SQL 내장 함수</vt:lpstr>
      <vt:lpstr>1. SQL 내장 함수</vt:lpstr>
      <vt:lpstr>1. SQL 내장 함수</vt:lpstr>
      <vt:lpstr>1. SQL 내장 함수</vt:lpstr>
      <vt:lpstr>1. SQL 내장 함수</vt:lpstr>
      <vt:lpstr>1. SQL 내장 함수</vt:lpstr>
      <vt:lpstr>1. SQL 내장 함수</vt:lpstr>
      <vt:lpstr>1. SQL 내장 함수</vt:lpstr>
      <vt:lpstr>1. SQL 내장 함수</vt:lpstr>
      <vt:lpstr>2. NULL 값 처리</vt:lpstr>
      <vt:lpstr>2. NULL 값 처리</vt:lpstr>
      <vt:lpstr>2. NULL 값 처리</vt:lpstr>
      <vt:lpstr>2. NULL 값 처리</vt:lpstr>
      <vt:lpstr>3. 행번호 출력</vt:lpstr>
      <vt:lpstr>PowerPoint 프레젠테이션</vt:lpstr>
      <vt:lpstr>부속질의</vt:lpstr>
      <vt:lpstr>부속질의</vt:lpstr>
      <vt:lpstr>1. 스칼라 부속질의 – SELECT 부속질의</vt:lpstr>
      <vt:lpstr>1. 스칼라 부속질의 – SELECT 부속질의</vt:lpstr>
      <vt:lpstr>1. 스칼라 부속질의 – SELECT 부속질의</vt:lpstr>
      <vt:lpstr>1. 스칼라 부속질의 – SELECT 부속질의</vt:lpstr>
      <vt:lpstr>1. 스칼라 부속질의 – SELECT 부속질의</vt:lpstr>
      <vt:lpstr>2. 인라인 뷰- FROM 부속질의</vt:lpstr>
      <vt:lpstr>2. 인라인 뷰- FROM 부속질의</vt:lpstr>
      <vt:lpstr>3. 중첩질의 – WHERE 부속질의</vt:lpstr>
      <vt:lpstr>3. 중첩질의 – WHERE 부속질의</vt:lpstr>
      <vt:lpstr>3. 중첩질의 – WHERE 부속질의</vt:lpstr>
      <vt:lpstr>3. 중첩질의 – WHERE 부속질의</vt:lpstr>
      <vt:lpstr>3. 중첩질의 – WHERE 부속질의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김이화</dc:creator>
  <cp:lastModifiedBy>AI-00</cp:lastModifiedBy>
  <cp:revision>620</cp:revision>
  <cp:lastPrinted>2023-02-19T06:43:06Z</cp:lastPrinted>
  <dcterms:created xsi:type="dcterms:W3CDTF">2012-07-11T10:23:22Z</dcterms:created>
  <dcterms:modified xsi:type="dcterms:W3CDTF">2026-04-23T08:32:59Z</dcterms:modified>
</cp:coreProperties>
</file>